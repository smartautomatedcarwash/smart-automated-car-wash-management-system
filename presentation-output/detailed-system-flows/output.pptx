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ddafc12031450f" /><Relationship Type="http://schemas.openxmlformats.org/officeDocument/2006/relationships/extended-properties" Target="/docProps/app.xml" Id="R97f3ba46facd47dc" /><Relationship Type="http://schemas.openxmlformats.org/officeDocument/2006/relationships/officeDocument" Target="/ppt/presentation.xml" Id="Rf1f9aefc0a9647a1" /></Relationships>
</file>

<file path=ppt/presentation.xml><?xml version="1.0" encoding="utf-8"?>
<p:presentation xmlns:p="http://schemas.openxmlformats.org/presentationml/2006/main">
  <p:sldMasterIdLst>
    <p:sldMasterId xmlns:r="http://schemas.openxmlformats.org/officeDocument/2006/relationships" id="2147483648" r:id="Rfaf4b28624e64459"/>
  </p:sldMasterIdLst>
  <p:notesMasterIdLst>
    <p:notesMasterId xmlns:r="http://schemas.openxmlformats.org/officeDocument/2006/relationships" r:id="R6466016b3b1a4634"/>
  </p:notesMasterIdLst>
  <p:sldIdLst>
    <p:sldId xmlns:r="http://schemas.openxmlformats.org/officeDocument/2006/relationships" id="256" r:id="R4114cc92db5448e2"/>
    <p:sldId xmlns:r="http://schemas.openxmlformats.org/officeDocument/2006/relationships" id="257" r:id="Ra7239f73d79f462d"/>
    <p:sldId xmlns:r="http://schemas.openxmlformats.org/officeDocument/2006/relationships" id="258" r:id="Rec6226282b784144"/>
    <p:sldId xmlns:r="http://schemas.openxmlformats.org/officeDocument/2006/relationships" id="259" r:id="Rf2bb08101062402a"/>
    <p:sldId xmlns:r="http://schemas.openxmlformats.org/officeDocument/2006/relationships" id="260" r:id="Rde94ff1b59fe45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4d5b504ad642d9" /><Relationship Type="http://schemas.openxmlformats.org/officeDocument/2006/relationships/slideMaster" Target="/ppt/slideMasters/slideMaster1.xml" Id="Rfaf4b28624e64459" /><Relationship Type="http://schemas.openxmlformats.org/officeDocument/2006/relationships/notesMaster" Target="/ppt/notesMasters/notesMaster1.xml" Id="R6466016b3b1a4634" /><Relationship Type="http://schemas.openxmlformats.org/officeDocument/2006/relationships/presProps" Target="/ppt/presProps.xml" Id="R7bb9f696d4f24c2a" /><Relationship Type="http://schemas.openxmlformats.org/officeDocument/2006/relationships/tableStyles" Target="/ppt/tableStyles.xml" Id="R769e0710541f4bd2" /><Relationship Type="http://schemas.openxmlformats.org/officeDocument/2006/relationships/slide" Target="/ppt/slides/slide1.xml" Id="R4114cc92db5448e2" /><Relationship Type="http://schemas.openxmlformats.org/officeDocument/2006/relationships/slide" Target="/ppt/slides/slide2.xml" Id="Ra7239f73d79f462d" /><Relationship Type="http://schemas.openxmlformats.org/officeDocument/2006/relationships/slide" Target="/ppt/slides/slide3.xml" Id="Rec6226282b784144" /><Relationship Type="http://schemas.openxmlformats.org/officeDocument/2006/relationships/slide" Target="/ppt/slides/slide4.xml" Id="Rf2bb08101062402a" /><Relationship Type="http://schemas.openxmlformats.org/officeDocument/2006/relationships/slide" Target="/ppt/slides/slide5.xml" Id="Rde94ff1b59fe45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1cbf34e1a24b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ura Car Care">
      <a:dk1>
        <a:srgbClr val="000000"/>
      </a:dk1>
      <a:lt1>
        <a:srgbClr val="FFFFFF"/>
      </a:lt1>
      <a:dk2>
        <a:srgbClr val="1F497D"/>
      </a:dk2>
      <a:lt2>
        <a:srgbClr val="EEECE1"/>
      </a:lt2>
      <a:accent1>
        <a:srgbClr val="8613B8"/>
      </a:accent1>
      <a:accent2>
        <a:srgbClr val="08BFD3"/>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Calibri Light"/>
        <a:cs typeface="Calibri Light"/>
      </a:majorFont>
      <a:minorFont>
        <a:latin typeface="Calibri"/>
        <a:ea typeface="Calibri"/>
        <a:cs typeface="Calibri"/>
      </a:minorFont>
    </a:fontScheme>
    <a:fmtScheme name="Aura Car Ca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861c8bda0746cb" /><Relationship Type="http://schemas.openxmlformats.org/officeDocument/2006/relationships/notesMaster" Target="/ppt/notesMasters/notesMaster1.xml" Id="R2b927c4ff61946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1551fcb37e4b8f" /><Relationship Type="http://schemas.openxmlformats.org/officeDocument/2006/relationships/notesMaster" Target="/ppt/notesMasters/notesMaster1.xml" Id="Re7edf57537a345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659a418bf3407b" /><Relationship Type="http://schemas.openxmlformats.org/officeDocument/2006/relationships/notesMaster" Target="/ppt/notesMasters/notesMaster1.xml" Id="R04a587ad234d43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4f30a51fa84d31" /><Relationship Type="http://schemas.openxmlformats.org/officeDocument/2006/relationships/notesMaster" Target="/ppt/notesMasters/notesMaster1.xml" Id="R5a6235973b474c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8f0cad54b349bc" /><Relationship Type="http://schemas.openxmlformats.org/officeDocument/2006/relationships/notesMaster" Target="/ppt/notesMasters/notesMaster1.xml" Id="R25b7ac6189ed43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aligned to origin/dev b5ad575. This is a modular monolith: one Next.js application, one Spring Boot application, one PostgreSQL database, and external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Endpoints: /api/v1/auth/*, /api/v1/services, /api/v1/packages, /api/v1/combos/available, /api/v1/customers/vehicles. Resend is used for OTP email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SePay webhook verifies HMAC signature and timestamp, locates the AU payment code, then marks the booking paid. VNPay uses checkout, browser return, IPN, and query synchronization. Payment confirmation changes PENDING to CONFIRMED and assigns staff.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publishes WASH_SESSION_UPDATE through STOMP/SockJS topic /topic/bookings. Frontend invalidates staff, manager, and dashboard React Query caches. If WebSocket fails, polling remains active.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ReviewService permits reviews only for COMPLETED bookings, enforces one review per booking, stores before/after image URLs, and awards a 10-point review bonus. Manager/Admin reporting derives staff and service performance from persisted bookings, sessions, assignments, and reviews.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62ed46893a42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33da5fc8e142c7" /><Relationship Type="http://schemas.openxmlformats.org/officeDocument/2006/relationships/slideLayout" Target="/ppt/slideLayouts/slideLayout1.xml" Id="R2dc975bdaf8749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c975bdaf8749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ura Car Care">
      <a:dk1>
        <a:srgbClr val="000000"/>
      </a:dk1>
      <a:lt1>
        <a:srgbClr val="FFFFFF"/>
      </a:lt1>
      <a:dk2>
        <a:srgbClr val="1F497D"/>
      </a:dk2>
      <a:lt2>
        <a:srgbClr val="EEECE1"/>
      </a:lt2>
      <a:accent1>
        <a:srgbClr val="8613B8"/>
      </a:accent1>
      <a:accent2>
        <a:srgbClr val="08BFD3"/>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Calibri Light"/>
        <a:cs typeface="Calibri Light"/>
      </a:majorFont>
      <a:minorFont>
        <a:latin typeface="Calibri"/>
        <a:ea typeface="Calibri"/>
        <a:cs typeface="Calibri"/>
      </a:minorFont>
    </a:fontScheme>
    <a:fmtScheme name="Aura Car Ca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d69a020cc7445b" /><Relationship Type="http://schemas.openxmlformats.org/officeDocument/2006/relationships/notesSlide" Target="/ppt/notesSlides/notesSlide1.xml" Id="R2c92e13c63684a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74f83cd5da4039" /><Relationship Type="http://schemas.openxmlformats.org/officeDocument/2006/relationships/notesSlide" Target="/ppt/notesSlides/notesSlide2.xml" Id="Ra93a3b197dbd4d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a3ceac8ae91443d" /><Relationship Type="http://schemas.openxmlformats.org/officeDocument/2006/relationships/notesSlide" Target="/ppt/notesSlides/notesSlide3.xml" Id="Rf191e983b9a547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d22257a32e40b1" /><Relationship Type="http://schemas.openxmlformats.org/officeDocument/2006/relationships/notesSlide" Target="/ppt/notesSlides/notesSlide4.xml" Id="R674062a418dc40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ab855a6f9e457b" /><Relationship Type="http://schemas.openxmlformats.org/officeDocument/2006/relationships/notesSlide" Target="/ppt/notesSlides/notesSlide5.xml" Id="Ra91266488fca490a" /></Relationships>
</file>

<file path=ppt/slides/slide1.xml><?xml version="1.0" encoding="utf-8"?>
<p:sld xmlns:p="http://schemas.openxmlformats.org/presentationml/2006/main">
  <p:cSld>
    <p:bg>
      <p:bgPr>
        <a:solidFill xmlns:a="http://schemas.openxmlformats.org/drawingml/2006/main">
          <a:srgbClr val="F2F5F9"/>
        </a:solidFill>
      </p:bgPr>
    </p:bg>
    <p:spTree>
      <p:nvGrpSpPr>
        <p:cNvPr id="1" name=""/>
        <p:cNvGrpSpPr/>
        <p:nvPr/>
      </p:nvGrpSpPr>
      <p:grpSpPr>
        <a:xfrm xmlns:a="http://schemas.openxmlformats.org/drawingml/2006/main"/>
      </p:grpSpPr>
      <p:sp>
        <p:nvSpPr>
          <p:cNvPr id="148" name="">
            <a:extLst xmlns:a="http://schemas.openxmlformats.org/drawingml/2006/main">
              <a:ext uri="{FF2B5EF4-FFF2-40B4-BE49-F238E27FC236}">
                <a16:creationId xmlns:a16="http://schemas.microsoft.com/office/drawing/2014/main" id="{EEF3E81C-1CE6-4B8B-930C-78F4E6CFE291}"/>
              </a:ext>
            </a:extLst>
          </p:cNvPr>
          <p:cNvSpPr>
            <a:spLocks xmlns:a="http://schemas.openxmlformats.org/drawingml/2006/main" noGrp="1"/>
          </p:cNvSpPr>
          <p:nvPr/>
        </p:nvSpPr>
        <p:spPr>
          <a:xfrm xmlns:a="http://schemas.openxmlformats.org/drawingml/2006/main">
            <a:off x="457200" y="323850"/>
            <a:ext cx="11277600" cy="6191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 name="">
            <a:extLst xmlns:a="http://schemas.openxmlformats.org/drawingml/2006/main">
              <a:ext uri="{FF2B5EF4-FFF2-40B4-BE49-F238E27FC236}">
                <a16:creationId xmlns:a16="http://schemas.microsoft.com/office/drawing/2014/main" id="{B1DC4004-C25E-43A9-B7DE-11EF778D4BE5}"/>
              </a:ext>
            </a:extLst>
          </p:cNvPr>
          <p:cNvSpPr>
            <a:spLocks xmlns:a="http://schemas.openxmlformats.org/drawingml/2006/main" noGrp="1"/>
          </p:cNvSpPr>
          <p:nvPr/>
        </p:nvSpPr>
        <p:spPr>
          <a:xfrm xmlns:a="http://schemas.openxmlformats.org/drawingml/2006/main">
            <a:off x="457200" y="323850"/>
            <a:ext cx="76200" cy="6191250"/>
          </a:xfrm>
          <a:prstGeom xmlns:a="http://schemas.openxmlformats.org/drawingml/2006/main" prst="rect">
            <a:avLst/>
          </a:prstGeom>
          <a:solidFill xmlns:a="http://schemas.openxmlformats.org/drawingml/2006/main">
            <a:srgbClr val="8613B8"/>
          </a:solidFill>
          <a:ln xmlns:a="http://schemas.openxmlformats.org/drawingml/2006/main" w="0">
            <a:solidFill>
              <a:srgbClr val="8613B8"/>
            </a:solidFill>
          </a:ln>
        </p:spPr>
      </p:sp>
      <p:sp>
        <p:nvSpPr>
          <p:cNvPr id="3" name="">
            <a:extLst xmlns:a="http://schemas.openxmlformats.org/drawingml/2006/main">
              <a:ext uri="{FF2B5EF4-FFF2-40B4-BE49-F238E27FC236}">
                <a16:creationId xmlns:a16="http://schemas.microsoft.com/office/drawing/2014/main" id="{A8E0224E-230C-402F-8376-B1C16F48302E}"/>
              </a:ext>
            </a:extLst>
          </p:cNvPr>
          <p:cNvSpPr>
            <a:spLocks xmlns:a="http://schemas.openxmlformats.org/drawingml/2006/main" noGrp="1"/>
          </p:cNvSpPr>
          <p:nvPr/>
        </p:nvSpPr>
        <p:spPr>
          <a:xfrm xmlns:a="http://schemas.openxmlformats.org/drawingml/2006/main">
            <a:off x="781050" y="552450"/>
            <a:ext cx="857250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325" b="1">
                <a:solidFill>
                  <a:srgbClr val="0B1220"/>
                </a:solidFill>
                <a:latin typeface="Poppins"/>
                <a:ea typeface="Poppins"/>
                <a:cs typeface="Poppins"/>
              </a:defRPr>
            </a:pPr>
            <a:r>
              <a:rPr sz="2325" b="1">
                <a:solidFill>
                  <a:srgbClr val="0B1220"/>
                </a:solidFill>
                <a:latin typeface="Poppins"/>
                <a:ea typeface="Poppins"/>
                <a:cs typeface="Poppins"/>
              </a:rPr>
              <a:t>3. Proposed Solutions | Detailed System Architecture</a:t>
            </a:r>
          </a:p>
        </p:txBody>
      </p:sp>
      <p:sp>
        <p:nvSpPr>
          <p:cNvPr id="4" name="">
            <a:extLst xmlns:a="http://schemas.openxmlformats.org/drawingml/2006/main">
              <a:ext uri="{FF2B5EF4-FFF2-40B4-BE49-F238E27FC236}">
                <a16:creationId xmlns:a16="http://schemas.microsoft.com/office/drawing/2014/main" id="{748FC426-0E26-49EE-B96E-80F19F9419B2}"/>
              </a:ext>
            </a:extLst>
          </p:cNvPr>
          <p:cNvSpPr>
            <a:spLocks xmlns:a="http://schemas.openxmlformats.org/drawingml/2006/main" noGrp="1"/>
          </p:cNvSpPr>
          <p:nvPr/>
        </p:nvSpPr>
        <p:spPr>
          <a:xfrm xmlns:a="http://schemas.openxmlformats.org/drawingml/2006/main">
            <a:off x="800100" y="1019175"/>
            <a:ext cx="857250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38" b="0">
                <a:solidFill>
                  <a:srgbClr val="526174"/>
                </a:solidFill>
                <a:latin typeface="Poppins"/>
                <a:ea typeface="Poppins"/>
                <a:cs typeface="Poppins"/>
              </a:defRPr>
            </a:pPr>
            <a:r>
              <a:rPr sz="938" b="0">
                <a:solidFill>
                  <a:srgbClr val="526174"/>
                </a:solidFill>
                <a:latin typeface="Poppins"/>
                <a:ea typeface="Poppins"/>
                <a:cs typeface="Poppins"/>
              </a:rPr>
              <a:t>Bidirectional traffic between the role-based web app, Spring Boot modules, PostgreSQL, and external services.</a:t>
            </a:r>
          </a:p>
        </p:txBody>
      </p:sp>
      <p:sp>
        <p:nvSpPr>
          <p:cNvPr id="5" name="">
            <a:extLst xmlns:a="http://schemas.openxmlformats.org/drawingml/2006/main">
              <a:ext uri="{FF2B5EF4-FFF2-40B4-BE49-F238E27FC236}">
                <a16:creationId xmlns:a16="http://schemas.microsoft.com/office/drawing/2014/main" id="{F128A10B-CF4F-4680-B043-B47315EC7C49}"/>
              </a:ext>
            </a:extLst>
          </p:cNvPr>
          <p:cNvSpPr>
            <a:spLocks xmlns:a="http://schemas.openxmlformats.org/drawingml/2006/main" noGrp="1"/>
          </p:cNvSpPr>
          <p:nvPr/>
        </p:nvSpPr>
        <p:spPr>
          <a:xfrm xmlns:a="http://schemas.openxmlformats.org/drawingml/2006/main">
            <a:off x="9906000" y="600075"/>
            <a:ext cx="1381125" cy="266700"/>
          </a:xfrm>
          <a:prstGeom xmlns:a="http://schemas.openxmlformats.org/drawingml/2006/main" prst="roundRect">
            <a:avLst>
              <a:gd name="adj" fmla="val 30000"/>
            </a:avLst>
          </a:prstGeom>
          <a:solidFill xmlns:a="http://schemas.openxmlformats.org/drawingml/2006/main">
            <a:srgbClr val="0B1220"/>
          </a:solidFill>
          <a:ln xmlns:a="http://schemas.openxmlformats.org/drawingml/2006/main" w="13335">
            <a:solidFill>
              <a:srgbClr val="0B1220"/>
            </a:solidFill>
            <a:prstDash val="solid"/>
          </a:ln>
        </p:spPr>
      </p:sp>
      <p:sp>
        <p:nvSpPr>
          <p:cNvPr id="6" name="">
            <a:extLst xmlns:a="http://schemas.openxmlformats.org/drawingml/2006/main">
              <a:ext uri="{FF2B5EF4-FFF2-40B4-BE49-F238E27FC236}">
                <a16:creationId xmlns:a16="http://schemas.microsoft.com/office/drawing/2014/main" id="{859BE5C4-F0E2-448F-A728-C8374D529804}"/>
              </a:ext>
            </a:extLst>
          </p:cNvPr>
          <p:cNvSpPr>
            <a:spLocks xmlns:a="http://schemas.openxmlformats.org/drawingml/2006/main" noGrp="1"/>
          </p:cNvSpPr>
          <p:nvPr/>
        </p:nvSpPr>
        <p:spPr>
          <a:xfrm xmlns:a="http://schemas.openxmlformats.org/drawingml/2006/main">
            <a:off x="10001250" y="638175"/>
            <a:ext cx="119062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13" b="1">
                <a:solidFill>
                  <a:srgbClr val="FFFFFF"/>
                </a:solidFill>
                <a:latin typeface="Poppins"/>
                <a:ea typeface="Poppins"/>
                <a:cs typeface="Poppins"/>
              </a:defRPr>
            </a:pPr>
            <a:r>
              <a:rPr sz="713" b="1">
                <a:solidFill>
                  <a:srgbClr val="FFFFFF"/>
                </a:solidFill>
                <a:latin typeface="Poppins"/>
                <a:ea typeface="Poppins"/>
                <a:cs typeface="Poppins"/>
              </a:rPr>
              <a:t>ORIGIN/DEV  b5ad575</a:t>
            </a:r>
          </a:p>
        </p:txBody>
      </p:sp>
      <p:sp>
        <p:nvSpPr>
          <p:cNvPr id="7" name="">
            <a:extLst xmlns:a="http://schemas.openxmlformats.org/drawingml/2006/main">
              <a:ext uri="{FF2B5EF4-FFF2-40B4-BE49-F238E27FC236}">
                <a16:creationId xmlns:a16="http://schemas.microsoft.com/office/drawing/2014/main" id="{F7DFFC2C-2A00-4362-A735-EFA10AFE0AA4}"/>
              </a:ext>
            </a:extLst>
          </p:cNvPr>
          <p:cNvSpPr>
            <a:spLocks xmlns:a="http://schemas.openxmlformats.org/drawingml/2006/main" noGrp="1"/>
          </p:cNvSpPr>
          <p:nvPr/>
        </p:nvSpPr>
        <p:spPr>
          <a:xfrm xmlns:a="http://schemas.openxmlformats.org/drawingml/2006/main">
            <a:off x="781050" y="1409700"/>
            <a:ext cx="1381125" cy="247650"/>
          </a:xfrm>
          <a:prstGeom xmlns:a="http://schemas.openxmlformats.org/drawingml/2006/main" prst="roundRect">
            <a:avLst>
              <a:gd name="adj" fmla="val 30000"/>
            </a:avLst>
          </a:prstGeom>
          <a:solidFill xmlns:a="http://schemas.openxmlformats.org/drawingml/2006/main">
            <a:srgbClr val="2563EB"/>
          </a:solidFill>
          <a:ln xmlns:a="http://schemas.openxmlformats.org/drawingml/2006/main" w="13335">
            <a:solidFill>
              <a:srgbClr val="2563EB"/>
            </a:solidFill>
            <a:prstDash val="solid"/>
          </a:ln>
        </p:spPr>
      </p:sp>
      <p:sp>
        <p:nvSpPr>
          <p:cNvPr id="8" name="">
            <a:extLst xmlns:a="http://schemas.openxmlformats.org/drawingml/2006/main">
              <a:ext uri="{FF2B5EF4-FFF2-40B4-BE49-F238E27FC236}">
                <a16:creationId xmlns:a16="http://schemas.microsoft.com/office/drawing/2014/main" id="{2791F56E-B1DD-4720-8682-5D780E1CB7AB}"/>
              </a:ext>
            </a:extLst>
          </p:cNvPr>
          <p:cNvSpPr>
            <a:spLocks xmlns:a="http://schemas.openxmlformats.org/drawingml/2006/main" noGrp="1"/>
          </p:cNvSpPr>
          <p:nvPr/>
        </p:nvSpPr>
        <p:spPr>
          <a:xfrm xmlns:a="http://schemas.openxmlformats.org/drawingml/2006/main">
            <a:off x="847725" y="1438275"/>
            <a:ext cx="124777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ACTORS</a:t>
            </a:r>
          </a:p>
        </p:txBody>
      </p:sp>
      <p:sp>
        <p:nvSpPr>
          <p:cNvPr id="9" name="">
            <a:extLst xmlns:a="http://schemas.openxmlformats.org/drawingml/2006/main">
              <a:ext uri="{FF2B5EF4-FFF2-40B4-BE49-F238E27FC236}">
                <a16:creationId xmlns:a16="http://schemas.microsoft.com/office/drawing/2014/main" id="{F091B51A-E7EF-4E78-84D0-94E94AA4D4A9}"/>
              </a:ext>
            </a:extLst>
          </p:cNvPr>
          <p:cNvSpPr>
            <a:spLocks xmlns:a="http://schemas.openxmlformats.org/drawingml/2006/main" noGrp="1"/>
          </p:cNvSpPr>
          <p:nvPr/>
        </p:nvSpPr>
        <p:spPr>
          <a:xfrm xmlns:a="http://schemas.openxmlformats.org/drawingml/2006/main">
            <a:off x="2543175" y="1409700"/>
            <a:ext cx="1809750" cy="247650"/>
          </a:xfrm>
          <a:prstGeom xmlns:a="http://schemas.openxmlformats.org/drawingml/2006/main" prst="roundRect">
            <a:avLst>
              <a:gd name="adj" fmla="val 30000"/>
            </a:avLst>
          </a:prstGeom>
          <a:solidFill xmlns:a="http://schemas.openxmlformats.org/drawingml/2006/main">
            <a:srgbClr val="08BFD3"/>
          </a:solidFill>
          <a:ln xmlns:a="http://schemas.openxmlformats.org/drawingml/2006/main" w="13335">
            <a:solidFill>
              <a:srgbClr val="08BFD3"/>
            </a:solidFill>
            <a:prstDash val="solid"/>
          </a:ln>
        </p:spPr>
      </p:sp>
      <p:sp>
        <p:nvSpPr>
          <p:cNvPr id="10" name="">
            <a:extLst xmlns:a="http://schemas.openxmlformats.org/drawingml/2006/main">
              <a:ext uri="{FF2B5EF4-FFF2-40B4-BE49-F238E27FC236}">
                <a16:creationId xmlns:a16="http://schemas.microsoft.com/office/drawing/2014/main" id="{7725DCDF-61EB-4F5C-AE20-C8BA65B9487C}"/>
              </a:ext>
            </a:extLst>
          </p:cNvPr>
          <p:cNvSpPr>
            <a:spLocks xmlns:a="http://schemas.openxmlformats.org/drawingml/2006/main" noGrp="1"/>
          </p:cNvSpPr>
          <p:nvPr/>
        </p:nvSpPr>
        <p:spPr>
          <a:xfrm xmlns:a="http://schemas.openxmlformats.org/drawingml/2006/main">
            <a:off x="2609850" y="1438275"/>
            <a:ext cx="16764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NEXT.JS 14</a:t>
            </a:r>
          </a:p>
        </p:txBody>
      </p:sp>
      <p:sp>
        <p:nvSpPr>
          <p:cNvPr id="11" name="">
            <a:extLst xmlns:a="http://schemas.openxmlformats.org/drawingml/2006/main">
              <a:ext uri="{FF2B5EF4-FFF2-40B4-BE49-F238E27FC236}">
                <a16:creationId xmlns:a16="http://schemas.microsoft.com/office/drawing/2014/main" id="{183D6228-701C-441C-AAC5-0761F5136CCF}"/>
              </a:ext>
            </a:extLst>
          </p:cNvPr>
          <p:cNvSpPr>
            <a:spLocks xmlns:a="http://schemas.openxmlformats.org/drawingml/2006/main" noGrp="1"/>
          </p:cNvSpPr>
          <p:nvPr/>
        </p:nvSpPr>
        <p:spPr>
          <a:xfrm xmlns:a="http://schemas.openxmlformats.org/drawingml/2006/main">
            <a:off x="4791075" y="1409700"/>
            <a:ext cx="3714750" cy="247650"/>
          </a:xfrm>
          <a:prstGeom xmlns:a="http://schemas.openxmlformats.org/drawingml/2006/main" prst="roundRect">
            <a:avLst>
              <a:gd name="adj" fmla="val 30000"/>
            </a:avLst>
          </a:prstGeom>
          <a:solidFill xmlns:a="http://schemas.openxmlformats.org/drawingml/2006/main">
            <a:srgbClr val="8613B8"/>
          </a:solidFill>
          <a:ln xmlns:a="http://schemas.openxmlformats.org/drawingml/2006/main" w="13335">
            <a:solidFill>
              <a:srgbClr val="8613B8"/>
            </a:solidFill>
            <a:prstDash val="solid"/>
          </a:ln>
        </p:spPr>
      </p:sp>
      <p:sp>
        <p:nvSpPr>
          <p:cNvPr id="12" name="">
            <a:extLst xmlns:a="http://schemas.openxmlformats.org/drawingml/2006/main">
              <a:ext uri="{FF2B5EF4-FFF2-40B4-BE49-F238E27FC236}">
                <a16:creationId xmlns:a16="http://schemas.microsoft.com/office/drawing/2014/main" id="{8AFC921E-6ECA-4C76-BC7C-D45BC110F41D}"/>
              </a:ext>
            </a:extLst>
          </p:cNvPr>
          <p:cNvSpPr>
            <a:spLocks xmlns:a="http://schemas.openxmlformats.org/drawingml/2006/main" noGrp="1"/>
          </p:cNvSpPr>
          <p:nvPr/>
        </p:nvSpPr>
        <p:spPr>
          <a:xfrm xmlns:a="http://schemas.openxmlformats.org/drawingml/2006/main">
            <a:off x="4857750" y="1438275"/>
            <a:ext cx="35814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SPRING BOOT 3 / JAVA 21</a:t>
            </a:r>
          </a:p>
        </p:txBody>
      </p:sp>
      <p:sp>
        <p:nvSpPr>
          <p:cNvPr id="13" name="">
            <a:extLst xmlns:a="http://schemas.openxmlformats.org/drawingml/2006/main">
              <a:ext uri="{FF2B5EF4-FFF2-40B4-BE49-F238E27FC236}">
                <a16:creationId xmlns:a16="http://schemas.microsoft.com/office/drawing/2014/main" id="{8F5975BF-432B-482A-B75C-E1E878CF427D}"/>
              </a:ext>
            </a:extLst>
          </p:cNvPr>
          <p:cNvSpPr>
            <a:spLocks xmlns:a="http://schemas.openxmlformats.org/drawingml/2006/main" noGrp="1"/>
          </p:cNvSpPr>
          <p:nvPr/>
        </p:nvSpPr>
        <p:spPr>
          <a:xfrm xmlns:a="http://schemas.openxmlformats.org/drawingml/2006/main">
            <a:off x="9020175" y="1409700"/>
            <a:ext cx="2266950" cy="247650"/>
          </a:xfrm>
          <a:prstGeom xmlns:a="http://schemas.openxmlformats.org/drawingml/2006/main" prst="roundRect">
            <a:avLst>
              <a:gd name="adj" fmla="val 30000"/>
            </a:avLst>
          </a:prstGeom>
          <a:solidFill xmlns:a="http://schemas.openxmlformats.org/drawingml/2006/main">
            <a:srgbClr val="16A34A"/>
          </a:solidFill>
          <a:ln xmlns:a="http://schemas.openxmlformats.org/drawingml/2006/main" w="13335">
            <a:solidFill>
              <a:srgbClr val="16A34A"/>
            </a:solidFill>
            <a:prstDash val="solid"/>
          </a:ln>
        </p:spPr>
      </p:sp>
      <p:sp>
        <p:nvSpPr>
          <p:cNvPr id="14" name="">
            <a:extLst xmlns:a="http://schemas.openxmlformats.org/drawingml/2006/main">
              <a:ext uri="{FF2B5EF4-FFF2-40B4-BE49-F238E27FC236}">
                <a16:creationId xmlns:a16="http://schemas.microsoft.com/office/drawing/2014/main" id="{1F512E1E-7C03-42E8-9B8E-DBF848FBA112}"/>
              </a:ext>
            </a:extLst>
          </p:cNvPr>
          <p:cNvSpPr>
            <a:spLocks xmlns:a="http://schemas.openxmlformats.org/drawingml/2006/main" noGrp="1"/>
          </p:cNvSpPr>
          <p:nvPr/>
        </p:nvSpPr>
        <p:spPr>
          <a:xfrm xmlns:a="http://schemas.openxmlformats.org/drawingml/2006/main">
            <a:off x="9086850" y="1438275"/>
            <a:ext cx="21336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DATA &amp; INTEGRATIONS</a:t>
            </a:r>
          </a:p>
        </p:txBody>
      </p:sp>
      <p:sp>
        <p:nvSpPr>
          <p:cNvPr id="15" name="">
            <a:extLst xmlns:a="http://schemas.openxmlformats.org/drawingml/2006/main">
              <a:ext uri="{FF2B5EF4-FFF2-40B4-BE49-F238E27FC236}">
                <a16:creationId xmlns:a16="http://schemas.microsoft.com/office/drawing/2014/main" id="{EB9A1AB1-C3DC-4749-BA47-E71FB4572DAC}"/>
              </a:ext>
            </a:extLst>
          </p:cNvPr>
          <p:cNvSpPr>
            <a:spLocks xmlns:a="http://schemas.openxmlformats.org/drawingml/2006/main" noGrp="1"/>
          </p:cNvSpPr>
          <p:nvPr/>
        </p:nvSpPr>
        <p:spPr>
          <a:xfrm xmlns:a="http://schemas.openxmlformats.org/drawingml/2006/main">
            <a:off x="838200" y="1857375"/>
            <a:ext cx="1257300" cy="4191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CBD5E1"/>
            </a:solidFill>
            <a:prstDash val="solid"/>
          </a:ln>
        </p:spPr>
      </p:sp>
      <p:sp>
        <p:nvSpPr>
          <p:cNvPr id="16" name="">
            <a:extLst xmlns:a="http://schemas.openxmlformats.org/drawingml/2006/main">
              <a:ext uri="{FF2B5EF4-FFF2-40B4-BE49-F238E27FC236}">
                <a16:creationId xmlns:a16="http://schemas.microsoft.com/office/drawing/2014/main" id="{7A54F3E1-9703-4285-8AAA-1CCCCBEC04CF}"/>
              </a:ext>
            </a:extLst>
          </p:cNvPr>
          <p:cNvSpPr>
            <a:spLocks xmlns:a="http://schemas.openxmlformats.org/drawingml/2006/main" noGrp="1"/>
          </p:cNvSpPr>
          <p:nvPr/>
        </p:nvSpPr>
        <p:spPr>
          <a:xfrm xmlns:a="http://schemas.openxmlformats.org/drawingml/2006/main">
            <a:off x="942975" y="1933575"/>
            <a:ext cx="266700" cy="266700"/>
          </a:xfrm>
          <a:prstGeom xmlns:a="http://schemas.openxmlformats.org/drawingml/2006/main" prst="ellipse">
            <a:avLst/>
          </a:prstGeom>
          <a:solidFill xmlns:a="http://schemas.openxmlformats.org/drawingml/2006/main">
            <a:srgbClr val="08BFD3"/>
          </a:solidFill>
          <a:ln xmlns:a="http://schemas.openxmlformats.org/drawingml/2006/main" w="0">
            <a:solidFill>
              <a:srgbClr val="08BFD3"/>
            </a:solidFill>
          </a:ln>
        </p:spPr>
      </p:sp>
      <p:sp>
        <p:nvSpPr>
          <p:cNvPr id="17" name="">
            <a:extLst xmlns:a="http://schemas.openxmlformats.org/drawingml/2006/main">
              <a:ext uri="{FF2B5EF4-FFF2-40B4-BE49-F238E27FC236}">
                <a16:creationId xmlns:a16="http://schemas.microsoft.com/office/drawing/2014/main" id="{22C399C7-924D-4BD2-964B-69CD31F5DE64}"/>
              </a:ext>
            </a:extLst>
          </p:cNvPr>
          <p:cNvSpPr>
            <a:spLocks xmlns:a="http://schemas.openxmlformats.org/drawingml/2006/main" noGrp="1"/>
          </p:cNvSpPr>
          <p:nvPr/>
        </p:nvSpPr>
        <p:spPr>
          <a:xfrm xmlns:a="http://schemas.openxmlformats.org/drawingml/2006/main">
            <a:off x="1276350" y="1933575"/>
            <a:ext cx="7429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Guest / Customer</a:t>
            </a:r>
          </a:p>
        </p:txBody>
      </p:sp>
      <p:sp>
        <p:nvSpPr>
          <p:cNvPr id="18" name="">
            <a:extLst xmlns:a="http://schemas.openxmlformats.org/drawingml/2006/main">
              <a:ext uri="{FF2B5EF4-FFF2-40B4-BE49-F238E27FC236}">
                <a16:creationId xmlns:a16="http://schemas.microsoft.com/office/drawing/2014/main" id="{F9F25454-1ED5-42B1-A7B4-BAFF9520B4E7}"/>
              </a:ext>
            </a:extLst>
          </p:cNvPr>
          <p:cNvSpPr>
            <a:spLocks xmlns:a="http://schemas.openxmlformats.org/drawingml/2006/main" noGrp="1"/>
          </p:cNvSpPr>
          <p:nvPr/>
        </p:nvSpPr>
        <p:spPr>
          <a:xfrm xmlns:a="http://schemas.openxmlformats.org/drawingml/2006/main">
            <a:off x="838200" y="2428875"/>
            <a:ext cx="1257300" cy="4191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CBD5E1"/>
            </a:solidFill>
            <a:prstDash val="solid"/>
          </a:ln>
        </p:spPr>
      </p:sp>
      <p:sp>
        <p:nvSpPr>
          <p:cNvPr id="19" name="">
            <a:extLst xmlns:a="http://schemas.openxmlformats.org/drawingml/2006/main">
              <a:ext uri="{FF2B5EF4-FFF2-40B4-BE49-F238E27FC236}">
                <a16:creationId xmlns:a16="http://schemas.microsoft.com/office/drawing/2014/main" id="{0922E6DB-B7A3-42D1-A05E-F848C5293F96}"/>
              </a:ext>
            </a:extLst>
          </p:cNvPr>
          <p:cNvSpPr>
            <a:spLocks xmlns:a="http://schemas.openxmlformats.org/drawingml/2006/main" noGrp="1"/>
          </p:cNvSpPr>
          <p:nvPr/>
        </p:nvSpPr>
        <p:spPr>
          <a:xfrm xmlns:a="http://schemas.openxmlformats.org/drawingml/2006/main">
            <a:off x="942975" y="2505075"/>
            <a:ext cx="266700" cy="26670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ln>
        </p:spPr>
      </p:sp>
      <p:sp>
        <p:nvSpPr>
          <p:cNvPr id="20" name="">
            <a:extLst xmlns:a="http://schemas.openxmlformats.org/drawingml/2006/main">
              <a:ext uri="{FF2B5EF4-FFF2-40B4-BE49-F238E27FC236}">
                <a16:creationId xmlns:a16="http://schemas.microsoft.com/office/drawing/2014/main" id="{517C9A4B-68AF-4F8D-B168-8D1A3C6B0555}"/>
              </a:ext>
            </a:extLst>
          </p:cNvPr>
          <p:cNvSpPr>
            <a:spLocks xmlns:a="http://schemas.openxmlformats.org/drawingml/2006/main" noGrp="1"/>
          </p:cNvSpPr>
          <p:nvPr/>
        </p:nvSpPr>
        <p:spPr>
          <a:xfrm xmlns:a="http://schemas.openxmlformats.org/drawingml/2006/main">
            <a:off x="1276350" y="2505075"/>
            <a:ext cx="7429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Staff</a:t>
            </a:r>
          </a:p>
        </p:txBody>
      </p:sp>
      <p:sp>
        <p:nvSpPr>
          <p:cNvPr id="21" name="">
            <a:extLst xmlns:a="http://schemas.openxmlformats.org/drawingml/2006/main">
              <a:ext uri="{FF2B5EF4-FFF2-40B4-BE49-F238E27FC236}">
                <a16:creationId xmlns:a16="http://schemas.microsoft.com/office/drawing/2014/main" id="{E4B7746A-5968-433C-991B-94AE896780AD}"/>
              </a:ext>
            </a:extLst>
          </p:cNvPr>
          <p:cNvSpPr>
            <a:spLocks xmlns:a="http://schemas.openxmlformats.org/drawingml/2006/main" noGrp="1"/>
          </p:cNvSpPr>
          <p:nvPr/>
        </p:nvSpPr>
        <p:spPr>
          <a:xfrm xmlns:a="http://schemas.openxmlformats.org/drawingml/2006/main">
            <a:off x="838200" y="3000375"/>
            <a:ext cx="1257300" cy="4191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CBD5E1"/>
            </a:solidFill>
            <a:prstDash val="solid"/>
          </a:ln>
        </p:spPr>
      </p:sp>
      <p:sp>
        <p:nvSpPr>
          <p:cNvPr id="22" name="">
            <a:extLst xmlns:a="http://schemas.openxmlformats.org/drawingml/2006/main">
              <a:ext uri="{FF2B5EF4-FFF2-40B4-BE49-F238E27FC236}">
                <a16:creationId xmlns:a16="http://schemas.microsoft.com/office/drawing/2014/main" id="{8FF2F1C6-5580-49A0-BCD1-AE74784CA606}"/>
              </a:ext>
            </a:extLst>
          </p:cNvPr>
          <p:cNvSpPr>
            <a:spLocks xmlns:a="http://schemas.openxmlformats.org/drawingml/2006/main" noGrp="1"/>
          </p:cNvSpPr>
          <p:nvPr/>
        </p:nvSpPr>
        <p:spPr>
          <a:xfrm xmlns:a="http://schemas.openxmlformats.org/drawingml/2006/main">
            <a:off x="942975" y="307657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3" name="">
            <a:extLst xmlns:a="http://schemas.openxmlformats.org/drawingml/2006/main">
              <a:ext uri="{FF2B5EF4-FFF2-40B4-BE49-F238E27FC236}">
                <a16:creationId xmlns:a16="http://schemas.microsoft.com/office/drawing/2014/main" id="{38FB2688-A7AE-40D8-BA06-797D98179B9D}"/>
              </a:ext>
            </a:extLst>
          </p:cNvPr>
          <p:cNvSpPr>
            <a:spLocks xmlns:a="http://schemas.openxmlformats.org/drawingml/2006/main" noGrp="1"/>
          </p:cNvSpPr>
          <p:nvPr/>
        </p:nvSpPr>
        <p:spPr>
          <a:xfrm xmlns:a="http://schemas.openxmlformats.org/drawingml/2006/main">
            <a:off x="1276350" y="3076575"/>
            <a:ext cx="7429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Manager</a:t>
            </a:r>
          </a:p>
        </p:txBody>
      </p:sp>
      <p:sp>
        <p:nvSpPr>
          <p:cNvPr id="24" name="">
            <a:extLst xmlns:a="http://schemas.openxmlformats.org/drawingml/2006/main">
              <a:ext uri="{FF2B5EF4-FFF2-40B4-BE49-F238E27FC236}">
                <a16:creationId xmlns:a16="http://schemas.microsoft.com/office/drawing/2014/main" id="{A0D26F76-B6AC-4E53-865B-F83B84AD4DF1}"/>
              </a:ext>
            </a:extLst>
          </p:cNvPr>
          <p:cNvSpPr>
            <a:spLocks xmlns:a="http://schemas.openxmlformats.org/drawingml/2006/main" noGrp="1"/>
          </p:cNvSpPr>
          <p:nvPr/>
        </p:nvSpPr>
        <p:spPr>
          <a:xfrm xmlns:a="http://schemas.openxmlformats.org/drawingml/2006/main">
            <a:off x="838200" y="3571875"/>
            <a:ext cx="1257300" cy="4191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CBD5E1"/>
            </a:solidFill>
            <a:prstDash val="solid"/>
          </a:ln>
        </p:spPr>
      </p:sp>
      <p:sp>
        <p:nvSpPr>
          <p:cNvPr id="25" name="">
            <a:extLst xmlns:a="http://schemas.openxmlformats.org/drawingml/2006/main">
              <a:ext uri="{FF2B5EF4-FFF2-40B4-BE49-F238E27FC236}">
                <a16:creationId xmlns:a16="http://schemas.microsoft.com/office/drawing/2014/main" id="{D6225F6A-C60A-475A-9623-0D6711A4A64D}"/>
              </a:ext>
            </a:extLst>
          </p:cNvPr>
          <p:cNvSpPr>
            <a:spLocks xmlns:a="http://schemas.openxmlformats.org/drawingml/2006/main" noGrp="1"/>
          </p:cNvSpPr>
          <p:nvPr/>
        </p:nvSpPr>
        <p:spPr>
          <a:xfrm xmlns:a="http://schemas.openxmlformats.org/drawingml/2006/main">
            <a:off x="942975" y="3648075"/>
            <a:ext cx="266700" cy="266700"/>
          </a:xfrm>
          <a:prstGeom xmlns:a="http://schemas.openxmlformats.org/drawingml/2006/main" prst="ellipse">
            <a:avLst/>
          </a:prstGeom>
          <a:solidFill xmlns:a="http://schemas.openxmlformats.org/drawingml/2006/main">
            <a:srgbClr val="FF5A1F"/>
          </a:solidFill>
          <a:ln xmlns:a="http://schemas.openxmlformats.org/drawingml/2006/main" w="0">
            <a:solidFill>
              <a:srgbClr val="FF5A1F"/>
            </a:solidFill>
          </a:ln>
        </p:spPr>
      </p:sp>
      <p:sp>
        <p:nvSpPr>
          <p:cNvPr id="26" name="">
            <a:extLst xmlns:a="http://schemas.openxmlformats.org/drawingml/2006/main">
              <a:ext uri="{FF2B5EF4-FFF2-40B4-BE49-F238E27FC236}">
                <a16:creationId xmlns:a16="http://schemas.microsoft.com/office/drawing/2014/main" id="{7DC05490-F7DA-44E7-A280-0C17AAD22450}"/>
              </a:ext>
            </a:extLst>
          </p:cNvPr>
          <p:cNvSpPr>
            <a:spLocks xmlns:a="http://schemas.openxmlformats.org/drawingml/2006/main" noGrp="1"/>
          </p:cNvSpPr>
          <p:nvPr/>
        </p:nvSpPr>
        <p:spPr>
          <a:xfrm xmlns:a="http://schemas.openxmlformats.org/drawingml/2006/main">
            <a:off x="1276350" y="3648075"/>
            <a:ext cx="742950" cy="2667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Admin</a:t>
            </a:r>
          </a:p>
        </p:txBody>
      </p:sp>
      <p:sp>
        <p:nvSpPr>
          <p:cNvPr id="27" name="">
            <a:extLst xmlns:a="http://schemas.openxmlformats.org/drawingml/2006/main">
              <a:ext uri="{FF2B5EF4-FFF2-40B4-BE49-F238E27FC236}">
                <a16:creationId xmlns:a16="http://schemas.microsoft.com/office/drawing/2014/main" id="{F7727FC8-A849-4757-BBF8-C2BE492956FD}"/>
              </a:ext>
            </a:extLst>
          </p:cNvPr>
          <p:cNvSpPr>
            <a:spLocks xmlns:a="http://schemas.openxmlformats.org/drawingml/2006/main" noGrp="1"/>
          </p:cNvSpPr>
          <p:nvPr/>
        </p:nvSpPr>
        <p:spPr>
          <a:xfrm xmlns:a="http://schemas.openxmlformats.org/drawingml/2006/main">
            <a:off x="2543175" y="1790700"/>
            <a:ext cx="1809750" cy="3162300"/>
          </a:xfrm>
          <a:prstGeom xmlns:a="http://schemas.openxmlformats.org/drawingml/2006/main" prst="roundRect">
            <a:avLst>
              <a:gd name="adj" fmla="val 9000"/>
            </a:avLst>
          </a:prstGeom>
          <a:solidFill xmlns:a="http://schemas.openxmlformats.org/drawingml/2006/main">
            <a:srgbClr val="E9FBFD"/>
          </a:solidFill>
          <a:ln xmlns:a="http://schemas.openxmlformats.org/drawingml/2006/main" w="13335">
            <a:solidFill>
              <a:srgbClr val="08BFD3"/>
            </a:solidFill>
            <a:prstDash val="solid"/>
          </a:ln>
        </p:spPr>
      </p:sp>
      <p:sp>
        <p:nvSpPr>
          <p:cNvPr id="28" name="">
            <a:extLst xmlns:a="http://schemas.openxmlformats.org/drawingml/2006/main">
              <a:ext uri="{FF2B5EF4-FFF2-40B4-BE49-F238E27FC236}">
                <a16:creationId xmlns:a16="http://schemas.microsoft.com/office/drawing/2014/main" id="{50954BA7-A363-4D0E-95D2-0ECB5F554F79}"/>
              </a:ext>
            </a:extLst>
          </p:cNvPr>
          <p:cNvSpPr>
            <a:spLocks xmlns:a="http://schemas.openxmlformats.org/drawingml/2006/main" noGrp="1"/>
          </p:cNvSpPr>
          <p:nvPr/>
        </p:nvSpPr>
        <p:spPr>
          <a:xfrm xmlns:a="http://schemas.openxmlformats.org/drawingml/2006/main">
            <a:off x="2695575" y="1952625"/>
            <a:ext cx="1504950" cy="2286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97377"/>
          </a:bodyPr>
          <a:lstStyle xmlns:a="http://schemas.openxmlformats.org/drawingml/2006/main"/>
          <a:p xmlns:a="http://schemas.openxmlformats.org/drawingml/2006/main">
            <a:pPr algn="ctr">
              <a:defRPr sz="1125" b="1">
                <a:solidFill>
                  <a:srgbClr val="2563EB"/>
                </a:solidFill>
                <a:latin typeface="Poppins"/>
                <a:ea typeface="Poppins"/>
                <a:cs typeface="Poppins"/>
              </a:defRPr>
            </a:pPr>
            <a:r>
              <a:rPr sz="1125" b="1">
                <a:solidFill>
                  <a:srgbClr val="2563EB"/>
                </a:solidFill>
                <a:latin typeface="Poppins"/>
                <a:ea typeface="Poppins"/>
                <a:cs typeface="Poppins"/>
              </a:rPr>
              <a:t>React 18 + TypeScript</a:t>
            </a:r>
          </a:p>
        </p:txBody>
      </p:sp>
      <p:sp>
        <p:nvSpPr>
          <p:cNvPr id="29" name="">
            <a:extLst xmlns:a="http://schemas.openxmlformats.org/drawingml/2006/main">
              <a:ext uri="{FF2B5EF4-FFF2-40B4-BE49-F238E27FC236}">
                <a16:creationId xmlns:a16="http://schemas.microsoft.com/office/drawing/2014/main" id="{83A9EAFC-1864-4DF8-A712-AC42675C1B7C}"/>
              </a:ext>
            </a:extLst>
          </p:cNvPr>
          <p:cNvSpPr>
            <a:spLocks xmlns:a="http://schemas.openxmlformats.org/drawingml/2006/main" noGrp="1"/>
          </p:cNvSpPr>
          <p:nvPr/>
        </p:nvSpPr>
        <p:spPr>
          <a:xfrm xmlns:a="http://schemas.openxmlformats.org/drawingml/2006/main">
            <a:off x="2724150" y="2362200"/>
            <a:ext cx="1447800" cy="3238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A9E8EF"/>
            </a:solidFill>
            <a:prstDash val="solid"/>
          </a:ln>
        </p:spPr>
      </p:sp>
      <p:sp>
        <p:nvSpPr>
          <p:cNvPr id="30" name="">
            <a:extLst xmlns:a="http://schemas.openxmlformats.org/drawingml/2006/main">
              <a:ext uri="{FF2B5EF4-FFF2-40B4-BE49-F238E27FC236}">
                <a16:creationId xmlns:a16="http://schemas.microsoft.com/office/drawing/2014/main" id="{58EF247D-7241-488C-8A49-95C73CEC8551}"/>
              </a:ext>
            </a:extLst>
          </p:cNvPr>
          <p:cNvSpPr>
            <a:spLocks xmlns:a="http://schemas.openxmlformats.org/drawingml/2006/main" noGrp="1"/>
          </p:cNvSpPr>
          <p:nvPr/>
        </p:nvSpPr>
        <p:spPr>
          <a:xfrm xmlns:a="http://schemas.openxmlformats.org/drawingml/2006/main">
            <a:off x="2809875" y="2419350"/>
            <a:ext cx="1276350" cy="1905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0B1220"/>
                </a:solidFill>
                <a:latin typeface="Poppins"/>
                <a:ea typeface="Poppins"/>
                <a:cs typeface="Poppins"/>
              </a:defRPr>
            </a:pPr>
            <a:r>
              <a:rPr sz="788" b="1">
                <a:solidFill>
                  <a:srgbClr val="0B1220"/>
                </a:solidFill>
                <a:latin typeface="Poppins"/>
                <a:ea typeface="Poppins"/>
                <a:cs typeface="Poppins"/>
              </a:rPr>
              <a:t>Customer Workspace</a:t>
            </a:r>
          </a:p>
        </p:txBody>
      </p:sp>
      <p:sp>
        <p:nvSpPr>
          <p:cNvPr id="31" name="">
            <a:extLst xmlns:a="http://schemas.openxmlformats.org/drawingml/2006/main">
              <a:ext uri="{FF2B5EF4-FFF2-40B4-BE49-F238E27FC236}">
                <a16:creationId xmlns:a16="http://schemas.microsoft.com/office/drawing/2014/main" id="{2E2748B2-10E0-433A-9F27-27DAC616D6A6}"/>
              </a:ext>
            </a:extLst>
          </p:cNvPr>
          <p:cNvSpPr>
            <a:spLocks xmlns:a="http://schemas.openxmlformats.org/drawingml/2006/main" noGrp="1"/>
          </p:cNvSpPr>
          <p:nvPr/>
        </p:nvSpPr>
        <p:spPr>
          <a:xfrm xmlns:a="http://schemas.openxmlformats.org/drawingml/2006/main">
            <a:off x="2724150" y="2819400"/>
            <a:ext cx="1447800" cy="3238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A9E8EF"/>
            </a:solidFill>
            <a:prstDash val="solid"/>
          </a:ln>
        </p:spPr>
      </p:sp>
      <p:sp>
        <p:nvSpPr>
          <p:cNvPr id="32" name="">
            <a:extLst xmlns:a="http://schemas.openxmlformats.org/drawingml/2006/main">
              <a:ext uri="{FF2B5EF4-FFF2-40B4-BE49-F238E27FC236}">
                <a16:creationId xmlns:a16="http://schemas.microsoft.com/office/drawing/2014/main" id="{5B75CBC0-1BB3-42A3-AEDB-628BA45E90DC}"/>
              </a:ext>
            </a:extLst>
          </p:cNvPr>
          <p:cNvSpPr>
            <a:spLocks xmlns:a="http://schemas.openxmlformats.org/drawingml/2006/main" noGrp="1"/>
          </p:cNvSpPr>
          <p:nvPr/>
        </p:nvSpPr>
        <p:spPr>
          <a:xfrm xmlns:a="http://schemas.openxmlformats.org/drawingml/2006/main">
            <a:off x="2809875" y="2876550"/>
            <a:ext cx="1276350" cy="1905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0B1220"/>
                </a:solidFill>
                <a:latin typeface="Poppins"/>
                <a:ea typeface="Poppins"/>
                <a:cs typeface="Poppins"/>
              </a:defRPr>
            </a:pPr>
            <a:r>
              <a:rPr sz="788" b="1">
                <a:solidFill>
                  <a:srgbClr val="0B1220"/>
                </a:solidFill>
                <a:latin typeface="Poppins"/>
                <a:ea typeface="Poppins"/>
                <a:cs typeface="Poppins"/>
              </a:rPr>
              <a:t>Staff Workspace</a:t>
            </a:r>
          </a:p>
        </p:txBody>
      </p:sp>
      <p:sp>
        <p:nvSpPr>
          <p:cNvPr id="33" name="">
            <a:extLst xmlns:a="http://schemas.openxmlformats.org/drawingml/2006/main">
              <a:ext uri="{FF2B5EF4-FFF2-40B4-BE49-F238E27FC236}">
                <a16:creationId xmlns:a16="http://schemas.microsoft.com/office/drawing/2014/main" id="{CAC6CC99-41A3-43B5-A398-C4340AC5D61B}"/>
              </a:ext>
            </a:extLst>
          </p:cNvPr>
          <p:cNvSpPr>
            <a:spLocks xmlns:a="http://schemas.openxmlformats.org/drawingml/2006/main" noGrp="1"/>
          </p:cNvSpPr>
          <p:nvPr/>
        </p:nvSpPr>
        <p:spPr>
          <a:xfrm xmlns:a="http://schemas.openxmlformats.org/drawingml/2006/main">
            <a:off x="2724150" y="3276600"/>
            <a:ext cx="1447800" cy="3238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A9E8EF"/>
            </a:solidFill>
            <a:prstDash val="solid"/>
          </a:ln>
        </p:spPr>
      </p:sp>
      <p:sp>
        <p:nvSpPr>
          <p:cNvPr id="34" name="">
            <a:extLst xmlns:a="http://schemas.openxmlformats.org/drawingml/2006/main">
              <a:ext uri="{FF2B5EF4-FFF2-40B4-BE49-F238E27FC236}">
                <a16:creationId xmlns:a16="http://schemas.microsoft.com/office/drawing/2014/main" id="{17A3AB1C-7283-4D90-92AA-E40C39922EEF}"/>
              </a:ext>
            </a:extLst>
          </p:cNvPr>
          <p:cNvSpPr>
            <a:spLocks xmlns:a="http://schemas.openxmlformats.org/drawingml/2006/main" noGrp="1"/>
          </p:cNvSpPr>
          <p:nvPr/>
        </p:nvSpPr>
        <p:spPr>
          <a:xfrm xmlns:a="http://schemas.openxmlformats.org/drawingml/2006/main">
            <a:off x="2809875" y="3333750"/>
            <a:ext cx="1276350" cy="1905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0B1220"/>
                </a:solidFill>
                <a:latin typeface="Poppins"/>
                <a:ea typeface="Poppins"/>
                <a:cs typeface="Poppins"/>
              </a:defRPr>
            </a:pPr>
            <a:r>
              <a:rPr sz="788" b="1">
                <a:solidFill>
                  <a:srgbClr val="0B1220"/>
                </a:solidFill>
                <a:latin typeface="Poppins"/>
                <a:ea typeface="Poppins"/>
                <a:cs typeface="Poppins"/>
              </a:rPr>
              <a:t>Manager Workspace</a:t>
            </a:r>
          </a:p>
        </p:txBody>
      </p:sp>
      <p:sp>
        <p:nvSpPr>
          <p:cNvPr id="35" name="">
            <a:extLst xmlns:a="http://schemas.openxmlformats.org/drawingml/2006/main">
              <a:ext uri="{FF2B5EF4-FFF2-40B4-BE49-F238E27FC236}">
                <a16:creationId xmlns:a16="http://schemas.microsoft.com/office/drawing/2014/main" id="{07EBCD8B-8D62-4681-A885-6B9CBD18397A}"/>
              </a:ext>
            </a:extLst>
          </p:cNvPr>
          <p:cNvSpPr>
            <a:spLocks xmlns:a="http://schemas.openxmlformats.org/drawingml/2006/main" noGrp="1"/>
          </p:cNvSpPr>
          <p:nvPr/>
        </p:nvSpPr>
        <p:spPr>
          <a:xfrm xmlns:a="http://schemas.openxmlformats.org/drawingml/2006/main">
            <a:off x="2724150" y="3733800"/>
            <a:ext cx="1447800" cy="32385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A9E8EF"/>
            </a:solidFill>
            <a:prstDash val="solid"/>
          </a:ln>
        </p:spPr>
      </p:sp>
      <p:sp>
        <p:nvSpPr>
          <p:cNvPr id="36" name="">
            <a:extLst xmlns:a="http://schemas.openxmlformats.org/drawingml/2006/main">
              <a:ext uri="{FF2B5EF4-FFF2-40B4-BE49-F238E27FC236}">
                <a16:creationId xmlns:a16="http://schemas.microsoft.com/office/drawing/2014/main" id="{B34F99E5-73E9-4CCB-92E8-97270D74108C}"/>
              </a:ext>
            </a:extLst>
          </p:cNvPr>
          <p:cNvSpPr>
            <a:spLocks xmlns:a="http://schemas.openxmlformats.org/drawingml/2006/main" noGrp="1"/>
          </p:cNvSpPr>
          <p:nvPr/>
        </p:nvSpPr>
        <p:spPr>
          <a:xfrm xmlns:a="http://schemas.openxmlformats.org/drawingml/2006/main">
            <a:off x="2809875" y="3790950"/>
            <a:ext cx="1276350" cy="1905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0B1220"/>
                </a:solidFill>
                <a:latin typeface="Poppins"/>
                <a:ea typeface="Poppins"/>
                <a:cs typeface="Poppins"/>
              </a:defRPr>
            </a:pPr>
            <a:r>
              <a:rPr sz="788" b="1">
                <a:solidFill>
                  <a:srgbClr val="0B1220"/>
                </a:solidFill>
                <a:latin typeface="Poppins"/>
                <a:ea typeface="Poppins"/>
                <a:cs typeface="Poppins"/>
              </a:rPr>
              <a:t>Admin Workspace</a:t>
            </a:r>
          </a:p>
        </p:txBody>
      </p:sp>
      <p:sp>
        <p:nvSpPr>
          <p:cNvPr id="37" name="">
            <a:extLst xmlns:a="http://schemas.openxmlformats.org/drawingml/2006/main">
              <a:ext uri="{FF2B5EF4-FFF2-40B4-BE49-F238E27FC236}">
                <a16:creationId xmlns:a16="http://schemas.microsoft.com/office/drawing/2014/main" id="{7F86C045-D665-45D3-854F-3BA0CF3154FE}"/>
              </a:ext>
            </a:extLst>
          </p:cNvPr>
          <p:cNvSpPr>
            <a:spLocks xmlns:a="http://schemas.openxmlformats.org/drawingml/2006/main" noGrp="1"/>
          </p:cNvSpPr>
          <p:nvPr/>
        </p:nvSpPr>
        <p:spPr>
          <a:xfrm xmlns:a="http://schemas.openxmlformats.org/drawingml/2006/main">
            <a:off x="2724150" y="4333875"/>
            <a:ext cx="1447800" cy="4953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0">
                <a:solidFill>
                  <a:srgbClr val="526174"/>
                </a:solidFill>
                <a:latin typeface="Poppins"/>
                <a:ea typeface="Poppins"/>
                <a:cs typeface="Poppins"/>
              </a:defRPr>
            </a:pPr>
            <a:r>
              <a:rPr sz="750" b="0">
                <a:solidFill>
                  <a:srgbClr val="526174"/>
                </a:solidFill>
                <a:latin typeface="Poppins"/>
                <a:ea typeface="Poppins"/>
                <a:cs typeface="Poppins"/>
              </a:rPr>
              <a:t>Axios + React Query</a:t>
            </a:r>
          </a:p>
          <a:p xmlns:a="http://schemas.openxmlformats.org/drawingml/2006/main">
            <a:pPr algn="ctr">
              <a:defRPr sz="750" b="0">
                <a:solidFill>
                  <a:srgbClr val="526174"/>
                </a:solidFill>
                <a:latin typeface="Poppins"/>
                <a:ea typeface="Poppins"/>
                <a:cs typeface="Poppins"/>
              </a:defRPr>
            </a:pPr>
            <a:r>
              <a:rPr sz="750" b="0">
                <a:solidFill>
                  <a:srgbClr val="526174"/>
                </a:solidFill>
                <a:latin typeface="Poppins"/>
                <a:ea typeface="Poppins"/>
                <a:cs typeface="Poppins"/>
              </a:rPr>
              <a:t>Zustand</a:t>
            </a:r>
          </a:p>
          <a:p xmlns:a="http://schemas.openxmlformats.org/drawingml/2006/main">
            <a:pPr algn="ctr">
              <a:defRPr sz="750" b="0">
                <a:solidFill>
                  <a:srgbClr val="526174"/>
                </a:solidFill>
                <a:latin typeface="Poppins"/>
                <a:ea typeface="Poppins"/>
                <a:cs typeface="Poppins"/>
              </a:defRPr>
            </a:pPr>
            <a:r>
              <a:rPr sz="750" b="0">
                <a:solidFill>
                  <a:srgbClr val="526174"/>
                </a:solidFill>
                <a:latin typeface="Poppins"/>
                <a:ea typeface="Poppins"/>
                <a:cs typeface="Poppins"/>
              </a:rPr>
              <a:t>STOMP + SockJS</a:t>
            </a:r>
          </a:p>
        </p:txBody>
      </p:sp>
      <p:sp>
        <p:nvSpPr>
          <p:cNvPr id="38" name="">
            <a:extLst xmlns:a="http://schemas.openxmlformats.org/drawingml/2006/main">
              <a:ext uri="{FF2B5EF4-FFF2-40B4-BE49-F238E27FC236}">
                <a16:creationId xmlns:a16="http://schemas.microsoft.com/office/drawing/2014/main" id="{AD621D91-09DC-45E3-BDBD-A0F3F2122188}"/>
              </a:ext>
            </a:extLst>
          </p:cNvPr>
          <p:cNvSpPr>
            <a:spLocks xmlns:a="http://schemas.openxmlformats.org/drawingml/2006/main" noGrp="1"/>
          </p:cNvSpPr>
          <p:nvPr/>
        </p:nvSpPr>
        <p:spPr>
          <a:xfrm xmlns:a="http://schemas.openxmlformats.org/drawingml/2006/main">
            <a:off x="4791075" y="1790700"/>
            <a:ext cx="3714750" cy="3676650"/>
          </a:xfrm>
          <a:prstGeom xmlns:a="http://schemas.openxmlformats.org/drawingml/2006/main" prst="roundRect">
            <a:avLst>
              <a:gd name="adj" fmla="val 9000"/>
            </a:avLst>
          </a:prstGeom>
          <a:solidFill xmlns:a="http://schemas.openxmlformats.org/drawingml/2006/main">
            <a:srgbClr val="F7EDFB"/>
          </a:solidFill>
          <a:ln xmlns:a="http://schemas.openxmlformats.org/drawingml/2006/main" w="13335">
            <a:solidFill>
              <a:srgbClr val="8613B8"/>
            </a:solidFill>
            <a:prstDash val="solid"/>
          </a:ln>
        </p:spPr>
      </p:sp>
      <p:sp>
        <p:nvSpPr>
          <p:cNvPr id="39" name="">
            <a:extLst xmlns:a="http://schemas.openxmlformats.org/drawingml/2006/main">
              <a:ext uri="{FF2B5EF4-FFF2-40B4-BE49-F238E27FC236}">
                <a16:creationId xmlns:a16="http://schemas.microsoft.com/office/drawing/2014/main" id="{FBB1899E-7E46-4EDD-AEFF-062D7C01FACF}"/>
              </a:ext>
            </a:extLst>
          </p:cNvPr>
          <p:cNvSpPr>
            <a:spLocks xmlns:a="http://schemas.openxmlformats.org/drawingml/2006/main" noGrp="1"/>
          </p:cNvSpPr>
          <p:nvPr/>
        </p:nvSpPr>
        <p:spPr>
          <a:xfrm xmlns:a="http://schemas.openxmlformats.org/drawingml/2006/main">
            <a:off x="5000625" y="1943100"/>
            <a:ext cx="32956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0">
                <a:solidFill>
                  <a:srgbClr val="526174"/>
                </a:solidFill>
                <a:latin typeface="Poppins"/>
                <a:ea typeface="Poppins"/>
                <a:cs typeface="Poppins"/>
              </a:defRPr>
            </a:pPr>
            <a:r>
              <a:rPr sz="788" b="0">
                <a:solidFill>
                  <a:srgbClr val="526174"/>
                </a:solidFill>
                <a:latin typeface="Poppins"/>
                <a:ea typeface="Poppins"/>
                <a:cs typeface="Poppins"/>
              </a:rPr>
              <a:t>Spring Security + JWT | REST API | WebSocket /topic/bookings</a:t>
            </a:r>
          </a:p>
        </p:txBody>
      </p:sp>
      <p:sp>
        <p:nvSpPr>
          <p:cNvPr id="40" name="">
            <a:extLst xmlns:a="http://schemas.openxmlformats.org/drawingml/2006/main">
              <a:ext uri="{FF2B5EF4-FFF2-40B4-BE49-F238E27FC236}">
                <a16:creationId xmlns:a16="http://schemas.microsoft.com/office/drawing/2014/main" id="{2286F1A5-4A30-44B6-9326-1BA4DB961E28}"/>
              </a:ext>
            </a:extLst>
          </p:cNvPr>
          <p:cNvSpPr>
            <a:spLocks xmlns:a="http://schemas.openxmlformats.org/drawingml/2006/main" noGrp="1"/>
          </p:cNvSpPr>
          <p:nvPr/>
        </p:nvSpPr>
        <p:spPr>
          <a:xfrm xmlns:a="http://schemas.openxmlformats.org/drawingml/2006/main">
            <a:off x="5000625" y="2324100"/>
            <a:ext cx="1524000" cy="45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D6C5DF"/>
            </a:solidFill>
            <a:prstDash val="solid"/>
          </a:ln>
        </p:spPr>
      </p:sp>
      <p:sp>
        <p:nvSpPr>
          <p:cNvPr id="41" name="">
            <a:extLst xmlns:a="http://schemas.openxmlformats.org/drawingml/2006/main">
              <a:ext uri="{FF2B5EF4-FFF2-40B4-BE49-F238E27FC236}">
                <a16:creationId xmlns:a16="http://schemas.microsoft.com/office/drawing/2014/main" id="{B5D7A0BA-91CC-499A-B02E-BD9C7FEFD631}"/>
              </a:ext>
            </a:extLst>
          </p:cNvPr>
          <p:cNvSpPr>
            <a:spLocks xmlns:a="http://schemas.openxmlformats.org/drawingml/2006/main" noGrp="1"/>
          </p:cNvSpPr>
          <p:nvPr/>
        </p:nvSpPr>
        <p:spPr>
          <a:xfrm xmlns:a="http://schemas.openxmlformats.org/drawingml/2006/main">
            <a:off x="5095875" y="2381250"/>
            <a:ext cx="13335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Auth &amp; User</a:t>
            </a:r>
          </a:p>
        </p:txBody>
      </p:sp>
      <p:sp>
        <p:nvSpPr>
          <p:cNvPr id="42" name="">
            <a:extLst xmlns:a="http://schemas.openxmlformats.org/drawingml/2006/main">
              <a:ext uri="{FF2B5EF4-FFF2-40B4-BE49-F238E27FC236}">
                <a16:creationId xmlns:a16="http://schemas.microsoft.com/office/drawing/2014/main" id="{37985982-0368-4B2E-932C-90E3B63AFEF5}"/>
              </a:ext>
            </a:extLst>
          </p:cNvPr>
          <p:cNvSpPr>
            <a:spLocks xmlns:a="http://schemas.openxmlformats.org/drawingml/2006/main" noGrp="1"/>
          </p:cNvSpPr>
          <p:nvPr/>
        </p:nvSpPr>
        <p:spPr>
          <a:xfrm xmlns:a="http://schemas.openxmlformats.org/drawingml/2006/main">
            <a:off x="5095875" y="2571750"/>
            <a:ext cx="13335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23" b="0">
                <a:solidFill>
                  <a:srgbClr val="526174"/>
                </a:solidFill>
                <a:latin typeface="Poppins"/>
                <a:ea typeface="Poppins"/>
                <a:cs typeface="Poppins"/>
              </a:defRPr>
            </a:pPr>
            <a:r>
              <a:rPr sz="623" b="0">
                <a:solidFill>
                  <a:srgbClr val="526174"/>
                </a:solidFill>
                <a:latin typeface="Poppins"/>
                <a:ea typeface="Poppins"/>
                <a:cs typeface="Poppins"/>
              </a:rPr>
              <a:t>login, OTP, profile</a:t>
            </a:r>
          </a:p>
        </p:txBody>
      </p:sp>
      <p:sp>
        <p:nvSpPr>
          <p:cNvPr id="43" name="">
            <a:extLst xmlns:a="http://schemas.openxmlformats.org/drawingml/2006/main">
              <a:ext uri="{FF2B5EF4-FFF2-40B4-BE49-F238E27FC236}">
                <a16:creationId xmlns:a16="http://schemas.microsoft.com/office/drawing/2014/main" id="{241CB376-EC1C-4D53-9C25-1661494B4E99}"/>
              </a:ext>
            </a:extLst>
          </p:cNvPr>
          <p:cNvSpPr>
            <a:spLocks xmlns:a="http://schemas.openxmlformats.org/drawingml/2006/main" noGrp="1"/>
          </p:cNvSpPr>
          <p:nvPr/>
        </p:nvSpPr>
        <p:spPr>
          <a:xfrm xmlns:a="http://schemas.openxmlformats.org/drawingml/2006/main">
            <a:off x="6667500" y="2324100"/>
            <a:ext cx="1524000" cy="45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D6C5DF"/>
            </a:solidFill>
            <a:prstDash val="solid"/>
          </a:ln>
        </p:spPr>
      </p:sp>
      <p:sp>
        <p:nvSpPr>
          <p:cNvPr id="44" name="">
            <a:extLst xmlns:a="http://schemas.openxmlformats.org/drawingml/2006/main">
              <a:ext uri="{FF2B5EF4-FFF2-40B4-BE49-F238E27FC236}">
                <a16:creationId xmlns:a16="http://schemas.microsoft.com/office/drawing/2014/main" id="{B2CFD749-DA68-4BAA-B010-777AA1098593}"/>
              </a:ext>
            </a:extLst>
          </p:cNvPr>
          <p:cNvSpPr>
            <a:spLocks xmlns:a="http://schemas.openxmlformats.org/drawingml/2006/main" noGrp="1"/>
          </p:cNvSpPr>
          <p:nvPr/>
        </p:nvSpPr>
        <p:spPr>
          <a:xfrm xmlns:a="http://schemas.openxmlformats.org/drawingml/2006/main">
            <a:off x="6762750" y="2381250"/>
            <a:ext cx="13335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Catalog</a:t>
            </a:r>
          </a:p>
        </p:txBody>
      </p:sp>
      <p:sp>
        <p:nvSpPr>
          <p:cNvPr id="45" name="">
            <a:extLst xmlns:a="http://schemas.openxmlformats.org/drawingml/2006/main">
              <a:ext uri="{FF2B5EF4-FFF2-40B4-BE49-F238E27FC236}">
                <a16:creationId xmlns:a16="http://schemas.microsoft.com/office/drawing/2014/main" id="{3B739EBB-7871-4CE8-817A-FC6E20F23288}"/>
              </a:ext>
            </a:extLst>
          </p:cNvPr>
          <p:cNvSpPr>
            <a:spLocks xmlns:a="http://schemas.openxmlformats.org/drawingml/2006/main" noGrp="1"/>
          </p:cNvSpPr>
          <p:nvPr/>
        </p:nvSpPr>
        <p:spPr>
          <a:xfrm xmlns:a="http://schemas.openxmlformats.org/drawingml/2006/main">
            <a:off x="6762750" y="2571750"/>
            <a:ext cx="13335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23" b="0">
                <a:solidFill>
                  <a:srgbClr val="526174"/>
                </a:solidFill>
                <a:latin typeface="Poppins"/>
                <a:ea typeface="Poppins"/>
                <a:cs typeface="Poppins"/>
              </a:defRPr>
            </a:pPr>
            <a:r>
              <a:rPr sz="623" b="0">
                <a:solidFill>
                  <a:srgbClr val="526174"/>
                </a:solidFill>
                <a:latin typeface="Poppins"/>
                <a:ea typeface="Poppins"/>
                <a:cs typeface="Poppins"/>
              </a:rPr>
              <a:t>service, package, combo</a:t>
            </a:r>
          </a:p>
        </p:txBody>
      </p:sp>
      <p:sp>
        <p:nvSpPr>
          <p:cNvPr id="46" name="">
            <a:extLst xmlns:a="http://schemas.openxmlformats.org/drawingml/2006/main">
              <a:ext uri="{FF2B5EF4-FFF2-40B4-BE49-F238E27FC236}">
                <a16:creationId xmlns:a16="http://schemas.microsoft.com/office/drawing/2014/main" id="{9F6B29F0-D715-4707-843D-6AEB867698C3}"/>
              </a:ext>
            </a:extLst>
          </p:cNvPr>
          <p:cNvSpPr>
            <a:spLocks xmlns:a="http://schemas.openxmlformats.org/drawingml/2006/main" noGrp="1"/>
          </p:cNvSpPr>
          <p:nvPr/>
        </p:nvSpPr>
        <p:spPr>
          <a:xfrm xmlns:a="http://schemas.openxmlformats.org/drawingml/2006/main">
            <a:off x="5000625" y="2895600"/>
            <a:ext cx="1524000" cy="45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D6C5DF"/>
            </a:solidFill>
            <a:prstDash val="solid"/>
          </a:ln>
        </p:spPr>
      </p:sp>
      <p:sp>
        <p:nvSpPr>
          <p:cNvPr id="47" name="">
            <a:extLst xmlns:a="http://schemas.openxmlformats.org/drawingml/2006/main">
              <a:ext uri="{FF2B5EF4-FFF2-40B4-BE49-F238E27FC236}">
                <a16:creationId xmlns:a16="http://schemas.microsoft.com/office/drawing/2014/main" id="{1C7F296A-AB34-437C-A54B-8CDA30363488}"/>
              </a:ext>
            </a:extLst>
          </p:cNvPr>
          <p:cNvSpPr>
            <a:spLocks xmlns:a="http://schemas.openxmlformats.org/drawingml/2006/main" noGrp="1"/>
          </p:cNvSpPr>
          <p:nvPr/>
        </p:nvSpPr>
        <p:spPr>
          <a:xfrm xmlns:a="http://schemas.openxmlformats.org/drawingml/2006/main">
            <a:off x="5095875" y="2952750"/>
            <a:ext cx="13335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Vehicle</a:t>
            </a:r>
          </a:p>
        </p:txBody>
      </p:sp>
      <p:sp>
        <p:nvSpPr>
          <p:cNvPr id="48" name="">
            <a:extLst xmlns:a="http://schemas.openxmlformats.org/drawingml/2006/main">
              <a:ext uri="{FF2B5EF4-FFF2-40B4-BE49-F238E27FC236}">
                <a16:creationId xmlns:a16="http://schemas.microsoft.com/office/drawing/2014/main" id="{C8C24F4C-F981-4DAC-B61E-B64FE9387BB7}"/>
              </a:ext>
            </a:extLst>
          </p:cNvPr>
          <p:cNvSpPr>
            <a:spLocks xmlns:a="http://schemas.openxmlformats.org/drawingml/2006/main" noGrp="1"/>
          </p:cNvSpPr>
          <p:nvPr/>
        </p:nvSpPr>
        <p:spPr>
          <a:xfrm xmlns:a="http://schemas.openxmlformats.org/drawingml/2006/main">
            <a:off x="5095875" y="3143250"/>
            <a:ext cx="13335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23" b="0">
                <a:solidFill>
                  <a:srgbClr val="526174"/>
                </a:solidFill>
                <a:latin typeface="Poppins"/>
                <a:ea typeface="Poppins"/>
                <a:cs typeface="Poppins"/>
              </a:defRPr>
            </a:pPr>
            <a:r>
              <a:rPr sz="623" b="0">
                <a:solidFill>
                  <a:srgbClr val="526174"/>
                </a:solidFill>
                <a:latin typeface="Poppins"/>
                <a:ea typeface="Poppins"/>
                <a:cs typeface="Poppins"/>
              </a:rPr>
              <a:t>CRUD and primary plate</a:t>
            </a:r>
          </a:p>
        </p:txBody>
      </p:sp>
      <p:sp>
        <p:nvSpPr>
          <p:cNvPr id="49" name="">
            <a:extLst xmlns:a="http://schemas.openxmlformats.org/drawingml/2006/main">
              <a:ext uri="{FF2B5EF4-FFF2-40B4-BE49-F238E27FC236}">
                <a16:creationId xmlns:a16="http://schemas.microsoft.com/office/drawing/2014/main" id="{222E19CC-150F-4B30-98D6-14A98BDFF6E7}"/>
              </a:ext>
            </a:extLst>
          </p:cNvPr>
          <p:cNvSpPr>
            <a:spLocks xmlns:a="http://schemas.openxmlformats.org/drawingml/2006/main" noGrp="1"/>
          </p:cNvSpPr>
          <p:nvPr/>
        </p:nvSpPr>
        <p:spPr>
          <a:xfrm xmlns:a="http://schemas.openxmlformats.org/drawingml/2006/main">
            <a:off x="6667500" y="2895600"/>
            <a:ext cx="1524000" cy="45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D6C5DF"/>
            </a:solidFill>
            <a:prstDash val="solid"/>
          </a:ln>
        </p:spPr>
      </p:sp>
      <p:sp>
        <p:nvSpPr>
          <p:cNvPr id="50" name="">
            <a:extLst xmlns:a="http://schemas.openxmlformats.org/drawingml/2006/main">
              <a:ext uri="{FF2B5EF4-FFF2-40B4-BE49-F238E27FC236}">
                <a16:creationId xmlns:a16="http://schemas.microsoft.com/office/drawing/2014/main" id="{14DB9D02-005D-4A25-A553-28E7FBD28421}"/>
              </a:ext>
            </a:extLst>
          </p:cNvPr>
          <p:cNvSpPr>
            <a:spLocks xmlns:a="http://schemas.openxmlformats.org/drawingml/2006/main" noGrp="1"/>
          </p:cNvSpPr>
          <p:nvPr/>
        </p:nvSpPr>
        <p:spPr>
          <a:xfrm xmlns:a="http://schemas.openxmlformats.org/drawingml/2006/main">
            <a:off x="6762750" y="2952750"/>
            <a:ext cx="13335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Booking &amp; Slot</a:t>
            </a:r>
          </a:p>
        </p:txBody>
      </p:sp>
      <p:sp>
        <p:nvSpPr>
          <p:cNvPr id="51" name="">
            <a:extLst xmlns:a="http://schemas.openxmlformats.org/drawingml/2006/main">
              <a:ext uri="{FF2B5EF4-FFF2-40B4-BE49-F238E27FC236}">
                <a16:creationId xmlns:a16="http://schemas.microsoft.com/office/drawing/2014/main" id="{E8F497D5-6B67-43BD-8C21-22933F159642}"/>
              </a:ext>
            </a:extLst>
          </p:cNvPr>
          <p:cNvSpPr>
            <a:spLocks xmlns:a="http://schemas.openxmlformats.org/drawingml/2006/main" noGrp="1"/>
          </p:cNvSpPr>
          <p:nvPr/>
        </p:nvSpPr>
        <p:spPr>
          <a:xfrm xmlns:a="http://schemas.openxmlformats.org/drawingml/2006/main">
            <a:off x="6762750" y="3143250"/>
            <a:ext cx="13335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23" b="0">
                <a:solidFill>
                  <a:srgbClr val="526174"/>
                </a:solidFill>
                <a:latin typeface="Poppins"/>
                <a:ea typeface="Poppins"/>
                <a:cs typeface="Poppins"/>
              </a:defRPr>
            </a:pPr>
            <a:r>
              <a:rPr sz="623" b="0">
                <a:solidFill>
                  <a:srgbClr val="526174"/>
                </a:solidFill>
                <a:latin typeface="Poppins"/>
                <a:ea typeface="Poppins"/>
                <a:cs typeface="Poppins"/>
              </a:rPr>
              <a:t>hold, capacity, voucher</a:t>
            </a:r>
          </a:p>
        </p:txBody>
      </p:sp>
      <p:sp>
        <p:nvSpPr>
          <p:cNvPr id="52" name="">
            <a:extLst xmlns:a="http://schemas.openxmlformats.org/drawingml/2006/main">
              <a:ext uri="{FF2B5EF4-FFF2-40B4-BE49-F238E27FC236}">
                <a16:creationId xmlns:a16="http://schemas.microsoft.com/office/drawing/2014/main" id="{89DD766C-9415-4ECC-9CE1-157FE67DAA3E}"/>
              </a:ext>
            </a:extLst>
          </p:cNvPr>
          <p:cNvSpPr>
            <a:spLocks xmlns:a="http://schemas.openxmlformats.org/drawingml/2006/main" noGrp="1"/>
          </p:cNvSpPr>
          <p:nvPr/>
        </p:nvSpPr>
        <p:spPr>
          <a:xfrm xmlns:a="http://schemas.openxmlformats.org/drawingml/2006/main">
            <a:off x="5000625" y="3467100"/>
            <a:ext cx="1524000" cy="45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D6C5DF"/>
            </a:solidFill>
            <a:prstDash val="solid"/>
          </a:ln>
        </p:spPr>
      </p:sp>
      <p:sp>
        <p:nvSpPr>
          <p:cNvPr id="53" name="">
            <a:extLst xmlns:a="http://schemas.openxmlformats.org/drawingml/2006/main">
              <a:ext uri="{FF2B5EF4-FFF2-40B4-BE49-F238E27FC236}">
                <a16:creationId xmlns:a16="http://schemas.microsoft.com/office/drawing/2014/main" id="{8615F6B1-F52C-4A9D-8C59-C5C803D89FC5}"/>
              </a:ext>
            </a:extLst>
          </p:cNvPr>
          <p:cNvSpPr>
            <a:spLocks xmlns:a="http://schemas.openxmlformats.org/drawingml/2006/main" noGrp="1"/>
          </p:cNvSpPr>
          <p:nvPr/>
        </p:nvSpPr>
        <p:spPr>
          <a:xfrm xmlns:a="http://schemas.openxmlformats.org/drawingml/2006/main">
            <a:off x="5095875" y="3524250"/>
            <a:ext cx="13335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Payment</a:t>
            </a:r>
          </a:p>
        </p:txBody>
      </p:sp>
      <p:sp>
        <p:nvSpPr>
          <p:cNvPr id="54" name="">
            <a:extLst xmlns:a="http://schemas.openxmlformats.org/drawingml/2006/main">
              <a:ext uri="{FF2B5EF4-FFF2-40B4-BE49-F238E27FC236}">
                <a16:creationId xmlns:a16="http://schemas.microsoft.com/office/drawing/2014/main" id="{8521F220-00D8-4467-B9FC-F79032ECDD82}"/>
              </a:ext>
            </a:extLst>
          </p:cNvPr>
          <p:cNvSpPr>
            <a:spLocks xmlns:a="http://schemas.openxmlformats.org/drawingml/2006/main" noGrp="1"/>
          </p:cNvSpPr>
          <p:nvPr/>
        </p:nvSpPr>
        <p:spPr>
          <a:xfrm xmlns:a="http://schemas.openxmlformats.org/drawingml/2006/main">
            <a:off x="5095875" y="3714750"/>
            <a:ext cx="13335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23" b="0">
                <a:solidFill>
                  <a:srgbClr val="526174"/>
                </a:solidFill>
                <a:latin typeface="Poppins"/>
                <a:ea typeface="Poppins"/>
                <a:cs typeface="Poppins"/>
              </a:defRPr>
            </a:pPr>
            <a:r>
              <a:rPr sz="623" b="0">
                <a:solidFill>
                  <a:srgbClr val="526174"/>
                </a:solidFill>
                <a:latin typeface="Poppins"/>
                <a:ea typeface="Poppins"/>
                <a:cs typeface="Poppins"/>
              </a:rPr>
              <a:t>SePay and VNPay</a:t>
            </a:r>
          </a:p>
        </p:txBody>
      </p:sp>
      <p:sp>
        <p:nvSpPr>
          <p:cNvPr id="55" name="">
            <a:extLst xmlns:a="http://schemas.openxmlformats.org/drawingml/2006/main">
              <a:ext uri="{FF2B5EF4-FFF2-40B4-BE49-F238E27FC236}">
                <a16:creationId xmlns:a16="http://schemas.microsoft.com/office/drawing/2014/main" id="{8B77859E-1616-4C35-934B-C534ABD46D10}"/>
              </a:ext>
            </a:extLst>
          </p:cNvPr>
          <p:cNvSpPr>
            <a:spLocks xmlns:a="http://schemas.openxmlformats.org/drawingml/2006/main" noGrp="1"/>
          </p:cNvSpPr>
          <p:nvPr/>
        </p:nvSpPr>
        <p:spPr>
          <a:xfrm xmlns:a="http://schemas.openxmlformats.org/drawingml/2006/main">
            <a:off x="6667500" y="3467100"/>
            <a:ext cx="1524000" cy="45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D6C5DF"/>
            </a:solidFill>
            <a:prstDash val="solid"/>
          </a:ln>
        </p:spPr>
      </p:sp>
      <p:sp>
        <p:nvSpPr>
          <p:cNvPr id="56" name="">
            <a:extLst xmlns:a="http://schemas.openxmlformats.org/drawingml/2006/main">
              <a:ext uri="{FF2B5EF4-FFF2-40B4-BE49-F238E27FC236}">
                <a16:creationId xmlns:a16="http://schemas.microsoft.com/office/drawing/2014/main" id="{1B6B7A49-3258-4E90-A807-5E880CD41FB9}"/>
              </a:ext>
            </a:extLst>
          </p:cNvPr>
          <p:cNvSpPr>
            <a:spLocks xmlns:a="http://schemas.openxmlformats.org/drawingml/2006/main" noGrp="1"/>
          </p:cNvSpPr>
          <p:nvPr/>
        </p:nvSpPr>
        <p:spPr>
          <a:xfrm xmlns:a="http://schemas.openxmlformats.org/drawingml/2006/main">
            <a:off x="6762750" y="3524250"/>
            <a:ext cx="13335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Operations</a:t>
            </a:r>
          </a:p>
        </p:txBody>
      </p:sp>
      <p:sp>
        <p:nvSpPr>
          <p:cNvPr id="57" name="">
            <a:extLst xmlns:a="http://schemas.openxmlformats.org/drawingml/2006/main">
              <a:ext uri="{FF2B5EF4-FFF2-40B4-BE49-F238E27FC236}">
                <a16:creationId xmlns:a16="http://schemas.microsoft.com/office/drawing/2014/main" id="{0A6C1CD7-B2B9-4847-912B-4EB8830D8007}"/>
              </a:ext>
            </a:extLst>
          </p:cNvPr>
          <p:cNvSpPr>
            <a:spLocks xmlns:a="http://schemas.openxmlformats.org/drawingml/2006/main" noGrp="1"/>
          </p:cNvSpPr>
          <p:nvPr/>
        </p:nvSpPr>
        <p:spPr>
          <a:xfrm xmlns:a="http://schemas.openxmlformats.org/drawingml/2006/main">
            <a:off x="6762750" y="3714750"/>
            <a:ext cx="13335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23" b="0">
                <a:solidFill>
                  <a:srgbClr val="526174"/>
                </a:solidFill>
                <a:latin typeface="Poppins"/>
                <a:ea typeface="Poppins"/>
                <a:cs typeface="Poppins"/>
              </a:defRPr>
            </a:pPr>
            <a:r>
              <a:rPr sz="623" b="0">
                <a:solidFill>
                  <a:srgbClr val="526174"/>
                </a:solidFill>
                <a:latin typeface="Poppins"/>
                <a:ea typeface="Poppins"/>
                <a:cs typeface="Poppins"/>
              </a:rPr>
              <a:t>session lifecycle</a:t>
            </a:r>
          </a:p>
        </p:txBody>
      </p:sp>
      <p:sp>
        <p:nvSpPr>
          <p:cNvPr id="58" name="">
            <a:extLst xmlns:a="http://schemas.openxmlformats.org/drawingml/2006/main">
              <a:ext uri="{FF2B5EF4-FFF2-40B4-BE49-F238E27FC236}">
                <a16:creationId xmlns:a16="http://schemas.microsoft.com/office/drawing/2014/main" id="{FFE3067E-4B7F-47CC-ABC7-009CA2EA2F37}"/>
              </a:ext>
            </a:extLst>
          </p:cNvPr>
          <p:cNvSpPr>
            <a:spLocks xmlns:a="http://schemas.openxmlformats.org/drawingml/2006/main" noGrp="1"/>
          </p:cNvSpPr>
          <p:nvPr/>
        </p:nvSpPr>
        <p:spPr>
          <a:xfrm xmlns:a="http://schemas.openxmlformats.org/drawingml/2006/main">
            <a:off x="5000625" y="4038600"/>
            <a:ext cx="1524000" cy="45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D6C5DF"/>
            </a:solidFill>
            <a:prstDash val="solid"/>
          </a:ln>
        </p:spPr>
      </p:sp>
      <p:sp>
        <p:nvSpPr>
          <p:cNvPr id="59" name="">
            <a:extLst xmlns:a="http://schemas.openxmlformats.org/drawingml/2006/main">
              <a:ext uri="{FF2B5EF4-FFF2-40B4-BE49-F238E27FC236}">
                <a16:creationId xmlns:a16="http://schemas.microsoft.com/office/drawing/2014/main" id="{3346BF13-9C21-4C6E-B8A2-862894E6E2C8}"/>
              </a:ext>
            </a:extLst>
          </p:cNvPr>
          <p:cNvSpPr>
            <a:spLocks xmlns:a="http://schemas.openxmlformats.org/drawingml/2006/main" noGrp="1"/>
          </p:cNvSpPr>
          <p:nvPr/>
        </p:nvSpPr>
        <p:spPr>
          <a:xfrm xmlns:a="http://schemas.openxmlformats.org/drawingml/2006/main">
            <a:off x="5095875" y="4095750"/>
            <a:ext cx="13335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Staff Assignment</a:t>
            </a:r>
          </a:p>
        </p:txBody>
      </p:sp>
      <p:sp>
        <p:nvSpPr>
          <p:cNvPr id="60" name="">
            <a:extLst xmlns:a="http://schemas.openxmlformats.org/drawingml/2006/main">
              <a:ext uri="{FF2B5EF4-FFF2-40B4-BE49-F238E27FC236}">
                <a16:creationId xmlns:a16="http://schemas.microsoft.com/office/drawing/2014/main" id="{BCEDDB12-9932-4632-A860-7793275C3B60}"/>
              </a:ext>
            </a:extLst>
          </p:cNvPr>
          <p:cNvSpPr>
            <a:spLocks xmlns:a="http://schemas.openxmlformats.org/drawingml/2006/main" noGrp="1"/>
          </p:cNvSpPr>
          <p:nvPr/>
        </p:nvSpPr>
        <p:spPr>
          <a:xfrm xmlns:a="http://schemas.openxmlformats.org/drawingml/2006/main">
            <a:off x="5095875" y="4286250"/>
            <a:ext cx="13335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23" b="0">
                <a:solidFill>
                  <a:srgbClr val="526174"/>
                </a:solidFill>
                <a:latin typeface="Poppins"/>
                <a:ea typeface="Poppins"/>
                <a:cs typeface="Poppins"/>
              </a:defRPr>
            </a:pPr>
            <a:r>
              <a:rPr sz="623" b="0">
                <a:solidFill>
                  <a:srgbClr val="526174"/>
                </a:solidFill>
                <a:latin typeface="Poppins"/>
                <a:ea typeface="Poppins"/>
                <a:cs typeface="Poppins"/>
              </a:rPr>
              <a:t>availability and load</a:t>
            </a:r>
          </a:p>
        </p:txBody>
      </p:sp>
      <p:sp>
        <p:nvSpPr>
          <p:cNvPr id="61" name="">
            <a:extLst xmlns:a="http://schemas.openxmlformats.org/drawingml/2006/main">
              <a:ext uri="{FF2B5EF4-FFF2-40B4-BE49-F238E27FC236}">
                <a16:creationId xmlns:a16="http://schemas.microsoft.com/office/drawing/2014/main" id="{927E3B5A-5241-4FDD-9D2D-7157BF41BD5B}"/>
              </a:ext>
            </a:extLst>
          </p:cNvPr>
          <p:cNvSpPr>
            <a:spLocks xmlns:a="http://schemas.openxmlformats.org/drawingml/2006/main" noGrp="1"/>
          </p:cNvSpPr>
          <p:nvPr/>
        </p:nvSpPr>
        <p:spPr>
          <a:xfrm xmlns:a="http://schemas.openxmlformats.org/drawingml/2006/main">
            <a:off x="6667500" y="4038600"/>
            <a:ext cx="1524000" cy="45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D6C5DF"/>
            </a:solidFill>
            <a:prstDash val="solid"/>
          </a:ln>
        </p:spPr>
      </p:sp>
      <p:sp>
        <p:nvSpPr>
          <p:cNvPr id="62" name="">
            <a:extLst xmlns:a="http://schemas.openxmlformats.org/drawingml/2006/main">
              <a:ext uri="{FF2B5EF4-FFF2-40B4-BE49-F238E27FC236}">
                <a16:creationId xmlns:a16="http://schemas.microsoft.com/office/drawing/2014/main" id="{104DBD89-C387-4A0B-AD70-06038AF7173F}"/>
              </a:ext>
            </a:extLst>
          </p:cNvPr>
          <p:cNvSpPr>
            <a:spLocks xmlns:a="http://schemas.openxmlformats.org/drawingml/2006/main" noGrp="1"/>
          </p:cNvSpPr>
          <p:nvPr/>
        </p:nvSpPr>
        <p:spPr>
          <a:xfrm xmlns:a="http://schemas.openxmlformats.org/drawingml/2006/main">
            <a:off x="6762750" y="4095750"/>
            <a:ext cx="13335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Loyalty &amp; Review</a:t>
            </a:r>
          </a:p>
        </p:txBody>
      </p:sp>
      <p:sp>
        <p:nvSpPr>
          <p:cNvPr id="63" name="">
            <a:extLst xmlns:a="http://schemas.openxmlformats.org/drawingml/2006/main">
              <a:ext uri="{FF2B5EF4-FFF2-40B4-BE49-F238E27FC236}">
                <a16:creationId xmlns:a16="http://schemas.microsoft.com/office/drawing/2014/main" id="{4BB2EBA9-3A2B-49E7-B08C-82C84ADA4125}"/>
              </a:ext>
            </a:extLst>
          </p:cNvPr>
          <p:cNvSpPr>
            <a:spLocks xmlns:a="http://schemas.openxmlformats.org/drawingml/2006/main" noGrp="1"/>
          </p:cNvSpPr>
          <p:nvPr/>
        </p:nvSpPr>
        <p:spPr>
          <a:xfrm xmlns:a="http://schemas.openxmlformats.org/drawingml/2006/main">
            <a:off x="6762750" y="4286250"/>
            <a:ext cx="13335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23" b="0">
                <a:solidFill>
                  <a:srgbClr val="526174"/>
                </a:solidFill>
                <a:latin typeface="Poppins"/>
                <a:ea typeface="Poppins"/>
                <a:cs typeface="Poppins"/>
              </a:defRPr>
            </a:pPr>
            <a:r>
              <a:rPr sz="623" b="0">
                <a:solidFill>
                  <a:srgbClr val="526174"/>
                </a:solidFill>
                <a:latin typeface="Poppins"/>
                <a:ea typeface="Poppins"/>
                <a:cs typeface="Poppins"/>
              </a:rPr>
              <a:t>points, tier, rating</a:t>
            </a:r>
          </a:p>
        </p:txBody>
      </p:sp>
      <p:sp>
        <p:nvSpPr>
          <p:cNvPr id="64" name="">
            <a:extLst xmlns:a="http://schemas.openxmlformats.org/drawingml/2006/main">
              <a:ext uri="{FF2B5EF4-FFF2-40B4-BE49-F238E27FC236}">
                <a16:creationId xmlns:a16="http://schemas.microsoft.com/office/drawing/2014/main" id="{496F0734-403B-4673-BDC9-4C3CDCE84838}"/>
              </a:ext>
            </a:extLst>
          </p:cNvPr>
          <p:cNvSpPr>
            <a:spLocks xmlns:a="http://schemas.openxmlformats.org/drawingml/2006/main" noGrp="1"/>
          </p:cNvSpPr>
          <p:nvPr/>
        </p:nvSpPr>
        <p:spPr>
          <a:xfrm xmlns:a="http://schemas.openxmlformats.org/drawingml/2006/main">
            <a:off x="5000625" y="4610100"/>
            <a:ext cx="1524000" cy="45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D6C5DF"/>
            </a:solidFill>
            <a:prstDash val="solid"/>
          </a:ln>
        </p:spPr>
      </p:sp>
      <p:sp>
        <p:nvSpPr>
          <p:cNvPr id="65" name="">
            <a:extLst xmlns:a="http://schemas.openxmlformats.org/drawingml/2006/main">
              <a:ext uri="{FF2B5EF4-FFF2-40B4-BE49-F238E27FC236}">
                <a16:creationId xmlns:a16="http://schemas.microsoft.com/office/drawing/2014/main" id="{4AAF545A-D541-4A99-9448-17B3B9CFE0DF}"/>
              </a:ext>
            </a:extLst>
          </p:cNvPr>
          <p:cNvSpPr>
            <a:spLocks xmlns:a="http://schemas.openxmlformats.org/drawingml/2006/main" noGrp="1"/>
          </p:cNvSpPr>
          <p:nvPr/>
        </p:nvSpPr>
        <p:spPr>
          <a:xfrm xmlns:a="http://schemas.openxmlformats.org/drawingml/2006/main">
            <a:off x="5095875" y="4667250"/>
            <a:ext cx="13335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Notification</a:t>
            </a:r>
          </a:p>
        </p:txBody>
      </p:sp>
      <p:sp>
        <p:nvSpPr>
          <p:cNvPr id="66" name="">
            <a:extLst xmlns:a="http://schemas.openxmlformats.org/drawingml/2006/main">
              <a:ext uri="{FF2B5EF4-FFF2-40B4-BE49-F238E27FC236}">
                <a16:creationId xmlns:a16="http://schemas.microsoft.com/office/drawing/2014/main" id="{7E420752-CAF7-4CB4-A093-501B144D5D48}"/>
              </a:ext>
            </a:extLst>
          </p:cNvPr>
          <p:cNvSpPr>
            <a:spLocks xmlns:a="http://schemas.openxmlformats.org/drawingml/2006/main" noGrp="1"/>
          </p:cNvSpPr>
          <p:nvPr/>
        </p:nvSpPr>
        <p:spPr>
          <a:xfrm xmlns:a="http://schemas.openxmlformats.org/drawingml/2006/main">
            <a:off x="5095875" y="4857750"/>
            <a:ext cx="13335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23" b="0">
                <a:solidFill>
                  <a:srgbClr val="526174"/>
                </a:solidFill>
                <a:latin typeface="Poppins"/>
                <a:ea typeface="Poppins"/>
                <a:cs typeface="Poppins"/>
              </a:defRPr>
            </a:pPr>
            <a:r>
              <a:rPr sz="623" b="0">
                <a:solidFill>
                  <a:srgbClr val="526174"/>
                </a:solidFill>
                <a:latin typeface="Poppins"/>
                <a:ea typeface="Poppins"/>
                <a:cs typeface="Poppins"/>
              </a:rPr>
              <a:t>customer messages</a:t>
            </a:r>
          </a:p>
        </p:txBody>
      </p:sp>
      <p:sp>
        <p:nvSpPr>
          <p:cNvPr id="67" name="">
            <a:extLst xmlns:a="http://schemas.openxmlformats.org/drawingml/2006/main">
              <a:ext uri="{FF2B5EF4-FFF2-40B4-BE49-F238E27FC236}">
                <a16:creationId xmlns:a16="http://schemas.microsoft.com/office/drawing/2014/main" id="{E5FC67C6-D8F1-4E08-9E8A-27EC64DE79F1}"/>
              </a:ext>
            </a:extLst>
          </p:cNvPr>
          <p:cNvSpPr>
            <a:spLocks xmlns:a="http://schemas.openxmlformats.org/drawingml/2006/main" noGrp="1"/>
          </p:cNvSpPr>
          <p:nvPr/>
        </p:nvSpPr>
        <p:spPr>
          <a:xfrm xmlns:a="http://schemas.openxmlformats.org/drawingml/2006/main">
            <a:off x="6667500" y="4610100"/>
            <a:ext cx="1524000" cy="457200"/>
          </a:xfrm>
          <a:prstGeom xmlns:a="http://schemas.openxmlformats.org/drawingml/2006/main" prst="roundRect">
            <a:avLst>
              <a:gd name="adj" fmla="val 9000"/>
            </a:avLst>
          </a:prstGeom>
          <a:solidFill xmlns:a="http://schemas.openxmlformats.org/drawingml/2006/main">
            <a:srgbClr val="FFFFFF"/>
          </a:solidFill>
          <a:ln xmlns:a="http://schemas.openxmlformats.org/drawingml/2006/main" w="13335">
            <a:solidFill>
              <a:srgbClr val="D6C5DF"/>
            </a:solidFill>
            <a:prstDash val="solid"/>
          </a:ln>
        </p:spPr>
      </p:sp>
      <p:sp>
        <p:nvSpPr>
          <p:cNvPr id="68" name="">
            <a:extLst xmlns:a="http://schemas.openxmlformats.org/drawingml/2006/main">
              <a:ext uri="{FF2B5EF4-FFF2-40B4-BE49-F238E27FC236}">
                <a16:creationId xmlns:a16="http://schemas.microsoft.com/office/drawing/2014/main" id="{DF338FCE-C850-4C1F-96F0-B79C448FEB26}"/>
              </a:ext>
            </a:extLst>
          </p:cNvPr>
          <p:cNvSpPr>
            <a:spLocks xmlns:a="http://schemas.openxmlformats.org/drawingml/2006/main" noGrp="1"/>
          </p:cNvSpPr>
          <p:nvPr/>
        </p:nvSpPr>
        <p:spPr>
          <a:xfrm xmlns:a="http://schemas.openxmlformats.org/drawingml/2006/main">
            <a:off x="6762750" y="4667250"/>
            <a:ext cx="13335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Reports</a:t>
            </a:r>
          </a:p>
        </p:txBody>
      </p:sp>
      <p:sp>
        <p:nvSpPr>
          <p:cNvPr id="69" name="">
            <a:extLst xmlns:a="http://schemas.openxmlformats.org/drawingml/2006/main">
              <a:ext uri="{FF2B5EF4-FFF2-40B4-BE49-F238E27FC236}">
                <a16:creationId xmlns:a16="http://schemas.microsoft.com/office/drawing/2014/main" id="{C41F1689-4C62-4CA1-BE13-E9B4FCB0DAC1}"/>
              </a:ext>
            </a:extLst>
          </p:cNvPr>
          <p:cNvSpPr>
            <a:spLocks xmlns:a="http://schemas.openxmlformats.org/drawingml/2006/main" noGrp="1"/>
          </p:cNvSpPr>
          <p:nvPr/>
        </p:nvSpPr>
        <p:spPr>
          <a:xfrm xmlns:a="http://schemas.openxmlformats.org/drawingml/2006/main">
            <a:off x="6762750" y="4857750"/>
            <a:ext cx="13335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23" b="0">
                <a:solidFill>
                  <a:srgbClr val="526174"/>
                </a:solidFill>
                <a:latin typeface="Poppins"/>
                <a:ea typeface="Poppins"/>
                <a:cs typeface="Poppins"/>
              </a:defRPr>
            </a:pPr>
            <a:r>
              <a:rPr sz="623" b="0">
                <a:solidFill>
                  <a:srgbClr val="526174"/>
                </a:solidFill>
                <a:latin typeface="Poppins"/>
                <a:ea typeface="Poppins"/>
                <a:cs typeface="Poppins"/>
              </a:rPr>
              <a:t>admin and manager KPI</a:t>
            </a:r>
          </a:p>
        </p:txBody>
      </p:sp>
      <p:sp>
        <p:nvSpPr>
          <p:cNvPr id="70" name="">
            <a:extLst xmlns:a="http://schemas.openxmlformats.org/drawingml/2006/main">
              <a:ext uri="{FF2B5EF4-FFF2-40B4-BE49-F238E27FC236}">
                <a16:creationId xmlns:a16="http://schemas.microsoft.com/office/drawing/2014/main" id="{BE68E7F2-7A31-4E99-92FF-BB56825E9CA0}"/>
              </a:ext>
            </a:extLst>
          </p:cNvPr>
          <p:cNvSpPr>
            <a:spLocks xmlns:a="http://schemas.openxmlformats.org/drawingml/2006/main" noGrp="1"/>
          </p:cNvSpPr>
          <p:nvPr/>
        </p:nvSpPr>
        <p:spPr>
          <a:xfrm xmlns:a="http://schemas.openxmlformats.org/drawingml/2006/main">
            <a:off x="9020175" y="1790700"/>
            <a:ext cx="2266950" cy="742950"/>
          </a:xfrm>
          <a:prstGeom xmlns:a="http://schemas.openxmlformats.org/drawingml/2006/main" prst="roundRect">
            <a:avLst>
              <a:gd name="adj" fmla="val 9000"/>
            </a:avLst>
          </a:prstGeom>
          <a:solidFill xmlns:a="http://schemas.openxmlformats.org/drawingml/2006/main">
            <a:srgbClr val="ECFDF3"/>
          </a:solidFill>
          <a:ln xmlns:a="http://schemas.openxmlformats.org/drawingml/2006/main" w="13335">
            <a:solidFill>
              <a:srgbClr val="16A34A"/>
            </a:solidFill>
            <a:prstDash val="solid"/>
          </a:ln>
        </p:spPr>
      </p:sp>
      <p:sp>
        <p:nvSpPr>
          <p:cNvPr id="71" name="">
            <a:extLst xmlns:a="http://schemas.openxmlformats.org/drawingml/2006/main">
              <a:ext uri="{FF2B5EF4-FFF2-40B4-BE49-F238E27FC236}">
                <a16:creationId xmlns:a16="http://schemas.microsoft.com/office/drawing/2014/main" id="{9B74F723-CAFB-4DB0-83D8-4BF805D1DF05}"/>
              </a:ext>
            </a:extLst>
          </p:cNvPr>
          <p:cNvSpPr>
            <a:spLocks xmlns:a="http://schemas.openxmlformats.org/drawingml/2006/main" noGrp="1"/>
          </p:cNvSpPr>
          <p:nvPr/>
        </p:nvSpPr>
        <p:spPr>
          <a:xfrm xmlns:a="http://schemas.openxmlformats.org/drawingml/2006/main">
            <a:off x="9172575" y="1924050"/>
            <a:ext cx="196215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00" b="1">
                <a:solidFill>
                  <a:srgbClr val="0B1220"/>
                </a:solidFill>
                <a:latin typeface="Poppins"/>
                <a:ea typeface="Poppins"/>
                <a:cs typeface="Poppins"/>
              </a:defRPr>
            </a:pPr>
            <a:r>
              <a:rPr sz="1200" b="1">
                <a:solidFill>
                  <a:srgbClr val="0B1220"/>
                </a:solidFill>
                <a:latin typeface="Poppins"/>
                <a:ea typeface="Poppins"/>
                <a:cs typeface="Poppins"/>
              </a:rPr>
              <a:t>PostgreSQL</a:t>
            </a:r>
          </a:p>
        </p:txBody>
      </p:sp>
      <p:sp>
        <p:nvSpPr>
          <p:cNvPr id="72" name="">
            <a:extLst xmlns:a="http://schemas.openxmlformats.org/drawingml/2006/main">
              <a:ext uri="{FF2B5EF4-FFF2-40B4-BE49-F238E27FC236}">
                <a16:creationId xmlns:a16="http://schemas.microsoft.com/office/drawing/2014/main" id="{65D9E313-CC54-4B6C-B38C-D68CDEF971ED}"/>
              </a:ext>
            </a:extLst>
          </p:cNvPr>
          <p:cNvSpPr>
            <a:spLocks xmlns:a="http://schemas.openxmlformats.org/drawingml/2006/main" noGrp="1"/>
          </p:cNvSpPr>
          <p:nvPr/>
        </p:nvSpPr>
        <p:spPr>
          <a:xfrm xmlns:a="http://schemas.openxmlformats.org/drawingml/2006/main">
            <a:off x="9172575" y="2190750"/>
            <a:ext cx="19621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13" b="0">
                <a:solidFill>
                  <a:srgbClr val="526174"/>
                </a:solidFill>
                <a:latin typeface="Poppins"/>
                <a:ea typeface="Poppins"/>
                <a:cs typeface="Poppins"/>
              </a:defRPr>
            </a:pPr>
            <a:r>
              <a:rPr sz="713" b="0">
                <a:solidFill>
                  <a:srgbClr val="526174"/>
                </a:solidFill>
                <a:latin typeface="Poppins"/>
                <a:ea typeface="Poppins"/>
                <a:cs typeface="Poppins"/>
              </a:rPr>
              <a:t>Spring Data JPA + Flyway</a:t>
            </a:r>
          </a:p>
        </p:txBody>
      </p:sp>
      <p:sp>
        <p:nvSpPr>
          <p:cNvPr id="73" name="">
            <a:extLst xmlns:a="http://schemas.openxmlformats.org/drawingml/2006/main">
              <a:ext uri="{FF2B5EF4-FFF2-40B4-BE49-F238E27FC236}">
                <a16:creationId xmlns:a16="http://schemas.microsoft.com/office/drawing/2014/main" id="{30CE37E9-23E3-4600-B625-24A68623A639}"/>
              </a:ext>
            </a:extLst>
          </p:cNvPr>
          <p:cNvSpPr>
            <a:spLocks xmlns:a="http://schemas.openxmlformats.org/drawingml/2006/main" noGrp="1"/>
          </p:cNvSpPr>
          <p:nvPr/>
        </p:nvSpPr>
        <p:spPr>
          <a:xfrm xmlns:a="http://schemas.openxmlformats.org/drawingml/2006/main">
            <a:off x="9020175" y="2724150"/>
            <a:ext cx="2266950" cy="495300"/>
          </a:xfrm>
          <a:prstGeom xmlns:a="http://schemas.openxmlformats.org/drawingml/2006/main" prst="roundRect">
            <a:avLst>
              <a:gd name="adj" fmla="val 9000"/>
            </a:avLst>
          </a:prstGeom>
          <a:solidFill xmlns:a="http://schemas.openxmlformats.org/drawingml/2006/main">
            <a:srgbClr val="FFF2EC"/>
          </a:solidFill>
          <a:ln xmlns:a="http://schemas.openxmlformats.org/drawingml/2006/main" w="13335">
            <a:solidFill>
              <a:srgbClr val="FF5A1F"/>
            </a:solidFill>
            <a:prstDash val="solid"/>
          </a:ln>
        </p:spPr>
      </p:sp>
      <p:sp>
        <p:nvSpPr>
          <p:cNvPr id="74" name="">
            <a:extLst xmlns:a="http://schemas.openxmlformats.org/drawingml/2006/main">
              <a:ext uri="{FF2B5EF4-FFF2-40B4-BE49-F238E27FC236}">
                <a16:creationId xmlns:a16="http://schemas.microsoft.com/office/drawing/2014/main" id="{69589260-CCD5-4938-8DCC-5C04A49F7C16}"/>
              </a:ext>
            </a:extLst>
          </p:cNvPr>
          <p:cNvSpPr>
            <a:spLocks xmlns:a="http://schemas.openxmlformats.org/drawingml/2006/main" noGrp="1"/>
          </p:cNvSpPr>
          <p:nvPr/>
        </p:nvSpPr>
        <p:spPr>
          <a:xfrm xmlns:a="http://schemas.openxmlformats.org/drawingml/2006/main">
            <a:off x="9134475" y="2790825"/>
            <a:ext cx="9144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SePay + VietQR</a:t>
            </a:r>
          </a:p>
        </p:txBody>
      </p:sp>
      <p:sp>
        <p:nvSpPr>
          <p:cNvPr id="75" name="">
            <a:extLst xmlns:a="http://schemas.openxmlformats.org/drawingml/2006/main">
              <a:ext uri="{FF2B5EF4-FFF2-40B4-BE49-F238E27FC236}">
                <a16:creationId xmlns:a16="http://schemas.microsoft.com/office/drawing/2014/main" id="{9EFB45EC-5982-4517-B7DB-5D0DA9012501}"/>
              </a:ext>
            </a:extLst>
          </p:cNvPr>
          <p:cNvSpPr>
            <a:spLocks xmlns:a="http://schemas.openxmlformats.org/drawingml/2006/main" noGrp="1"/>
          </p:cNvSpPr>
          <p:nvPr/>
        </p:nvSpPr>
        <p:spPr>
          <a:xfrm xmlns:a="http://schemas.openxmlformats.org/drawingml/2006/main">
            <a:off x="10020300" y="2790825"/>
            <a:ext cx="1143000" cy="3048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38" b="0">
                <a:solidFill>
                  <a:srgbClr val="526174"/>
                </a:solidFill>
                <a:latin typeface="Poppins"/>
                <a:ea typeface="Poppins"/>
                <a:cs typeface="Poppins"/>
              </a:defRPr>
            </a:pPr>
            <a:r>
              <a:rPr sz="638" b="0">
                <a:solidFill>
                  <a:srgbClr val="526174"/>
                </a:solidFill>
                <a:latin typeface="Poppins"/>
                <a:ea typeface="Poppins"/>
                <a:cs typeface="Poppins"/>
              </a:rPr>
              <a:t>QR + signed webhook</a:t>
            </a:r>
          </a:p>
        </p:txBody>
      </p:sp>
      <p:sp>
        <p:nvSpPr>
          <p:cNvPr id="76" name="">
            <a:extLst xmlns:a="http://schemas.openxmlformats.org/drawingml/2006/main">
              <a:ext uri="{FF2B5EF4-FFF2-40B4-BE49-F238E27FC236}">
                <a16:creationId xmlns:a16="http://schemas.microsoft.com/office/drawing/2014/main" id="{058D6B1F-691C-448B-AAF6-D4552D52048E}"/>
              </a:ext>
            </a:extLst>
          </p:cNvPr>
          <p:cNvSpPr>
            <a:spLocks xmlns:a="http://schemas.openxmlformats.org/drawingml/2006/main" noGrp="1"/>
          </p:cNvSpPr>
          <p:nvPr/>
        </p:nvSpPr>
        <p:spPr>
          <a:xfrm xmlns:a="http://schemas.openxmlformats.org/drawingml/2006/main">
            <a:off x="9020175" y="3333750"/>
            <a:ext cx="2266950" cy="495300"/>
          </a:xfrm>
          <a:prstGeom xmlns:a="http://schemas.openxmlformats.org/drawingml/2006/main" prst="roundRect">
            <a:avLst>
              <a:gd name="adj" fmla="val 9000"/>
            </a:avLst>
          </a:prstGeom>
          <a:solidFill xmlns:a="http://schemas.openxmlformats.org/drawingml/2006/main">
            <a:srgbClr val="FFF2EC"/>
          </a:solidFill>
          <a:ln xmlns:a="http://schemas.openxmlformats.org/drawingml/2006/main" w="13335">
            <a:solidFill>
              <a:srgbClr val="FF5A1F"/>
            </a:solidFill>
            <a:prstDash val="solid"/>
          </a:ln>
        </p:spPr>
      </p:sp>
      <p:sp>
        <p:nvSpPr>
          <p:cNvPr id="77" name="">
            <a:extLst xmlns:a="http://schemas.openxmlformats.org/drawingml/2006/main">
              <a:ext uri="{FF2B5EF4-FFF2-40B4-BE49-F238E27FC236}">
                <a16:creationId xmlns:a16="http://schemas.microsoft.com/office/drawing/2014/main" id="{D76438CC-B99B-4DF1-B4AD-1645C5E945F9}"/>
              </a:ext>
            </a:extLst>
          </p:cNvPr>
          <p:cNvSpPr>
            <a:spLocks xmlns:a="http://schemas.openxmlformats.org/drawingml/2006/main" noGrp="1"/>
          </p:cNvSpPr>
          <p:nvPr/>
        </p:nvSpPr>
        <p:spPr>
          <a:xfrm xmlns:a="http://schemas.openxmlformats.org/drawingml/2006/main">
            <a:off x="9134475" y="3400425"/>
            <a:ext cx="9144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VNPay</a:t>
            </a:r>
          </a:p>
        </p:txBody>
      </p:sp>
      <p:sp>
        <p:nvSpPr>
          <p:cNvPr id="78" name="">
            <a:extLst xmlns:a="http://schemas.openxmlformats.org/drawingml/2006/main">
              <a:ext uri="{FF2B5EF4-FFF2-40B4-BE49-F238E27FC236}">
                <a16:creationId xmlns:a16="http://schemas.microsoft.com/office/drawing/2014/main" id="{44A1CF84-DC5A-4FD1-8435-D5A2C723737C}"/>
              </a:ext>
            </a:extLst>
          </p:cNvPr>
          <p:cNvSpPr>
            <a:spLocks xmlns:a="http://schemas.openxmlformats.org/drawingml/2006/main" noGrp="1"/>
          </p:cNvSpPr>
          <p:nvPr/>
        </p:nvSpPr>
        <p:spPr>
          <a:xfrm xmlns:a="http://schemas.openxmlformats.org/drawingml/2006/main">
            <a:off x="10020300" y="3400425"/>
            <a:ext cx="1143000" cy="3048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38" b="0">
                <a:solidFill>
                  <a:srgbClr val="526174"/>
                </a:solidFill>
                <a:latin typeface="Poppins"/>
                <a:ea typeface="Poppins"/>
                <a:cs typeface="Poppins"/>
              </a:defRPr>
            </a:pPr>
            <a:r>
              <a:rPr sz="638" b="0">
                <a:solidFill>
                  <a:srgbClr val="526174"/>
                </a:solidFill>
                <a:latin typeface="Poppins"/>
                <a:ea typeface="Poppins"/>
                <a:cs typeface="Poppins"/>
              </a:rPr>
              <a:t>checkout + return/IPN/query</a:t>
            </a:r>
          </a:p>
        </p:txBody>
      </p:sp>
      <p:sp>
        <p:nvSpPr>
          <p:cNvPr id="79" name="">
            <a:extLst xmlns:a="http://schemas.openxmlformats.org/drawingml/2006/main">
              <a:ext uri="{FF2B5EF4-FFF2-40B4-BE49-F238E27FC236}">
                <a16:creationId xmlns:a16="http://schemas.microsoft.com/office/drawing/2014/main" id="{8F2491F8-53C0-46FC-9104-A38F48BEE112}"/>
              </a:ext>
            </a:extLst>
          </p:cNvPr>
          <p:cNvSpPr>
            <a:spLocks xmlns:a="http://schemas.openxmlformats.org/drawingml/2006/main" noGrp="1"/>
          </p:cNvSpPr>
          <p:nvPr/>
        </p:nvSpPr>
        <p:spPr>
          <a:xfrm xmlns:a="http://schemas.openxmlformats.org/drawingml/2006/main">
            <a:off x="9020175" y="3943350"/>
            <a:ext cx="2266950" cy="495300"/>
          </a:xfrm>
          <a:prstGeom xmlns:a="http://schemas.openxmlformats.org/drawingml/2006/main" prst="roundRect">
            <a:avLst>
              <a:gd name="adj" fmla="val 9000"/>
            </a:avLst>
          </a:prstGeom>
          <a:solidFill xmlns:a="http://schemas.openxmlformats.org/drawingml/2006/main">
            <a:srgbClr val="EFF6FF"/>
          </a:solidFill>
          <a:ln xmlns:a="http://schemas.openxmlformats.org/drawingml/2006/main" w="13335">
            <a:solidFill>
              <a:srgbClr val="2563EB"/>
            </a:solidFill>
            <a:prstDash val="solid"/>
          </a:ln>
        </p:spPr>
      </p:sp>
      <p:sp>
        <p:nvSpPr>
          <p:cNvPr id="80" name="">
            <a:extLst xmlns:a="http://schemas.openxmlformats.org/drawingml/2006/main">
              <a:ext uri="{FF2B5EF4-FFF2-40B4-BE49-F238E27FC236}">
                <a16:creationId xmlns:a16="http://schemas.microsoft.com/office/drawing/2014/main" id="{973F7742-EE87-4AC7-A323-8C352E9E1FAE}"/>
              </a:ext>
            </a:extLst>
          </p:cNvPr>
          <p:cNvSpPr>
            <a:spLocks xmlns:a="http://schemas.openxmlformats.org/drawingml/2006/main" noGrp="1"/>
          </p:cNvSpPr>
          <p:nvPr/>
        </p:nvSpPr>
        <p:spPr>
          <a:xfrm xmlns:a="http://schemas.openxmlformats.org/drawingml/2006/main">
            <a:off x="9134475" y="4010025"/>
            <a:ext cx="9144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Resend</a:t>
            </a:r>
          </a:p>
        </p:txBody>
      </p:sp>
      <p:sp>
        <p:nvSpPr>
          <p:cNvPr id="81" name="">
            <a:extLst xmlns:a="http://schemas.openxmlformats.org/drawingml/2006/main">
              <a:ext uri="{FF2B5EF4-FFF2-40B4-BE49-F238E27FC236}">
                <a16:creationId xmlns:a16="http://schemas.microsoft.com/office/drawing/2014/main" id="{AA4FA74F-050E-49FA-A893-6A405DBD560B}"/>
              </a:ext>
            </a:extLst>
          </p:cNvPr>
          <p:cNvSpPr>
            <a:spLocks xmlns:a="http://schemas.openxmlformats.org/drawingml/2006/main" noGrp="1"/>
          </p:cNvSpPr>
          <p:nvPr/>
        </p:nvSpPr>
        <p:spPr>
          <a:xfrm xmlns:a="http://schemas.openxmlformats.org/drawingml/2006/main">
            <a:off x="10020300" y="4010025"/>
            <a:ext cx="1143000" cy="3048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38" b="0">
                <a:solidFill>
                  <a:srgbClr val="526174"/>
                </a:solidFill>
                <a:latin typeface="Poppins"/>
                <a:ea typeface="Poppins"/>
                <a:cs typeface="Poppins"/>
              </a:defRPr>
            </a:pPr>
            <a:r>
              <a:rPr sz="638" b="0">
                <a:solidFill>
                  <a:srgbClr val="526174"/>
                </a:solidFill>
                <a:latin typeface="Poppins"/>
                <a:ea typeface="Poppins"/>
                <a:cs typeface="Poppins"/>
              </a:rPr>
              <a:t>verification and reset OTP</a:t>
            </a:r>
          </a:p>
        </p:txBody>
      </p:sp>
      <p:sp>
        <p:nvSpPr>
          <p:cNvPr id="82" name="">
            <a:extLst xmlns:a="http://schemas.openxmlformats.org/drawingml/2006/main">
              <a:ext uri="{FF2B5EF4-FFF2-40B4-BE49-F238E27FC236}">
                <a16:creationId xmlns:a16="http://schemas.microsoft.com/office/drawing/2014/main" id="{910C8EC8-764A-476C-902F-9664AD3C005F}"/>
              </a:ext>
            </a:extLst>
          </p:cNvPr>
          <p:cNvSpPr>
            <a:spLocks xmlns:a="http://schemas.openxmlformats.org/drawingml/2006/main" noGrp="1"/>
          </p:cNvSpPr>
          <p:nvPr/>
        </p:nvSpPr>
        <p:spPr>
          <a:xfrm xmlns:a="http://schemas.openxmlformats.org/drawingml/2006/main">
            <a:off x="9020175" y="4552950"/>
            <a:ext cx="2266950" cy="495300"/>
          </a:xfrm>
          <a:prstGeom xmlns:a="http://schemas.openxmlformats.org/drawingml/2006/main" prst="roundRect">
            <a:avLst>
              <a:gd name="adj" fmla="val 9000"/>
            </a:avLst>
          </a:prstGeom>
          <a:solidFill xmlns:a="http://schemas.openxmlformats.org/drawingml/2006/main">
            <a:srgbClr val="ECFDF3"/>
          </a:solidFill>
          <a:ln xmlns:a="http://schemas.openxmlformats.org/drawingml/2006/main" w="13335">
            <a:solidFill>
              <a:srgbClr val="16A34A"/>
            </a:solidFill>
            <a:prstDash val="solid"/>
          </a:ln>
        </p:spPr>
      </p:sp>
      <p:sp>
        <p:nvSpPr>
          <p:cNvPr id="83" name="">
            <a:extLst xmlns:a="http://schemas.openxmlformats.org/drawingml/2006/main">
              <a:ext uri="{FF2B5EF4-FFF2-40B4-BE49-F238E27FC236}">
                <a16:creationId xmlns:a16="http://schemas.microsoft.com/office/drawing/2014/main" id="{AFD27A07-4243-4D84-9C22-77B0789A3F7D}"/>
              </a:ext>
            </a:extLst>
          </p:cNvPr>
          <p:cNvSpPr>
            <a:spLocks xmlns:a="http://schemas.openxmlformats.org/drawingml/2006/main" noGrp="1"/>
          </p:cNvSpPr>
          <p:nvPr/>
        </p:nvSpPr>
        <p:spPr>
          <a:xfrm xmlns:a="http://schemas.openxmlformats.org/drawingml/2006/main">
            <a:off x="9134475" y="4619625"/>
            <a:ext cx="9144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788" b="1">
                <a:solidFill>
                  <a:srgbClr val="0B1220"/>
                </a:solidFill>
                <a:latin typeface="Poppins"/>
                <a:ea typeface="Poppins"/>
                <a:cs typeface="Poppins"/>
              </a:defRPr>
            </a:pPr>
            <a:r>
              <a:rPr sz="788" b="1">
                <a:solidFill>
                  <a:srgbClr val="0B1220"/>
                </a:solidFill>
                <a:latin typeface="Poppins"/>
                <a:ea typeface="Poppins"/>
                <a:cs typeface="Poppins"/>
              </a:rPr>
              <a:t>AWS S3</a:t>
            </a:r>
          </a:p>
        </p:txBody>
      </p:sp>
      <p:sp>
        <p:nvSpPr>
          <p:cNvPr id="84" name="">
            <a:extLst xmlns:a="http://schemas.openxmlformats.org/drawingml/2006/main">
              <a:ext uri="{FF2B5EF4-FFF2-40B4-BE49-F238E27FC236}">
                <a16:creationId xmlns:a16="http://schemas.microsoft.com/office/drawing/2014/main" id="{23F2927B-9CDA-41AD-8368-A2A6CD8B733F}"/>
              </a:ext>
            </a:extLst>
          </p:cNvPr>
          <p:cNvSpPr>
            <a:spLocks xmlns:a="http://schemas.openxmlformats.org/drawingml/2006/main" noGrp="1"/>
          </p:cNvSpPr>
          <p:nvPr/>
        </p:nvSpPr>
        <p:spPr>
          <a:xfrm xmlns:a="http://schemas.openxmlformats.org/drawingml/2006/main">
            <a:off x="10020300" y="4619625"/>
            <a:ext cx="1143000" cy="3048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38" b="0">
                <a:solidFill>
                  <a:srgbClr val="526174"/>
                </a:solidFill>
                <a:latin typeface="Poppins"/>
                <a:ea typeface="Poppins"/>
                <a:cs typeface="Poppins"/>
              </a:defRPr>
            </a:pPr>
            <a:r>
              <a:rPr sz="638" b="0">
                <a:solidFill>
                  <a:srgbClr val="526174"/>
                </a:solidFill>
                <a:latin typeface="Poppins"/>
                <a:ea typeface="Poppins"/>
                <a:cs typeface="Poppins"/>
              </a:rPr>
              <a:t>avatar and image storage</a:t>
            </a:r>
          </a:p>
        </p:txBody>
      </p:sp>
      <p:sp>
        <p:nvSpPr>
          <p:cNvPr id="85" name="">
            <a:extLst xmlns:a="http://schemas.openxmlformats.org/drawingml/2006/main">
              <a:ext uri="{FF2B5EF4-FFF2-40B4-BE49-F238E27FC236}">
                <a16:creationId xmlns:a16="http://schemas.microsoft.com/office/drawing/2014/main" id="{1CDA203F-300A-459F-9CE9-3022D3F545A4}"/>
              </a:ext>
            </a:extLst>
          </p:cNvPr>
          <p:cNvSpPr>
            <a:spLocks xmlns:a="http://schemas.openxmlformats.org/drawingml/2006/main" noGrp="1"/>
          </p:cNvSpPr>
          <p:nvPr/>
        </p:nvSpPr>
        <p:spPr>
          <a:xfrm xmlns:a="http://schemas.openxmlformats.org/drawingml/2006/main">
            <a:off x="2114550" y="3048000"/>
            <a:ext cx="409575" cy="762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ln>
        </p:spPr>
      </p:sp>
      <p:sp>
        <p:nvSpPr>
          <p:cNvPr id="86" name="">
            <a:extLst xmlns:a="http://schemas.openxmlformats.org/drawingml/2006/main">
              <a:ext uri="{FF2B5EF4-FFF2-40B4-BE49-F238E27FC236}">
                <a16:creationId xmlns:a16="http://schemas.microsoft.com/office/drawing/2014/main" id="{D54C8EBA-175D-4103-B3FE-14C7392DBB57}"/>
              </a:ext>
            </a:extLst>
          </p:cNvPr>
          <p:cNvSpPr>
            <a:spLocks xmlns:a="http://schemas.openxmlformats.org/drawingml/2006/main" noGrp="1"/>
          </p:cNvSpPr>
          <p:nvPr/>
        </p:nvSpPr>
        <p:spPr>
          <a:xfrm xmlns:a="http://schemas.openxmlformats.org/drawingml/2006/main">
            <a:off x="2190750" y="2857500"/>
            <a:ext cx="25717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78125"/>
          </a:bodyPr>
          <a:lstStyle xmlns:a="http://schemas.openxmlformats.org/drawingml/2006/main"/>
          <a:p xmlns:a="http://schemas.openxmlformats.org/drawingml/2006/main">
            <a:pPr algn="ctr">
              <a:defRPr sz="720" b="1">
                <a:solidFill>
                  <a:srgbClr val="2563EB"/>
                </a:solidFill>
                <a:latin typeface="Poppins"/>
                <a:ea typeface="Poppins"/>
                <a:cs typeface="Poppins"/>
              </a:defRPr>
            </a:pPr>
            <a:r>
              <a:rPr sz="720" b="1">
                <a:solidFill>
                  <a:srgbClr val="2563EB"/>
                </a:solidFill>
                <a:latin typeface="Poppins"/>
                <a:ea typeface="Poppins"/>
                <a:cs typeface="Poppins"/>
              </a:rPr>
              <a:t>HTTP action</a:t>
            </a:r>
          </a:p>
        </p:txBody>
      </p:sp>
      <p:sp>
        <p:nvSpPr>
          <p:cNvPr id="87" name="">
            <a:extLst xmlns:a="http://schemas.openxmlformats.org/drawingml/2006/main">
              <a:ext uri="{FF2B5EF4-FFF2-40B4-BE49-F238E27FC236}">
                <a16:creationId xmlns:a16="http://schemas.microsoft.com/office/drawing/2014/main" id="{2A831F9F-0FF0-43A0-BD0D-44535516C6EF}"/>
              </a:ext>
            </a:extLst>
          </p:cNvPr>
          <p:cNvSpPr>
            <a:spLocks xmlns:a="http://schemas.openxmlformats.org/drawingml/2006/main" noGrp="1"/>
          </p:cNvSpPr>
          <p:nvPr/>
        </p:nvSpPr>
        <p:spPr>
          <a:xfrm xmlns:a="http://schemas.openxmlformats.org/drawingml/2006/main">
            <a:off x="2247900" y="32194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88" name="">
            <a:extLst xmlns:a="http://schemas.openxmlformats.org/drawingml/2006/main">
              <a:ext uri="{FF2B5EF4-FFF2-40B4-BE49-F238E27FC236}">
                <a16:creationId xmlns:a16="http://schemas.microsoft.com/office/drawing/2014/main" id="{24E44F4A-C4BD-450E-BA0F-1AA7FAA217FA}"/>
              </a:ext>
            </a:extLst>
          </p:cNvPr>
          <p:cNvSpPr>
            <a:spLocks xmlns:a="http://schemas.openxmlformats.org/drawingml/2006/main" noGrp="1"/>
          </p:cNvSpPr>
          <p:nvPr/>
        </p:nvSpPr>
        <p:spPr>
          <a:xfrm xmlns:a="http://schemas.openxmlformats.org/drawingml/2006/main">
            <a:off x="2352675" y="32194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89" name="">
            <a:extLst xmlns:a="http://schemas.openxmlformats.org/drawingml/2006/main">
              <a:ext uri="{FF2B5EF4-FFF2-40B4-BE49-F238E27FC236}">
                <a16:creationId xmlns:a16="http://schemas.microsoft.com/office/drawing/2014/main" id="{8FD903BE-7711-46A3-A02E-196238449CE7}"/>
              </a:ext>
            </a:extLst>
          </p:cNvPr>
          <p:cNvSpPr>
            <a:spLocks xmlns:a="http://schemas.openxmlformats.org/drawingml/2006/main" noGrp="1"/>
          </p:cNvSpPr>
          <p:nvPr/>
        </p:nvSpPr>
        <p:spPr>
          <a:xfrm xmlns:a="http://schemas.openxmlformats.org/drawingml/2006/main">
            <a:off x="2457450" y="32194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90" name="">
            <a:extLst xmlns:a="http://schemas.openxmlformats.org/drawingml/2006/main">
              <a:ext uri="{FF2B5EF4-FFF2-40B4-BE49-F238E27FC236}">
                <a16:creationId xmlns:a16="http://schemas.microsoft.com/office/drawing/2014/main" id="{6F649D44-104F-4286-97B8-C343D4825AE3}"/>
              </a:ext>
            </a:extLst>
          </p:cNvPr>
          <p:cNvSpPr>
            <a:spLocks xmlns:a="http://schemas.openxmlformats.org/drawingml/2006/main" noGrp="1"/>
          </p:cNvSpPr>
          <p:nvPr/>
        </p:nvSpPr>
        <p:spPr>
          <a:xfrm xmlns:a="http://schemas.openxmlformats.org/drawingml/2006/main">
            <a:off x="2114550" y="31718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91" name="">
            <a:extLst xmlns:a="http://schemas.openxmlformats.org/drawingml/2006/main">
              <a:ext uri="{FF2B5EF4-FFF2-40B4-BE49-F238E27FC236}">
                <a16:creationId xmlns:a16="http://schemas.microsoft.com/office/drawing/2014/main" id="{94188836-28B9-46D5-853C-8D2374ABA8D2}"/>
              </a:ext>
            </a:extLst>
          </p:cNvPr>
          <p:cNvSpPr>
            <a:spLocks xmlns:a="http://schemas.openxmlformats.org/drawingml/2006/main" noGrp="1"/>
          </p:cNvSpPr>
          <p:nvPr/>
        </p:nvSpPr>
        <p:spPr>
          <a:xfrm xmlns:a="http://schemas.openxmlformats.org/drawingml/2006/main">
            <a:off x="2190750" y="3257550"/>
            <a:ext cx="25717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0757"/>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HTML/UI result</a:t>
            </a:r>
          </a:p>
        </p:txBody>
      </p:sp>
      <p:sp>
        <p:nvSpPr>
          <p:cNvPr id="92" name="">
            <a:extLst xmlns:a="http://schemas.openxmlformats.org/drawingml/2006/main">
              <a:ext uri="{FF2B5EF4-FFF2-40B4-BE49-F238E27FC236}">
                <a16:creationId xmlns:a16="http://schemas.microsoft.com/office/drawing/2014/main" id="{B6F3691A-0BE4-458A-8A17-DBB2E702E71C}"/>
              </a:ext>
            </a:extLst>
          </p:cNvPr>
          <p:cNvSpPr>
            <a:spLocks xmlns:a="http://schemas.openxmlformats.org/drawingml/2006/main" noGrp="1"/>
          </p:cNvSpPr>
          <p:nvPr/>
        </p:nvSpPr>
        <p:spPr>
          <a:xfrm xmlns:a="http://schemas.openxmlformats.org/drawingml/2006/main">
            <a:off x="4371975" y="3048000"/>
            <a:ext cx="400050" cy="76200"/>
          </a:xfrm>
          <a:prstGeom xmlns:a="http://schemas.openxmlformats.org/drawingml/2006/main" prst="rightArrow">
            <a:avLst/>
          </a:prstGeom>
          <a:solidFill xmlns:a="http://schemas.openxmlformats.org/drawingml/2006/main">
            <a:srgbClr val="8613B8"/>
          </a:solidFill>
          <a:ln xmlns:a="http://schemas.openxmlformats.org/drawingml/2006/main" w="0">
            <a:solidFill>
              <a:srgbClr val="8613B8"/>
            </a:solidFill>
          </a:ln>
        </p:spPr>
      </p:sp>
      <p:sp>
        <p:nvSpPr>
          <p:cNvPr id="93" name="">
            <a:extLst xmlns:a="http://schemas.openxmlformats.org/drawingml/2006/main">
              <a:ext uri="{FF2B5EF4-FFF2-40B4-BE49-F238E27FC236}">
                <a16:creationId xmlns:a16="http://schemas.microsoft.com/office/drawing/2014/main" id="{1C1F3BC8-690A-4AA7-B5DE-F9C3C13FDDFA}"/>
              </a:ext>
            </a:extLst>
          </p:cNvPr>
          <p:cNvSpPr>
            <a:spLocks xmlns:a="http://schemas.openxmlformats.org/drawingml/2006/main" noGrp="1"/>
          </p:cNvSpPr>
          <p:nvPr/>
        </p:nvSpPr>
        <p:spPr>
          <a:xfrm xmlns:a="http://schemas.openxmlformats.org/drawingml/2006/main">
            <a:off x="4448175" y="2857500"/>
            <a:ext cx="2476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76568"/>
          </a:bodyPr>
          <a:lstStyle xmlns:a="http://schemas.openxmlformats.org/drawingml/2006/main"/>
          <a:p xmlns:a="http://schemas.openxmlformats.org/drawingml/2006/main">
            <a:pPr algn="ctr">
              <a:defRPr sz="720" b="1">
                <a:solidFill>
                  <a:srgbClr val="8613B8"/>
                </a:solidFill>
                <a:latin typeface="Poppins"/>
                <a:ea typeface="Poppins"/>
                <a:cs typeface="Poppins"/>
              </a:defRPr>
            </a:pPr>
            <a:r>
              <a:rPr sz="720" b="1">
                <a:solidFill>
                  <a:srgbClr val="8613B8"/>
                </a:solidFill>
                <a:latin typeface="Poppins"/>
                <a:ea typeface="Poppins"/>
                <a:cs typeface="Poppins"/>
              </a:rPr>
              <a:t>REST / STOMP</a:t>
            </a:r>
          </a:p>
        </p:txBody>
      </p:sp>
      <p:sp>
        <p:nvSpPr>
          <p:cNvPr id="94" name="">
            <a:extLst xmlns:a="http://schemas.openxmlformats.org/drawingml/2006/main">
              <a:ext uri="{FF2B5EF4-FFF2-40B4-BE49-F238E27FC236}">
                <a16:creationId xmlns:a16="http://schemas.microsoft.com/office/drawing/2014/main" id="{FCC0A62D-3896-4D5F-9C68-425651AB02B7}"/>
              </a:ext>
            </a:extLst>
          </p:cNvPr>
          <p:cNvSpPr>
            <a:spLocks xmlns:a="http://schemas.openxmlformats.org/drawingml/2006/main" noGrp="1"/>
          </p:cNvSpPr>
          <p:nvPr/>
        </p:nvSpPr>
        <p:spPr>
          <a:xfrm xmlns:a="http://schemas.openxmlformats.org/drawingml/2006/main">
            <a:off x="4505325" y="32194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95" name="">
            <a:extLst xmlns:a="http://schemas.openxmlformats.org/drawingml/2006/main">
              <a:ext uri="{FF2B5EF4-FFF2-40B4-BE49-F238E27FC236}">
                <a16:creationId xmlns:a16="http://schemas.microsoft.com/office/drawing/2014/main" id="{11F699B4-239C-42F5-A797-8A4E25BE05DD}"/>
              </a:ext>
            </a:extLst>
          </p:cNvPr>
          <p:cNvSpPr>
            <a:spLocks xmlns:a="http://schemas.openxmlformats.org/drawingml/2006/main" noGrp="1"/>
          </p:cNvSpPr>
          <p:nvPr/>
        </p:nvSpPr>
        <p:spPr>
          <a:xfrm xmlns:a="http://schemas.openxmlformats.org/drawingml/2006/main">
            <a:off x="4610100" y="32194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96" name="">
            <a:extLst xmlns:a="http://schemas.openxmlformats.org/drawingml/2006/main">
              <a:ext uri="{FF2B5EF4-FFF2-40B4-BE49-F238E27FC236}">
                <a16:creationId xmlns:a16="http://schemas.microsoft.com/office/drawing/2014/main" id="{A18206CF-084C-49C7-A594-A173DF8BB8FF}"/>
              </a:ext>
            </a:extLst>
          </p:cNvPr>
          <p:cNvSpPr>
            <a:spLocks xmlns:a="http://schemas.openxmlformats.org/drawingml/2006/main" noGrp="1"/>
          </p:cNvSpPr>
          <p:nvPr/>
        </p:nvSpPr>
        <p:spPr>
          <a:xfrm xmlns:a="http://schemas.openxmlformats.org/drawingml/2006/main">
            <a:off x="4714875" y="32194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97" name="">
            <a:extLst xmlns:a="http://schemas.openxmlformats.org/drawingml/2006/main">
              <a:ext uri="{FF2B5EF4-FFF2-40B4-BE49-F238E27FC236}">
                <a16:creationId xmlns:a16="http://schemas.microsoft.com/office/drawing/2014/main" id="{26917E30-E10D-42B4-ADCF-634BCE47EC65}"/>
              </a:ext>
            </a:extLst>
          </p:cNvPr>
          <p:cNvSpPr>
            <a:spLocks xmlns:a="http://schemas.openxmlformats.org/drawingml/2006/main" noGrp="1"/>
          </p:cNvSpPr>
          <p:nvPr/>
        </p:nvSpPr>
        <p:spPr>
          <a:xfrm xmlns:a="http://schemas.openxmlformats.org/drawingml/2006/main">
            <a:off x="4371975" y="31718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98" name="">
            <a:extLst xmlns:a="http://schemas.openxmlformats.org/drawingml/2006/main">
              <a:ext uri="{FF2B5EF4-FFF2-40B4-BE49-F238E27FC236}">
                <a16:creationId xmlns:a16="http://schemas.microsoft.com/office/drawing/2014/main" id="{346BAE1F-CA5D-45C8-9E3B-625592796A24}"/>
              </a:ext>
            </a:extLst>
          </p:cNvPr>
          <p:cNvSpPr>
            <a:spLocks xmlns:a="http://schemas.openxmlformats.org/drawingml/2006/main" noGrp="1"/>
          </p:cNvSpPr>
          <p:nvPr/>
        </p:nvSpPr>
        <p:spPr>
          <a:xfrm xmlns:a="http://schemas.openxmlformats.org/drawingml/2006/main">
            <a:off x="4448175" y="3257550"/>
            <a:ext cx="2476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627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DTO / WS event</a:t>
            </a:r>
          </a:p>
        </p:txBody>
      </p:sp>
      <p:sp>
        <p:nvSpPr>
          <p:cNvPr id="99" name="">
            <a:extLst xmlns:a="http://schemas.openxmlformats.org/drawingml/2006/main">
              <a:ext uri="{FF2B5EF4-FFF2-40B4-BE49-F238E27FC236}">
                <a16:creationId xmlns:a16="http://schemas.microsoft.com/office/drawing/2014/main" id="{6A47F3C8-BA75-411D-85E5-2FE448148688}"/>
              </a:ext>
            </a:extLst>
          </p:cNvPr>
          <p:cNvSpPr>
            <a:spLocks xmlns:a="http://schemas.openxmlformats.org/drawingml/2006/main" noGrp="1"/>
          </p:cNvSpPr>
          <p:nvPr/>
        </p:nvSpPr>
        <p:spPr>
          <a:xfrm xmlns:a="http://schemas.openxmlformats.org/drawingml/2006/main">
            <a:off x="8524875" y="2057400"/>
            <a:ext cx="476250" cy="76200"/>
          </a:xfrm>
          <a:prstGeom xmlns:a="http://schemas.openxmlformats.org/drawingml/2006/main" prst="rightArrow">
            <a:avLst/>
          </a:prstGeom>
          <a:solidFill xmlns:a="http://schemas.openxmlformats.org/drawingml/2006/main">
            <a:srgbClr val="16A34A"/>
          </a:solidFill>
          <a:ln xmlns:a="http://schemas.openxmlformats.org/drawingml/2006/main" w="0">
            <a:solidFill>
              <a:srgbClr val="16A34A"/>
            </a:solidFill>
          </a:ln>
        </p:spPr>
      </p:sp>
      <p:sp>
        <p:nvSpPr>
          <p:cNvPr id="100" name="">
            <a:extLst xmlns:a="http://schemas.openxmlformats.org/drawingml/2006/main">
              <a:ext uri="{FF2B5EF4-FFF2-40B4-BE49-F238E27FC236}">
                <a16:creationId xmlns:a16="http://schemas.microsoft.com/office/drawing/2014/main" id="{9EF2C34A-F33E-4970-8790-8B1CE0B90693}"/>
              </a:ext>
            </a:extLst>
          </p:cNvPr>
          <p:cNvSpPr>
            <a:spLocks xmlns:a="http://schemas.openxmlformats.org/drawingml/2006/main" noGrp="1"/>
          </p:cNvSpPr>
          <p:nvPr/>
        </p:nvSpPr>
        <p:spPr>
          <a:xfrm xmlns:a="http://schemas.openxmlformats.org/drawingml/2006/main">
            <a:off x="8601075" y="1866900"/>
            <a:ext cx="3238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57880"/>
          </a:bodyPr>
          <a:lstStyle xmlns:a="http://schemas.openxmlformats.org/drawingml/2006/main"/>
          <a:p xmlns:a="http://schemas.openxmlformats.org/drawingml/2006/main">
            <a:pPr algn="ctr">
              <a:defRPr sz="720" b="1">
                <a:solidFill>
                  <a:srgbClr val="16A34A"/>
                </a:solidFill>
                <a:latin typeface="Poppins"/>
                <a:ea typeface="Poppins"/>
                <a:cs typeface="Poppins"/>
              </a:defRPr>
            </a:pPr>
            <a:r>
              <a:rPr sz="720" b="1">
                <a:solidFill>
                  <a:srgbClr val="16A34A"/>
                </a:solidFill>
                <a:latin typeface="Poppins"/>
                <a:ea typeface="Poppins"/>
                <a:cs typeface="Poppins"/>
              </a:rPr>
              <a:t>JPA query/write</a:t>
            </a:r>
          </a:p>
        </p:txBody>
      </p:sp>
      <p:sp>
        <p:nvSpPr>
          <p:cNvPr id="101" name="">
            <a:extLst xmlns:a="http://schemas.openxmlformats.org/drawingml/2006/main">
              <a:ext uri="{FF2B5EF4-FFF2-40B4-BE49-F238E27FC236}">
                <a16:creationId xmlns:a16="http://schemas.microsoft.com/office/drawing/2014/main" id="{0C20876C-D379-4821-9A19-453FF3D972DB}"/>
              </a:ext>
            </a:extLst>
          </p:cNvPr>
          <p:cNvSpPr>
            <a:spLocks xmlns:a="http://schemas.openxmlformats.org/drawingml/2006/main" noGrp="1"/>
          </p:cNvSpPr>
          <p:nvPr/>
        </p:nvSpPr>
        <p:spPr>
          <a:xfrm xmlns:a="http://schemas.openxmlformats.org/drawingml/2006/main">
            <a:off x="8658225" y="22288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02" name="">
            <a:extLst xmlns:a="http://schemas.openxmlformats.org/drawingml/2006/main">
              <a:ext uri="{FF2B5EF4-FFF2-40B4-BE49-F238E27FC236}">
                <a16:creationId xmlns:a16="http://schemas.microsoft.com/office/drawing/2014/main" id="{20EDAEA1-A0E4-408A-94E1-BAF172E0F05F}"/>
              </a:ext>
            </a:extLst>
          </p:cNvPr>
          <p:cNvSpPr>
            <a:spLocks xmlns:a="http://schemas.openxmlformats.org/drawingml/2006/main" noGrp="1"/>
          </p:cNvSpPr>
          <p:nvPr/>
        </p:nvSpPr>
        <p:spPr>
          <a:xfrm xmlns:a="http://schemas.openxmlformats.org/drawingml/2006/main">
            <a:off x="8763000" y="22288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03" name="">
            <a:extLst xmlns:a="http://schemas.openxmlformats.org/drawingml/2006/main">
              <a:ext uri="{FF2B5EF4-FFF2-40B4-BE49-F238E27FC236}">
                <a16:creationId xmlns:a16="http://schemas.microsoft.com/office/drawing/2014/main" id="{EDE2842D-C8C4-4DDD-8373-843AF8408C27}"/>
              </a:ext>
            </a:extLst>
          </p:cNvPr>
          <p:cNvSpPr>
            <a:spLocks xmlns:a="http://schemas.openxmlformats.org/drawingml/2006/main" noGrp="1"/>
          </p:cNvSpPr>
          <p:nvPr/>
        </p:nvSpPr>
        <p:spPr>
          <a:xfrm xmlns:a="http://schemas.openxmlformats.org/drawingml/2006/main">
            <a:off x="8867775" y="22288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04" name="">
            <a:extLst xmlns:a="http://schemas.openxmlformats.org/drawingml/2006/main">
              <a:ext uri="{FF2B5EF4-FFF2-40B4-BE49-F238E27FC236}">
                <a16:creationId xmlns:a16="http://schemas.microsoft.com/office/drawing/2014/main" id="{23D4022F-849F-4BE6-A255-260D8CD91EA4}"/>
              </a:ext>
            </a:extLst>
          </p:cNvPr>
          <p:cNvSpPr>
            <a:spLocks xmlns:a="http://schemas.openxmlformats.org/drawingml/2006/main" noGrp="1"/>
          </p:cNvSpPr>
          <p:nvPr/>
        </p:nvSpPr>
        <p:spPr>
          <a:xfrm xmlns:a="http://schemas.openxmlformats.org/drawingml/2006/main">
            <a:off x="8972550" y="2228850"/>
            <a:ext cx="28575"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05" name="">
            <a:extLst xmlns:a="http://schemas.openxmlformats.org/drawingml/2006/main">
              <a:ext uri="{FF2B5EF4-FFF2-40B4-BE49-F238E27FC236}">
                <a16:creationId xmlns:a16="http://schemas.microsoft.com/office/drawing/2014/main" id="{EDD12EE5-9EC1-4BA5-BB37-328E7CF0833D}"/>
              </a:ext>
            </a:extLst>
          </p:cNvPr>
          <p:cNvSpPr>
            <a:spLocks xmlns:a="http://schemas.openxmlformats.org/drawingml/2006/main" noGrp="1"/>
          </p:cNvSpPr>
          <p:nvPr/>
        </p:nvSpPr>
        <p:spPr>
          <a:xfrm xmlns:a="http://schemas.openxmlformats.org/drawingml/2006/main">
            <a:off x="8524875" y="21812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106" name="">
            <a:extLst xmlns:a="http://schemas.openxmlformats.org/drawingml/2006/main">
              <a:ext uri="{FF2B5EF4-FFF2-40B4-BE49-F238E27FC236}">
                <a16:creationId xmlns:a16="http://schemas.microsoft.com/office/drawing/2014/main" id="{3A00A666-4358-450B-B0C7-9A648BDCF85D}"/>
              </a:ext>
            </a:extLst>
          </p:cNvPr>
          <p:cNvSpPr>
            <a:spLocks xmlns:a="http://schemas.openxmlformats.org/drawingml/2006/main" noGrp="1"/>
          </p:cNvSpPr>
          <p:nvPr/>
        </p:nvSpPr>
        <p:spPr>
          <a:xfrm xmlns:a="http://schemas.openxmlformats.org/drawingml/2006/main">
            <a:off x="8601075" y="2266950"/>
            <a:ext cx="3238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2478"/>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entity/result</a:t>
            </a:r>
          </a:p>
        </p:txBody>
      </p:sp>
      <p:sp>
        <p:nvSpPr>
          <p:cNvPr id="107" name="">
            <a:extLst xmlns:a="http://schemas.openxmlformats.org/drawingml/2006/main">
              <a:ext uri="{FF2B5EF4-FFF2-40B4-BE49-F238E27FC236}">
                <a16:creationId xmlns:a16="http://schemas.microsoft.com/office/drawing/2014/main" id="{0954136A-67FA-4432-89C6-39E136D813C9}"/>
              </a:ext>
            </a:extLst>
          </p:cNvPr>
          <p:cNvSpPr>
            <a:spLocks xmlns:a="http://schemas.openxmlformats.org/drawingml/2006/main" noGrp="1"/>
          </p:cNvSpPr>
          <p:nvPr/>
        </p:nvSpPr>
        <p:spPr>
          <a:xfrm xmlns:a="http://schemas.openxmlformats.org/drawingml/2006/main">
            <a:off x="8524875" y="2895600"/>
            <a:ext cx="476250" cy="76200"/>
          </a:xfrm>
          <a:prstGeom xmlns:a="http://schemas.openxmlformats.org/drawingml/2006/main" prst="rightArrow">
            <a:avLst/>
          </a:prstGeom>
          <a:solidFill xmlns:a="http://schemas.openxmlformats.org/drawingml/2006/main">
            <a:srgbClr val="FF5A1F"/>
          </a:solidFill>
          <a:ln xmlns:a="http://schemas.openxmlformats.org/drawingml/2006/main" w="0">
            <a:solidFill>
              <a:srgbClr val="FF5A1F"/>
            </a:solidFill>
          </a:ln>
        </p:spPr>
      </p:sp>
      <p:sp>
        <p:nvSpPr>
          <p:cNvPr id="108" name="">
            <a:extLst xmlns:a="http://schemas.openxmlformats.org/drawingml/2006/main">
              <a:ext uri="{FF2B5EF4-FFF2-40B4-BE49-F238E27FC236}">
                <a16:creationId xmlns:a16="http://schemas.microsoft.com/office/drawing/2014/main" id="{8CE8AD19-7124-4F72-A501-6C82CD8D8F4D}"/>
              </a:ext>
            </a:extLst>
          </p:cNvPr>
          <p:cNvSpPr>
            <a:spLocks xmlns:a="http://schemas.openxmlformats.org/drawingml/2006/main" noGrp="1"/>
          </p:cNvSpPr>
          <p:nvPr/>
        </p:nvSpPr>
        <p:spPr>
          <a:xfrm xmlns:a="http://schemas.openxmlformats.org/drawingml/2006/main">
            <a:off x="8601075" y="2705100"/>
            <a:ext cx="3238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78125"/>
          </a:bodyPr>
          <a:lstStyle xmlns:a="http://schemas.openxmlformats.org/drawingml/2006/main"/>
          <a:p xmlns:a="http://schemas.openxmlformats.org/drawingml/2006/main">
            <a:pPr algn="ctr">
              <a:defRPr sz="720" b="1">
                <a:solidFill>
                  <a:srgbClr val="FF5A1F"/>
                </a:solidFill>
                <a:latin typeface="Poppins"/>
                <a:ea typeface="Poppins"/>
                <a:cs typeface="Poppins"/>
              </a:defRPr>
            </a:pPr>
            <a:r>
              <a:rPr sz="720" b="1">
                <a:solidFill>
                  <a:srgbClr val="FF5A1F"/>
                </a:solidFill>
                <a:latin typeface="Poppins"/>
                <a:ea typeface="Poppins"/>
                <a:cs typeface="Poppins"/>
              </a:rPr>
              <a:t>QR/payment</a:t>
            </a:r>
          </a:p>
        </p:txBody>
      </p:sp>
      <p:sp>
        <p:nvSpPr>
          <p:cNvPr id="109" name="">
            <a:extLst xmlns:a="http://schemas.openxmlformats.org/drawingml/2006/main">
              <a:ext uri="{FF2B5EF4-FFF2-40B4-BE49-F238E27FC236}">
                <a16:creationId xmlns:a16="http://schemas.microsoft.com/office/drawing/2014/main" id="{D6E9F212-23BE-44B1-8122-1F2C89433FBC}"/>
              </a:ext>
            </a:extLst>
          </p:cNvPr>
          <p:cNvSpPr>
            <a:spLocks xmlns:a="http://schemas.openxmlformats.org/drawingml/2006/main" noGrp="1"/>
          </p:cNvSpPr>
          <p:nvPr/>
        </p:nvSpPr>
        <p:spPr>
          <a:xfrm xmlns:a="http://schemas.openxmlformats.org/drawingml/2006/main">
            <a:off x="8658225" y="3067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10" name="">
            <a:extLst xmlns:a="http://schemas.openxmlformats.org/drawingml/2006/main">
              <a:ext uri="{FF2B5EF4-FFF2-40B4-BE49-F238E27FC236}">
                <a16:creationId xmlns:a16="http://schemas.microsoft.com/office/drawing/2014/main" id="{5A4460DC-6E3E-4B29-92D2-CB5A9AC70DBA}"/>
              </a:ext>
            </a:extLst>
          </p:cNvPr>
          <p:cNvSpPr>
            <a:spLocks xmlns:a="http://schemas.openxmlformats.org/drawingml/2006/main" noGrp="1"/>
          </p:cNvSpPr>
          <p:nvPr/>
        </p:nvSpPr>
        <p:spPr>
          <a:xfrm xmlns:a="http://schemas.openxmlformats.org/drawingml/2006/main">
            <a:off x="8763000" y="3067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11" name="">
            <a:extLst xmlns:a="http://schemas.openxmlformats.org/drawingml/2006/main">
              <a:ext uri="{FF2B5EF4-FFF2-40B4-BE49-F238E27FC236}">
                <a16:creationId xmlns:a16="http://schemas.microsoft.com/office/drawing/2014/main" id="{10E25A08-B2C6-4F6C-B88B-26C36D108440}"/>
              </a:ext>
            </a:extLst>
          </p:cNvPr>
          <p:cNvSpPr>
            <a:spLocks xmlns:a="http://schemas.openxmlformats.org/drawingml/2006/main" noGrp="1"/>
          </p:cNvSpPr>
          <p:nvPr/>
        </p:nvSpPr>
        <p:spPr>
          <a:xfrm xmlns:a="http://schemas.openxmlformats.org/drawingml/2006/main">
            <a:off x="8867775" y="3067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12" name="">
            <a:extLst xmlns:a="http://schemas.openxmlformats.org/drawingml/2006/main">
              <a:ext uri="{FF2B5EF4-FFF2-40B4-BE49-F238E27FC236}">
                <a16:creationId xmlns:a16="http://schemas.microsoft.com/office/drawing/2014/main" id="{E9081FCC-EB9A-4BAF-9DD6-816F60761EEE}"/>
              </a:ext>
            </a:extLst>
          </p:cNvPr>
          <p:cNvSpPr>
            <a:spLocks xmlns:a="http://schemas.openxmlformats.org/drawingml/2006/main" noGrp="1"/>
          </p:cNvSpPr>
          <p:nvPr/>
        </p:nvSpPr>
        <p:spPr>
          <a:xfrm xmlns:a="http://schemas.openxmlformats.org/drawingml/2006/main">
            <a:off x="8972550" y="3067050"/>
            <a:ext cx="28575"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13" name="">
            <a:extLst xmlns:a="http://schemas.openxmlformats.org/drawingml/2006/main">
              <a:ext uri="{FF2B5EF4-FFF2-40B4-BE49-F238E27FC236}">
                <a16:creationId xmlns:a16="http://schemas.microsoft.com/office/drawing/2014/main" id="{E5E299AA-CC79-43F2-8D23-A7B91DA0BCFB}"/>
              </a:ext>
            </a:extLst>
          </p:cNvPr>
          <p:cNvSpPr>
            <a:spLocks xmlns:a="http://schemas.openxmlformats.org/drawingml/2006/main" noGrp="1"/>
          </p:cNvSpPr>
          <p:nvPr/>
        </p:nvSpPr>
        <p:spPr>
          <a:xfrm xmlns:a="http://schemas.openxmlformats.org/drawingml/2006/main">
            <a:off x="8524875" y="30194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114" name="">
            <a:extLst xmlns:a="http://schemas.openxmlformats.org/drawingml/2006/main">
              <a:ext uri="{FF2B5EF4-FFF2-40B4-BE49-F238E27FC236}">
                <a16:creationId xmlns:a16="http://schemas.microsoft.com/office/drawing/2014/main" id="{448FDF75-B02F-4481-AEC8-FA113EB5C1A5}"/>
              </a:ext>
            </a:extLst>
          </p:cNvPr>
          <p:cNvSpPr>
            <a:spLocks xmlns:a="http://schemas.openxmlformats.org/drawingml/2006/main" noGrp="1"/>
          </p:cNvSpPr>
          <p:nvPr/>
        </p:nvSpPr>
        <p:spPr>
          <a:xfrm xmlns:a="http://schemas.openxmlformats.org/drawingml/2006/main">
            <a:off x="8601075" y="3105150"/>
            <a:ext cx="3238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1604"/>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signed webhook</a:t>
            </a:r>
          </a:p>
        </p:txBody>
      </p:sp>
      <p:sp>
        <p:nvSpPr>
          <p:cNvPr id="115" name="">
            <a:extLst xmlns:a="http://schemas.openxmlformats.org/drawingml/2006/main">
              <a:ext uri="{FF2B5EF4-FFF2-40B4-BE49-F238E27FC236}">
                <a16:creationId xmlns:a16="http://schemas.microsoft.com/office/drawing/2014/main" id="{AEF0DED6-E1E8-498D-AC4E-29AAF03DA58A}"/>
              </a:ext>
            </a:extLst>
          </p:cNvPr>
          <p:cNvSpPr>
            <a:spLocks xmlns:a="http://schemas.openxmlformats.org/drawingml/2006/main" noGrp="1"/>
          </p:cNvSpPr>
          <p:nvPr/>
        </p:nvSpPr>
        <p:spPr>
          <a:xfrm xmlns:a="http://schemas.openxmlformats.org/drawingml/2006/main">
            <a:off x="8524875" y="3505200"/>
            <a:ext cx="476250" cy="76200"/>
          </a:xfrm>
          <a:prstGeom xmlns:a="http://schemas.openxmlformats.org/drawingml/2006/main" prst="rightArrow">
            <a:avLst/>
          </a:prstGeom>
          <a:solidFill xmlns:a="http://schemas.openxmlformats.org/drawingml/2006/main">
            <a:srgbClr val="FF5A1F"/>
          </a:solidFill>
          <a:ln xmlns:a="http://schemas.openxmlformats.org/drawingml/2006/main" w="0">
            <a:solidFill>
              <a:srgbClr val="FF5A1F"/>
            </a:solidFill>
          </a:ln>
        </p:spPr>
      </p:sp>
      <p:sp>
        <p:nvSpPr>
          <p:cNvPr id="116" name="">
            <a:extLst xmlns:a="http://schemas.openxmlformats.org/drawingml/2006/main">
              <a:ext uri="{FF2B5EF4-FFF2-40B4-BE49-F238E27FC236}">
                <a16:creationId xmlns:a16="http://schemas.microsoft.com/office/drawing/2014/main" id="{EBD7C6F1-CA19-4C04-828F-97BE336BCA5B}"/>
              </a:ext>
            </a:extLst>
          </p:cNvPr>
          <p:cNvSpPr>
            <a:spLocks xmlns:a="http://schemas.openxmlformats.org/drawingml/2006/main" noGrp="1"/>
          </p:cNvSpPr>
          <p:nvPr/>
        </p:nvSpPr>
        <p:spPr>
          <a:xfrm xmlns:a="http://schemas.openxmlformats.org/drawingml/2006/main">
            <a:off x="8601075" y="3314700"/>
            <a:ext cx="3238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78125"/>
          </a:bodyPr>
          <a:lstStyle xmlns:a="http://schemas.openxmlformats.org/drawingml/2006/main"/>
          <a:p xmlns:a="http://schemas.openxmlformats.org/drawingml/2006/main">
            <a:pPr algn="ctr">
              <a:defRPr sz="720" b="1">
                <a:solidFill>
                  <a:srgbClr val="FF5A1F"/>
                </a:solidFill>
                <a:latin typeface="Poppins"/>
                <a:ea typeface="Poppins"/>
                <a:cs typeface="Poppins"/>
              </a:defRPr>
            </a:pPr>
            <a:r>
              <a:rPr sz="720" b="1">
                <a:solidFill>
                  <a:srgbClr val="FF5A1F"/>
                </a:solidFill>
                <a:latin typeface="Poppins"/>
                <a:ea typeface="Poppins"/>
                <a:cs typeface="Poppins"/>
              </a:rPr>
              <a:t>checkout/query</a:t>
            </a:r>
          </a:p>
        </p:txBody>
      </p:sp>
      <p:sp>
        <p:nvSpPr>
          <p:cNvPr id="117" name="">
            <a:extLst xmlns:a="http://schemas.openxmlformats.org/drawingml/2006/main">
              <a:ext uri="{FF2B5EF4-FFF2-40B4-BE49-F238E27FC236}">
                <a16:creationId xmlns:a16="http://schemas.microsoft.com/office/drawing/2014/main" id="{FE4AB178-0951-4EC3-B998-C6AF909B61B1}"/>
              </a:ext>
            </a:extLst>
          </p:cNvPr>
          <p:cNvSpPr>
            <a:spLocks xmlns:a="http://schemas.openxmlformats.org/drawingml/2006/main" noGrp="1"/>
          </p:cNvSpPr>
          <p:nvPr/>
        </p:nvSpPr>
        <p:spPr>
          <a:xfrm xmlns:a="http://schemas.openxmlformats.org/drawingml/2006/main">
            <a:off x="8658225" y="3676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18" name="">
            <a:extLst xmlns:a="http://schemas.openxmlformats.org/drawingml/2006/main">
              <a:ext uri="{FF2B5EF4-FFF2-40B4-BE49-F238E27FC236}">
                <a16:creationId xmlns:a16="http://schemas.microsoft.com/office/drawing/2014/main" id="{5CDFCAFA-C635-453E-BF99-BFC25832D37E}"/>
              </a:ext>
            </a:extLst>
          </p:cNvPr>
          <p:cNvSpPr>
            <a:spLocks xmlns:a="http://schemas.openxmlformats.org/drawingml/2006/main" noGrp="1"/>
          </p:cNvSpPr>
          <p:nvPr/>
        </p:nvSpPr>
        <p:spPr>
          <a:xfrm xmlns:a="http://schemas.openxmlformats.org/drawingml/2006/main">
            <a:off x="8763000" y="3676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19" name="">
            <a:extLst xmlns:a="http://schemas.openxmlformats.org/drawingml/2006/main">
              <a:ext uri="{FF2B5EF4-FFF2-40B4-BE49-F238E27FC236}">
                <a16:creationId xmlns:a16="http://schemas.microsoft.com/office/drawing/2014/main" id="{A18DE114-EF4C-423E-829F-0DC526CBEBE5}"/>
              </a:ext>
            </a:extLst>
          </p:cNvPr>
          <p:cNvSpPr>
            <a:spLocks xmlns:a="http://schemas.openxmlformats.org/drawingml/2006/main" noGrp="1"/>
          </p:cNvSpPr>
          <p:nvPr/>
        </p:nvSpPr>
        <p:spPr>
          <a:xfrm xmlns:a="http://schemas.openxmlformats.org/drawingml/2006/main">
            <a:off x="8867775" y="3676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20" name="">
            <a:extLst xmlns:a="http://schemas.openxmlformats.org/drawingml/2006/main">
              <a:ext uri="{FF2B5EF4-FFF2-40B4-BE49-F238E27FC236}">
                <a16:creationId xmlns:a16="http://schemas.microsoft.com/office/drawing/2014/main" id="{1E6D9BBE-7CCF-47BF-9A2D-63E62D6CEC0F}"/>
              </a:ext>
            </a:extLst>
          </p:cNvPr>
          <p:cNvSpPr>
            <a:spLocks xmlns:a="http://schemas.openxmlformats.org/drawingml/2006/main" noGrp="1"/>
          </p:cNvSpPr>
          <p:nvPr/>
        </p:nvSpPr>
        <p:spPr>
          <a:xfrm xmlns:a="http://schemas.openxmlformats.org/drawingml/2006/main">
            <a:off x="8972550" y="3676650"/>
            <a:ext cx="28575"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21" name="">
            <a:extLst xmlns:a="http://schemas.openxmlformats.org/drawingml/2006/main">
              <a:ext uri="{FF2B5EF4-FFF2-40B4-BE49-F238E27FC236}">
                <a16:creationId xmlns:a16="http://schemas.microsoft.com/office/drawing/2014/main" id="{41C87F57-1C7D-4004-BBD3-4121FC87174E}"/>
              </a:ext>
            </a:extLst>
          </p:cNvPr>
          <p:cNvSpPr>
            <a:spLocks xmlns:a="http://schemas.openxmlformats.org/drawingml/2006/main" noGrp="1"/>
          </p:cNvSpPr>
          <p:nvPr/>
        </p:nvSpPr>
        <p:spPr>
          <a:xfrm xmlns:a="http://schemas.openxmlformats.org/drawingml/2006/main">
            <a:off x="8524875" y="36290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122" name="">
            <a:extLst xmlns:a="http://schemas.openxmlformats.org/drawingml/2006/main">
              <a:ext uri="{FF2B5EF4-FFF2-40B4-BE49-F238E27FC236}">
                <a16:creationId xmlns:a16="http://schemas.microsoft.com/office/drawing/2014/main" id="{725D35E3-C0BB-4575-857E-035AC8737EC9}"/>
              </a:ext>
            </a:extLst>
          </p:cNvPr>
          <p:cNvSpPr>
            <a:spLocks xmlns:a="http://schemas.openxmlformats.org/drawingml/2006/main" noGrp="1"/>
          </p:cNvSpPr>
          <p:nvPr/>
        </p:nvSpPr>
        <p:spPr>
          <a:xfrm xmlns:a="http://schemas.openxmlformats.org/drawingml/2006/main">
            <a:off x="8601075" y="3714750"/>
            <a:ext cx="3238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2478"/>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return/IPN</a:t>
            </a:r>
          </a:p>
        </p:txBody>
      </p:sp>
      <p:sp>
        <p:nvSpPr>
          <p:cNvPr id="123" name="">
            <a:extLst xmlns:a="http://schemas.openxmlformats.org/drawingml/2006/main">
              <a:ext uri="{FF2B5EF4-FFF2-40B4-BE49-F238E27FC236}">
                <a16:creationId xmlns:a16="http://schemas.microsoft.com/office/drawing/2014/main" id="{1A10EDF3-FD04-4F17-AF49-ED8B23F16C46}"/>
              </a:ext>
            </a:extLst>
          </p:cNvPr>
          <p:cNvSpPr>
            <a:spLocks xmlns:a="http://schemas.openxmlformats.org/drawingml/2006/main" noGrp="1"/>
          </p:cNvSpPr>
          <p:nvPr/>
        </p:nvSpPr>
        <p:spPr>
          <a:xfrm xmlns:a="http://schemas.openxmlformats.org/drawingml/2006/main">
            <a:off x="8524875" y="4114800"/>
            <a:ext cx="476250" cy="762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ln>
        </p:spPr>
      </p:sp>
      <p:sp>
        <p:nvSpPr>
          <p:cNvPr id="124" name="">
            <a:extLst xmlns:a="http://schemas.openxmlformats.org/drawingml/2006/main">
              <a:ext uri="{FF2B5EF4-FFF2-40B4-BE49-F238E27FC236}">
                <a16:creationId xmlns:a16="http://schemas.microsoft.com/office/drawing/2014/main" id="{0A9218BF-7AA8-416A-8CBF-40819E0A58E8}"/>
              </a:ext>
            </a:extLst>
          </p:cNvPr>
          <p:cNvSpPr>
            <a:spLocks xmlns:a="http://schemas.openxmlformats.org/drawingml/2006/main" noGrp="1"/>
          </p:cNvSpPr>
          <p:nvPr/>
        </p:nvSpPr>
        <p:spPr>
          <a:xfrm xmlns:a="http://schemas.openxmlformats.org/drawingml/2006/main">
            <a:off x="8601075" y="3924300"/>
            <a:ext cx="3238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78125"/>
          </a:bodyPr>
          <a:lstStyle xmlns:a="http://schemas.openxmlformats.org/drawingml/2006/main"/>
          <a:p xmlns:a="http://schemas.openxmlformats.org/drawingml/2006/main">
            <a:pPr algn="ctr">
              <a:defRPr sz="720" b="1">
                <a:solidFill>
                  <a:srgbClr val="2563EB"/>
                </a:solidFill>
                <a:latin typeface="Poppins"/>
                <a:ea typeface="Poppins"/>
                <a:cs typeface="Poppins"/>
              </a:defRPr>
            </a:pPr>
            <a:r>
              <a:rPr sz="720" b="1">
                <a:solidFill>
                  <a:srgbClr val="2563EB"/>
                </a:solidFill>
                <a:latin typeface="Poppins"/>
                <a:ea typeface="Poppins"/>
                <a:cs typeface="Poppins"/>
              </a:rPr>
              <a:t>email request</a:t>
            </a:r>
          </a:p>
        </p:txBody>
      </p:sp>
      <p:sp>
        <p:nvSpPr>
          <p:cNvPr id="125" name="">
            <a:extLst xmlns:a="http://schemas.openxmlformats.org/drawingml/2006/main">
              <a:ext uri="{FF2B5EF4-FFF2-40B4-BE49-F238E27FC236}">
                <a16:creationId xmlns:a16="http://schemas.microsoft.com/office/drawing/2014/main" id="{3B372B47-BB6F-4963-B586-A143F7284E14}"/>
              </a:ext>
            </a:extLst>
          </p:cNvPr>
          <p:cNvSpPr>
            <a:spLocks xmlns:a="http://schemas.openxmlformats.org/drawingml/2006/main" noGrp="1"/>
          </p:cNvSpPr>
          <p:nvPr/>
        </p:nvSpPr>
        <p:spPr>
          <a:xfrm xmlns:a="http://schemas.openxmlformats.org/drawingml/2006/main">
            <a:off x="8658225" y="42862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26" name="">
            <a:extLst xmlns:a="http://schemas.openxmlformats.org/drawingml/2006/main">
              <a:ext uri="{FF2B5EF4-FFF2-40B4-BE49-F238E27FC236}">
                <a16:creationId xmlns:a16="http://schemas.microsoft.com/office/drawing/2014/main" id="{9752D4DF-703D-40B3-96B4-B015D61D9196}"/>
              </a:ext>
            </a:extLst>
          </p:cNvPr>
          <p:cNvSpPr>
            <a:spLocks xmlns:a="http://schemas.openxmlformats.org/drawingml/2006/main" noGrp="1"/>
          </p:cNvSpPr>
          <p:nvPr/>
        </p:nvSpPr>
        <p:spPr>
          <a:xfrm xmlns:a="http://schemas.openxmlformats.org/drawingml/2006/main">
            <a:off x="8763000" y="42862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27" name="">
            <a:extLst xmlns:a="http://schemas.openxmlformats.org/drawingml/2006/main">
              <a:ext uri="{FF2B5EF4-FFF2-40B4-BE49-F238E27FC236}">
                <a16:creationId xmlns:a16="http://schemas.microsoft.com/office/drawing/2014/main" id="{F2AF6AAB-1C70-43AB-BD9F-A6D5BE02E145}"/>
              </a:ext>
            </a:extLst>
          </p:cNvPr>
          <p:cNvSpPr>
            <a:spLocks xmlns:a="http://schemas.openxmlformats.org/drawingml/2006/main" noGrp="1"/>
          </p:cNvSpPr>
          <p:nvPr/>
        </p:nvSpPr>
        <p:spPr>
          <a:xfrm xmlns:a="http://schemas.openxmlformats.org/drawingml/2006/main">
            <a:off x="8867775" y="42862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28" name="">
            <a:extLst xmlns:a="http://schemas.openxmlformats.org/drawingml/2006/main">
              <a:ext uri="{FF2B5EF4-FFF2-40B4-BE49-F238E27FC236}">
                <a16:creationId xmlns:a16="http://schemas.microsoft.com/office/drawing/2014/main" id="{CC359292-86BF-4157-BE9B-DB6AF897AC24}"/>
              </a:ext>
            </a:extLst>
          </p:cNvPr>
          <p:cNvSpPr>
            <a:spLocks xmlns:a="http://schemas.openxmlformats.org/drawingml/2006/main" noGrp="1"/>
          </p:cNvSpPr>
          <p:nvPr/>
        </p:nvSpPr>
        <p:spPr>
          <a:xfrm xmlns:a="http://schemas.openxmlformats.org/drawingml/2006/main">
            <a:off x="8972550" y="4286250"/>
            <a:ext cx="28575"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29" name="">
            <a:extLst xmlns:a="http://schemas.openxmlformats.org/drawingml/2006/main">
              <a:ext uri="{FF2B5EF4-FFF2-40B4-BE49-F238E27FC236}">
                <a16:creationId xmlns:a16="http://schemas.microsoft.com/office/drawing/2014/main" id="{935E1413-38D5-4795-8954-420782B7A173}"/>
              </a:ext>
            </a:extLst>
          </p:cNvPr>
          <p:cNvSpPr>
            <a:spLocks xmlns:a="http://schemas.openxmlformats.org/drawingml/2006/main" noGrp="1"/>
          </p:cNvSpPr>
          <p:nvPr/>
        </p:nvSpPr>
        <p:spPr>
          <a:xfrm xmlns:a="http://schemas.openxmlformats.org/drawingml/2006/main">
            <a:off x="8524875" y="42386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130" name="">
            <a:extLst xmlns:a="http://schemas.openxmlformats.org/drawingml/2006/main">
              <a:ext uri="{FF2B5EF4-FFF2-40B4-BE49-F238E27FC236}">
                <a16:creationId xmlns:a16="http://schemas.microsoft.com/office/drawing/2014/main" id="{73CB939D-AD95-419E-A299-C2D77DE99F21}"/>
              </a:ext>
            </a:extLst>
          </p:cNvPr>
          <p:cNvSpPr>
            <a:spLocks xmlns:a="http://schemas.openxmlformats.org/drawingml/2006/main" noGrp="1"/>
          </p:cNvSpPr>
          <p:nvPr/>
        </p:nvSpPr>
        <p:spPr>
          <a:xfrm xmlns:a="http://schemas.openxmlformats.org/drawingml/2006/main">
            <a:off x="8601075" y="4324350"/>
            <a:ext cx="3238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1329"/>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API response</a:t>
            </a:r>
          </a:p>
        </p:txBody>
      </p:sp>
      <p:sp>
        <p:nvSpPr>
          <p:cNvPr id="131" name="">
            <a:extLst xmlns:a="http://schemas.openxmlformats.org/drawingml/2006/main">
              <a:ext uri="{FF2B5EF4-FFF2-40B4-BE49-F238E27FC236}">
                <a16:creationId xmlns:a16="http://schemas.microsoft.com/office/drawing/2014/main" id="{BDB743AA-278F-448D-A6EB-479A3B5D575E}"/>
              </a:ext>
            </a:extLst>
          </p:cNvPr>
          <p:cNvSpPr>
            <a:spLocks xmlns:a="http://schemas.openxmlformats.org/drawingml/2006/main" noGrp="1"/>
          </p:cNvSpPr>
          <p:nvPr/>
        </p:nvSpPr>
        <p:spPr>
          <a:xfrm xmlns:a="http://schemas.openxmlformats.org/drawingml/2006/main">
            <a:off x="8524875" y="4724400"/>
            <a:ext cx="476250" cy="76200"/>
          </a:xfrm>
          <a:prstGeom xmlns:a="http://schemas.openxmlformats.org/drawingml/2006/main" prst="rightArrow">
            <a:avLst/>
          </a:prstGeom>
          <a:solidFill xmlns:a="http://schemas.openxmlformats.org/drawingml/2006/main">
            <a:srgbClr val="16A34A"/>
          </a:solidFill>
          <a:ln xmlns:a="http://schemas.openxmlformats.org/drawingml/2006/main" w="0">
            <a:solidFill>
              <a:srgbClr val="16A34A"/>
            </a:solidFill>
          </a:ln>
        </p:spPr>
      </p:sp>
      <p:sp>
        <p:nvSpPr>
          <p:cNvPr id="132" name="">
            <a:extLst xmlns:a="http://schemas.openxmlformats.org/drawingml/2006/main">
              <a:ext uri="{FF2B5EF4-FFF2-40B4-BE49-F238E27FC236}">
                <a16:creationId xmlns:a16="http://schemas.microsoft.com/office/drawing/2014/main" id="{47B8CA62-72BD-41EF-AA3A-249423761C4D}"/>
              </a:ext>
            </a:extLst>
          </p:cNvPr>
          <p:cNvSpPr>
            <a:spLocks xmlns:a="http://schemas.openxmlformats.org/drawingml/2006/main" noGrp="1"/>
          </p:cNvSpPr>
          <p:nvPr/>
        </p:nvSpPr>
        <p:spPr>
          <a:xfrm xmlns:a="http://schemas.openxmlformats.org/drawingml/2006/main">
            <a:off x="8601075" y="4533900"/>
            <a:ext cx="3238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78125"/>
          </a:bodyPr>
          <a:lstStyle xmlns:a="http://schemas.openxmlformats.org/drawingml/2006/main"/>
          <a:p xmlns:a="http://schemas.openxmlformats.org/drawingml/2006/main">
            <a:pPr algn="ctr">
              <a:defRPr sz="720" b="1">
                <a:solidFill>
                  <a:srgbClr val="16A34A"/>
                </a:solidFill>
                <a:latin typeface="Poppins"/>
                <a:ea typeface="Poppins"/>
                <a:cs typeface="Poppins"/>
              </a:defRPr>
            </a:pPr>
            <a:r>
              <a:rPr sz="720" b="1">
                <a:solidFill>
                  <a:srgbClr val="16A34A"/>
                </a:solidFill>
                <a:latin typeface="Poppins"/>
                <a:ea typeface="Poppins"/>
                <a:cs typeface="Poppins"/>
              </a:rPr>
              <a:t>upload/read</a:t>
            </a:r>
          </a:p>
        </p:txBody>
      </p:sp>
      <p:sp>
        <p:nvSpPr>
          <p:cNvPr id="133" name="">
            <a:extLst xmlns:a="http://schemas.openxmlformats.org/drawingml/2006/main">
              <a:ext uri="{FF2B5EF4-FFF2-40B4-BE49-F238E27FC236}">
                <a16:creationId xmlns:a16="http://schemas.microsoft.com/office/drawing/2014/main" id="{4647B076-4C64-4918-924E-5008FA722ADF}"/>
              </a:ext>
            </a:extLst>
          </p:cNvPr>
          <p:cNvSpPr>
            <a:spLocks xmlns:a="http://schemas.openxmlformats.org/drawingml/2006/main" noGrp="1"/>
          </p:cNvSpPr>
          <p:nvPr/>
        </p:nvSpPr>
        <p:spPr>
          <a:xfrm xmlns:a="http://schemas.openxmlformats.org/drawingml/2006/main">
            <a:off x="8658225" y="48958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34" name="">
            <a:extLst xmlns:a="http://schemas.openxmlformats.org/drawingml/2006/main">
              <a:ext uri="{FF2B5EF4-FFF2-40B4-BE49-F238E27FC236}">
                <a16:creationId xmlns:a16="http://schemas.microsoft.com/office/drawing/2014/main" id="{B3C97847-EA7F-4B43-A45C-FF6050F32370}"/>
              </a:ext>
            </a:extLst>
          </p:cNvPr>
          <p:cNvSpPr>
            <a:spLocks xmlns:a="http://schemas.openxmlformats.org/drawingml/2006/main" noGrp="1"/>
          </p:cNvSpPr>
          <p:nvPr/>
        </p:nvSpPr>
        <p:spPr>
          <a:xfrm xmlns:a="http://schemas.openxmlformats.org/drawingml/2006/main">
            <a:off x="8763000" y="48958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35" name="">
            <a:extLst xmlns:a="http://schemas.openxmlformats.org/drawingml/2006/main">
              <a:ext uri="{FF2B5EF4-FFF2-40B4-BE49-F238E27FC236}">
                <a16:creationId xmlns:a16="http://schemas.microsoft.com/office/drawing/2014/main" id="{05D1E4A1-9012-4C7A-934A-4157BA093B88}"/>
              </a:ext>
            </a:extLst>
          </p:cNvPr>
          <p:cNvSpPr>
            <a:spLocks xmlns:a="http://schemas.openxmlformats.org/drawingml/2006/main" noGrp="1"/>
          </p:cNvSpPr>
          <p:nvPr/>
        </p:nvSpPr>
        <p:spPr>
          <a:xfrm xmlns:a="http://schemas.openxmlformats.org/drawingml/2006/main">
            <a:off x="8867775" y="48958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36" name="">
            <a:extLst xmlns:a="http://schemas.openxmlformats.org/drawingml/2006/main">
              <a:ext uri="{FF2B5EF4-FFF2-40B4-BE49-F238E27FC236}">
                <a16:creationId xmlns:a16="http://schemas.microsoft.com/office/drawing/2014/main" id="{173733DE-7BC4-40F0-9995-52E719E48441}"/>
              </a:ext>
            </a:extLst>
          </p:cNvPr>
          <p:cNvSpPr>
            <a:spLocks xmlns:a="http://schemas.openxmlformats.org/drawingml/2006/main" noGrp="1"/>
          </p:cNvSpPr>
          <p:nvPr/>
        </p:nvSpPr>
        <p:spPr>
          <a:xfrm xmlns:a="http://schemas.openxmlformats.org/drawingml/2006/main">
            <a:off x="8972550" y="4895850"/>
            <a:ext cx="28575"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37" name="">
            <a:extLst xmlns:a="http://schemas.openxmlformats.org/drawingml/2006/main">
              <a:ext uri="{FF2B5EF4-FFF2-40B4-BE49-F238E27FC236}">
                <a16:creationId xmlns:a16="http://schemas.microsoft.com/office/drawing/2014/main" id="{1CC09099-428F-452D-8510-FBBDB7201084}"/>
              </a:ext>
            </a:extLst>
          </p:cNvPr>
          <p:cNvSpPr>
            <a:spLocks xmlns:a="http://schemas.openxmlformats.org/drawingml/2006/main" noGrp="1"/>
          </p:cNvSpPr>
          <p:nvPr/>
        </p:nvSpPr>
        <p:spPr>
          <a:xfrm xmlns:a="http://schemas.openxmlformats.org/drawingml/2006/main">
            <a:off x="8524875" y="48482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138" name="">
            <a:extLst xmlns:a="http://schemas.openxmlformats.org/drawingml/2006/main">
              <a:ext uri="{FF2B5EF4-FFF2-40B4-BE49-F238E27FC236}">
                <a16:creationId xmlns:a16="http://schemas.microsoft.com/office/drawing/2014/main" id="{28C232CC-F526-40D8-982E-996C7E0E3A91}"/>
              </a:ext>
            </a:extLst>
          </p:cNvPr>
          <p:cNvSpPr>
            <a:spLocks xmlns:a="http://schemas.openxmlformats.org/drawingml/2006/main" noGrp="1"/>
          </p:cNvSpPr>
          <p:nvPr/>
        </p:nvSpPr>
        <p:spPr>
          <a:xfrm xmlns:a="http://schemas.openxmlformats.org/drawingml/2006/main">
            <a:off x="8601075" y="4933950"/>
            <a:ext cx="3238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2478"/>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object result</a:t>
            </a:r>
          </a:p>
        </p:txBody>
      </p:sp>
      <p:sp>
        <p:nvSpPr>
          <p:cNvPr id="139" name="">
            <a:extLst xmlns:a="http://schemas.openxmlformats.org/drawingml/2006/main">
              <a:ext uri="{FF2B5EF4-FFF2-40B4-BE49-F238E27FC236}">
                <a16:creationId xmlns:a16="http://schemas.microsoft.com/office/drawing/2014/main" id="{9681278D-F068-4A0B-9191-E044C9E34B0D}"/>
              </a:ext>
            </a:extLst>
          </p:cNvPr>
          <p:cNvSpPr>
            <a:spLocks xmlns:a="http://schemas.openxmlformats.org/drawingml/2006/main" noGrp="1"/>
          </p:cNvSpPr>
          <p:nvPr/>
        </p:nvSpPr>
        <p:spPr>
          <a:xfrm xmlns:a="http://schemas.openxmlformats.org/drawingml/2006/main">
            <a:off x="800100" y="5676900"/>
            <a:ext cx="10477500" cy="361950"/>
          </a:xfrm>
          <a:prstGeom xmlns:a="http://schemas.openxmlformats.org/drawingml/2006/main" prst="roundRect">
            <a:avLst>
              <a:gd name="adj" fmla="val 9000"/>
            </a:avLst>
          </a:prstGeom>
          <a:solidFill xmlns:a="http://schemas.openxmlformats.org/drawingml/2006/main">
            <a:srgbClr val="F8FAFC"/>
          </a:solidFill>
          <a:ln xmlns:a="http://schemas.openxmlformats.org/drawingml/2006/main" w="13335">
            <a:solidFill>
              <a:srgbClr val="CBD5E1"/>
            </a:solidFill>
            <a:prstDash val="solid"/>
          </a:ln>
        </p:spPr>
      </p:sp>
      <p:sp>
        <p:nvSpPr>
          <p:cNvPr id="140" name="">
            <a:extLst xmlns:a="http://schemas.openxmlformats.org/drawingml/2006/main">
              <a:ext uri="{FF2B5EF4-FFF2-40B4-BE49-F238E27FC236}">
                <a16:creationId xmlns:a16="http://schemas.microsoft.com/office/drawing/2014/main" id="{9B239E4D-D7DB-4375-9D62-031D8393D1E2}"/>
              </a:ext>
            </a:extLst>
          </p:cNvPr>
          <p:cNvSpPr>
            <a:spLocks xmlns:a="http://schemas.openxmlformats.org/drawingml/2006/main" noGrp="1"/>
          </p:cNvSpPr>
          <p:nvPr/>
        </p:nvSpPr>
        <p:spPr>
          <a:xfrm xmlns:a="http://schemas.openxmlformats.org/drawingml/2006/main">
            <a:off x="1000125" y="5762625"/>
            <a:ext cx="10077450" cy="19050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38" b="1">
                <a:solidFill>
                  <a:srgbClr val="526174"/>
                </a:solidFill>
                <a:latin typeface="Poppins"/>
                <a:ea typeface="Poppins"/>
                <a:cs typeface="Poppins"/>
              </a:defRPr>
            </a:pPr>
            <a:r>
              <a:rPr sz="938" b="1">
                <a:solidFill>
                  <a:srgbClr val="526174"/>
                </a:solidFill>
                <a:latin typeface="Poppins"/>
                <a:ea typeface="Poppins"/>
                <a:cs typeface="Poppins"/>
              </a:rPr>
              <a:t>Catalog -&gt; Booking -&gt; Payment -&gt; Staff Check-in -&gt; Wash Session -&gt; Completion -&gt; Rating -&gt; Loyalty &amp; Reporting</a:t>
            </a:r>
          </a:p>
        </p:txBody>
      </p:sp>
      <p:sp>
        <p:nvSpPr>
          <p:cNvPr id="141" name="">
            <a:extLst xmlns:a="http://schemas.openxmlformats.org/drawingml/2006/main">
              <a:ext uri="{FF2B5EF4-FFF2-40B4-BE49-F238E27FC236}">
                <a16:creationId xmlns:a16="http://schemas.microsoft.com/office/drawing/2014/main" id="{57208886-8A04-45DB-BBCE-1EEC3EBB2D6D}"/>
              </a:ext>
            </a:extLst>
          </p:cNvPr>
          <p:cNvSpPr>
            <a:spLocks xmlns:a="http://schemas.openxmlformats.org/drawingml/2006/main" noGrp="1"/>
          </p:cNvSpPr>
          <p:nvPr/>
        </p:nvSpPr>
        <p:spPr>
          <a:xfrm xmlns:a="http://schemas.openxmlformats.org/drawingml/2006/main">
            <a:off x="819150" y="6191250"/>
            <a:ext cx="333375" cy="76200"/>
          </a:xfrm>
          <a:prstGeom xmlns:a="http://schemas.openxmlformats.org/drawingml/2006/main" prst="rightArrow">
            <a:avLst/>
          </a:prstGeom>
          <a:solidFill xmlns:a="http://schemas.openxmlformats.org/drawingml/2006/main">
            <a:srgbClr val="0B1220"/>
          </a:solidFill>
          <a:ln xmlns:a="http://schemas.openxmlformats.org/drawingml/2006/main" w="0">
            <a:solidFill>
              <a:srgbClr val="0B1220"/>
            </a:solidFill>
          </a:ln>
        </p:spPr>
      </p:sp>
      <p:sp>
        <p:nvSpPr>
          <p:cNvPr id="142" name="">
            <a:extLst xmlns:a="http://schemas.openxmlformats.org/drawingml/2006/main">
              <a:ext uri="{FF2B5EF4-FFF2-40B4-BE49-F238E27FC236}">
                <a16:creationId xmlns:a16="http://schemas.microsoft.com/office/drawing/2014/main" id="{5469F0C8-5E3D-4E7A-87A5-CDE34A672E88}"/>
              </a:ext>
            </a:extLst>
          </p:cNvPr>
          <p:cNvSpPr>
            <a:spLocks xmlns:a="http://schemas.openxmlformats.org/drawingml/2006/main" noGrp="1"/>
          </p:cNvSpPr>
          <p:nvPr/>
        </p:nvSpPr>
        <p:spPr>
          <a:xfrm xmlns:a="http://schemas.openxmlformats.org/drawingml/2006/main">
            <a:off x="1238250" y="6134100"/>
            <a:ext cx="1333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526174"/>
                </a:solidFill>
                <a:latin typeface="Poppins"/>
                <a:ea typeface="Poppins"/>
                <a:cs typeface="Poppins"/>
              </a:defRPr>
            </a:pPr>
            <a:r>
              <a:rPr sz="675" b="0">
                <a:solidFill>
                  <a:srgbClr val="526174"/>
                </a:solidFill>
                <a:latin typeface="Poppins"/>
                <a:ea typeface="Poppins"/>
                <a:cs typeface="Poppins"/>
              </a:rPr>
              <a:t>Request / command</a:t>
            </a:r>
          </a:p>
        </p:txBody>
      </p:sp>
      <p:sp>
        <p:nvSpPr>
          <p:cNvPr id="143" name="">
            <a:extLst xmlns:a="http://schemas.openxmlformats.org/drawingml/2006/main">
              <a:ext uri="{FF2B5EF4-FFF2-40B4-BE49-F238E27FC236}">
                <a16:creationId xmlns:a16="http://schemas.microsoft.com/office/drawing/2014/main" id="{EDA29DEF-9790-4863-BA03-DF6936811D16}"/>
              </a:ext>
            </a:extLst>
          </p:cNvPr>
          <p:cNvSpPr>
            <a:spLocks xmlns:a="http://schemas.openxmlformats.org/drawingml/2006/main" noGrp="1"/>
          </p:cNvSpPr>
          <p:nvPr/>
        </p:nvSpPr>
        <p:spPr>
          <a:xfrm xmlns:a="http://schemas.openxmlformats.org/drawingml/2006/main">
            <a:off x="2914650" y="6229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44" name="">
            <a:extLst xmlns:a="http://schemas.openxmlformats.org/drawingml/2006/main">
              <a:ext uri="{FF2B5EF4-FFF2-40B4-BE49-F238E27FC236}">
                <a16:creationId xmlns:a16="http://schemas.microsoft.com/office/drawing/2014/main" id="{646BD89A-772E-4BD2-886F-8B77B3D5529B}"/>
              </a:ext>
            </a:extLst>
          </p:cNvPr>
          <p:cNvSpPr>
            <a:spLocks xmlns:a="http://schemas.openxmlformats.org/drawingml/2006/main" noGrp="1"/>
          </p:cNvSpPr>
          <p:nvPr/>
        </p:nvSpPr>
        <p:spPr>
          <a:xfrm xmlns:a="http://schemas.openxmlformats.org/drawingml/2006/main">
            <a:off x="3019425" y="6229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45" name="">
            <a:extLst xmlns:a="http://schemas.openxmlformats.org/drawingml/2006/main">
              <a:ext uri="{FF2B5EF4-FFF2-40B4-BE49-F238E27FC236}">
                <a16:creationId xmlns:a16="http://schemas.microsoft.com/office/drawing/2014/main" id="{44CCD1ED-7AAE-4161-89D3-430A7C2D64A7}"/>
              </a:ext>
            </a:extLst>
          </p:cNvPr>
          <p:cNvSpPr>
            <a:spLocks xmlns:a="http://schemas.openxmlformats.org/drawingml/2006/main" noGrp="1"/>
          </p:cNvSpPr>
          <p:nvPr/>
        </p:nvSpPr>
        <p:spPr>
          <a:xfrm xmlns:a="http://schemas.openxmlformats.org/drawingml/2006/main">
            <a:off x="2781300" y="61817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146" name="">
            <a:extLst xmlns:a="http://schemas.openxmlformats.org/drawingml/2006/main">
              <a:ext uri="{FF2B5EF4-FFF2-40B4-BE49-F238E27FC236}">
                <a16:creationId xmlns:a16="http://schemas.microsoft.com/office/drawing/2014/main" id="{C5624836-3B0B-4E36-965D-46CA471CABF4}"/>
              </a:ext>
            </a:extLst>
          </p:cNvPr>
          <p:cNvSpPr>
            <a:spLocks xmlns:a="http://schemas.openxmlformats.org/drawingml/2006/main" noGrp="1"/>
          </p:cNvSpPr>
          <p:nvPr/>
        </p:nvSpPr>
        <p:spPr>
          <a:xfrm xmlns:a="http://schemas.openxmlformats.org/drawingml/2006/main">
            <a:off x="3219450" y="6134100"/>
            <a:ext cx="195262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526174"/>
                </a:solidFill>
                <a:latin typeface="Poppins"/>
                <a:ea typeface="Poppins"/>
                <a:cs typeface="Poppins"/>
              </a:defRPr>
            </a:pPr>
            <a:r>
              <a:rPr sz="675" b="0">
                <a:solidFill>
                  <a:srgbClr val="526174"/>
                </a:solidFill>
                <a:latin typeface="Poppins"/>
                <a:ea typeface="Poppins"/>
                <a:cs typeface="Poppins"/>
              </a:rPr>
              <a:t>Response / callback / event</a:t>
            </a:r>
          </a:p>
        </p:txBody>
      </p:sp>
      <p:sp>
        <p:nvSpPr>
          <p:cNvPr id="147" name="">
            <a:extLst xmlns:a="http://schemas.openxmlformats.org/drawingml/2006/main">
              <a:ext uri="{FF2B5EF4-FFF2-40B4-BE49-F238E27FC236}">
                <a16:creationId xmlns:a16="http://schemas.microsoft.com/office/drawing/2014/main" id="{37FF4ED0-0381-40D3-BCAB-7414B83F281D}"/>
              </a:ext>
            </a:extLst>
          </p:cNvPr>
          <p:cNvSpPr>
            <a:spLocks xmlns:a="http://schemas.openxmlformats.org/drawingml/2006/main" noGrp="1"/>
          </p:cNvSpPr>
          <p:nvPr/>
        </p:nvSpPr>
        <p:spPr>
          <a:xfrm xmlns:a="http://schemas.openxmlformats.org/drawingml/2006/main">
            <a:off x="7239000" y="6134100"/>
            <a:ext cx="40386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675" b="0">
                <a:solidFill>
                  <a:srgbClr val="526174"/>
                </a:solidFill>
                <a:latin typeface="Poppins"/>
                <a:ea typeface="Poppins"/>
                <a:cs typeface="Poppins"/>
              </a:defRPr>
            </a:pPr>
            <a:r>
              <a:rPr sz="675" b="0">
                <a:solidFill>
                  <a:srgbClr val="526174"/>
                </a:solidFill>
                <a:latin typeface="Poppins"/>
                <a:ea typeface="Poppins"/>
                <a:cs typeface="Poppins"/>
              </a:rPr>
              <a:t>All endpoints and statuses follow the repository implementation.</a:t>
            </a:r>
          </a:p>
        </p:txBody>
      </p:sp>
    </p:spTree>
    <p:extLst>
      <p:ext uri="{BB962C8B-B14F-4D97-AF65-F5344CB8AC3E}">
        <p14:creationId xmlns:p14="http://schemas.microsoft.com/office/powerpoint/2010/main" val="1588833530"/>
      </p:ext>
    </p:extLst>
  </p:cSld>
</p:sld>
</file>

<file path=ppt/slides/slide2.xml><?xml version="1.0" encoding="utf-8"?>
<p:sld xmlns:p="http://schemas.openxmlformats.org/presentationml/2006/main">
  <p:cSld>
    <p:bg>
      <p:bgPr>
        <a:solidFill xmlns:a="http://schemas.openxmlformats.org/drawingml/2006/main">
          <a:srgbClr val="F2F5F9"/>
        </a:solidFill>
      </p:bgPr>
    </p:bg>
    <p:spTree>
      <p:nvGrpSpPr>
        <p:cNvPr id="1" name=""/>
        <p:cNvGrpSpPr/>
        <p:nvPr/>
      </p:nvGrpSpPr>
      <p:grpSpPr>
        <a:xfrm xmlns:a="http://schemas.openxmlformats.org/drawingml/2006/main"/>
      </p:grpSpPr>
      <p:sp>
        <p:nvSpPr>
          <p:cNvPr id="346" name="">
            <a:extLst xmlns:a="http://schemas.openxmlformats.org/drawingml/2006/main">
              <a:ext uri="{FF2B5EF4-FFF2-40B4-BE49-F238E27FC236}">
                <a16:creationId xmlns:a16="http://schemas.microsoft.com/office/drawing/2014/main" id="{F43E5277-BC7F-4467-976E-8D2DF76118CE}"/>
              </a:ext>
            </a:extLst>
          </p:cNvPr>
          <p:cNvSpPr>
            <a:spLocks xmlns:a="http://schemas.openxmlformats.org/drawingml/2006/main" noGrp="1"/>
          </p:cNvSpPr>
          <p:nvPr/>
        </p:nvSpPr>
        <p:spPr>
          <a:xfrm xmlns:a="http://schemas.openxmlformats.org/drawingml/2006/main">
            <a:off x="457200" y="323850"/>
            <a:ext cx="11277600" cy="6191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 name="">
            <a:extLst xmlns:a="http://schemas.openxmlformats.org/drawingml/2006/main">
              <a:ext uri="{FF2B5EF4-FFF2-40B4-BE49-F238E27FC236}">
                <a16:creationId xmlns:a16="http://schemas.microsoft.com/office/drawing/2014/main" id="{6BAB2FB0-AC06-4958-ABC6-EC70E6FBC92D}"/>
              </a:ext>
            </a:extLst>
          </p:cNvPr>
          <p:cNvSpPr>
            <a:spLocks xmlns:a="http://schemas.openxmlformats.org/drawingml/2006/main" noGrp="1"/>
          </p:cNvSpPr>
          <p:nvPr/>
        </p:nvSpPr>
        <p:spPr>
          <a:xfrm xmlns:a="http://schemas.openxmlformats.org/drawingml/2006/main">
            <a:off x="457200" y="323850"/>
            <a:ext cx="76200" cy="619125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ln>
        </p:spPr>
      </p:sp>
      <p:sp>
        <p:nvSpPr>
          <p:cNvPr id="3" name="">
            <a:extLst xmlns:a="http://schemas.openxmlformats.org/drawingml/2006/main">
              <a:ext uri="{FF2B5EF4-FFF2-40B4-BE49-F238E27FC236}">
                <a16:creationId xmlns:a16="http://schemas.microsoft.com/office/drawing/2014/main" id="{4E61624E-6DB4-46AA-BB61-D2B59177C7CC}"/>
              </a:ext>
            </a:extLst>
          </p:cNvPr>
          <p:cNvSpPr>
            <a:spLocks xmlns:a="http://schemas.openxmlformats.org/drawingml/2006/main" noGrp="1"/>
          </p:cNvSpPr>
          <p:nvPr/>
        </p:nvSpPr>
        <p:spPr>
          <a:xfrm xmlns:a="http://schemas.openxmlformats.org/drawingml/2006/main">
            <a:off x="781050" y="552450"/>
            <a:ext cx="857250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325" b="1">
                <a:solidFill>
                  <a:srgbClr val="0B1220"/>
                </a:solidFill>
                <a:latin typeface="Poppins"/>
                <a:ea typeface="Poppins"/>
                <a:cs typeface="Poppins"/>
              </a:defRPr>
            </a:pPr>
            <a:r>
              <a:rPr sz="2325" b="1">
                <a:solidFill>
                  <a:srgbClr val="0B1220"/>
                </a:solidFill>
                <a:latin typeface="Poppins"/>
                <a:ea typeface="Poppins"/>
                <a:cs typeface="Poppins"/>
              </a:rPr>
              <a:t>Authentication, Catalog &amp; Vehicle Flow</a:t>
            </a:r>
          </a:p>
        </p:txBody>
      </p:sp>
      <p:sp>
        <p:nvSpPr>
          <p:cNvPr id="4" name="">
            <a:extLst xmlns:a="http://schemas.openxmlformats.org/drawingml/2006/main">
              <a:ext uri="{FF2B5EF4-FFF2-40B4-BE49-F238E27FC236}">
                <a16:creationId xmlns:a16="http://schemas.microsoft.com/office/drawing/2014/main" id="{33F4A33A-2E76-4B01-A62E-A9A861408637}"/>
              </a:ext>
            </a:extLst>
          </p:cNvPr>
          <p:cNvSpPr>
            <a:spLocks xmlns:a="http://schemas.openxmlformats.org/drawingml/2006/main" noGrp="1"/>
          </p:cNvSpPr>
          <p:nvPr/>
        </p:nvSpPr>
        <p:spPr>
          <a:xfrm xmlns:a="http://schemas.openxmlformats.org/drawingml/2006/main">
            <a:off x="800100" y="1019175"/>
            <a:ext cx="857250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38" b="0">
                <a:solidFill>
                  <a:srgbClr val="526174"/>
                </a:solidFill>
                <a:latin typeface="Poppins"/>
                <a:ea typeface="Poppins"/>
                <a:cs typeface="Poppins"/>
              </a:defRPr>
            </a:pPr>
            <a:r>
              <a:rPr sz="938" b="0">
                <a:solidFill>
                  <a:srgbClr val="526174"/>
                </a:solidFill>
                <a:latin typeface="Poppins"/>
                <a:ea typeface="Poppins"/>
                <a:cs typeface="Poppins"/>
              </a:rPr>
              <a:t>The browser uses Next.js routes; protected API calls carry JWT and backend state is persisted in PostgreSQL.</a:t>
            </a:r>
          </a:p>
        </p:txBody>
      </p:sp>
      <p:sp>
        <p:nvSpPr>
          <p:cNvPr id="5" name="">
            <a:extLst xmlns:a="http://schemas.openxmlformats.org/drawingml/2006/main">
              <a:ext uri="{FF2B5EF4-FFF2-40B4-BE49-F238E27FC236}">
                <a16:creationId xmlns:a16="http://schemas.microsoft.com/office/drawing/2014/main" id="{FDC775B0-DB38-4079-A5B0-E6EC6A0AECD4}"/>
              </a:ext>
            </a:extLst>
          </p:cNvPr>
          <p:cNvSpPr>
            <a:spLocks xmlns:a="http://schemas.openxmlformats.org/drawingml/2006/main" noGrp="1"/>
          </p:cNvSpPr>
          <p:nvPr/>
        </p:nvSpPr>
        <p:spPr>
          <a:xfrm xmlns:a="http://schemas.openxmlformats.org/drawingml/2006/main">
            <a:off x="9906000" y="600075"/>
            <a:ext cx="1381125" cy="266700"/>
          </a:xfrm>
          <a:prstGeom xmlns:a="http://schemas.openxmlformats.org/drawingml/2006/main" prst="roundRect">
            <a:avLst>
              <a:gd name="adj" fmla="val 30000"/>
            </a:avLst>
          </a:prstGeom>
          <a:solidFill xmlns:a="http://schemas.openxmlformats.org/drawingml/2006/main">
            <a:srgbClr val="0B1220"/>
          </a:solidFill>
          <a:ln xmlns:a="http://schemas.openxmlformats.org/drawingml/2006/main" w="13335">
            <a:solidFill>
              <a:srgbClr val="0B1220"/>
            </a:solidFill>
            <a:prstDash val="solid"/>
          </a:ln>
        </p:spPr>
      </p:sp>
      <p:sp>
        <p:nvSpPr>
          <p:cNvPr id="6" name="">
            <a:extLst xmlns:a="http://schemas.openxmlformats.org/drawingml/2006/main">
              <a:ext uri="{FF2B5EF4-FFF2-40B4-BE49-F238E27FC236}">
                <a16:creationId xmlns:a16="http://schemas.microsoft.com/office/drawing/2014/main" id="{76211924-2577-43AF-9076-4FC783B50E7B}"/>
              </a:ext>
            </a:extLst>
          </p:cNvPr>
          <p:cNvSpPr>
            <a:spLocks xmlns:a="http://schemas.openxmlformats.org/drawingml/2006/main" noGrp="1"/>
          </p:cNvSpPr>
          <p:nvPr/>
        </p:nvSpPr>
        <p:spPr>
          <a:xfrm xmlns:a="http://schemas.openxmlformats.org/drawingml/2006/main">
            <a:off x="10001250" y="638175"/>
            <a:ext cx="119062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13" b="1">
                <a:solidFill>
                  <a:srgbClr val="FFFFFF"/>
                </a:solidFill>
                <a:latin typeface="Poppins"/>
                <a:ea typeface="Poppins"/>
                <a:cs typeface="Poppins"/>
              </a:defRPr>
            </a:pPr>
            <a:r>
              <a:rPr sz="713" b="1">
                <a:solidFill>
                  <a:srgbClr val="FFFFFF"/>
                </a:solidFill>
                <a:latin typeface="Poppins"/>
                <a:ea typeface="Poppins"/>
                <a:cs typeface="Poppins"/>
              </a:rPr>
              <a:t>ORIGIN/DEV  b5ad575</a:t>
            </a:r>
          </a:p>
        </p:txBody>
      </p:sp>
      <p:sp>
        <p:nvSpPr>
          <p:cNvPr id="7" name="">
            <a:extLst xmlns:a="http://schemas.openxmlformats.org/drawingml/2006/main">
              <a:ext uri="{FF2B5EF4-FFF2-40B4-BE49-F238E27FC236}">
                <a16:creationId xmlns:a16="http://schemas.microsoft.com/office/drawing/2014/main" id="{5BF584F7-2FD2-4A14-B9C3-6DBF184009DF}"/>
              </a:ext>
            </a:extLst>
          </p:cNvPr>
          <p:cNvSpPr>
            <a:spLocks xmlns:a="http://schemas.openxmlformats.org/drawingml/2006/main" noGrp="1"/>
          </p:cNvSpPr>
          <p:nvPr/>
        </p:nvSpPr>
        <p:spPr>
          <a:xfrm xmlns:a="http://schemas.openxmlformats.org/drawingml/2006/main">
            <a:off x="781050" y="1390650"/>
            <a:ext cx="1676400" cy="247650"/>
          </a:xfrm>
          <a:prstGeom xmlns:a="http://schemas.openxmlformats.org/drawingml/2006/main" prst="roundRect">
            <a:avLst>
              <a:gd name="adj" fmla="val 30000"/>
            </a:avLst>
          </a:prstGeom>
          <a:solidFill xmlns:a="http://schemas.openxmlformats.org/drawingml/2006/main">
            <a:srgbClr val="2563EB"/>
          </a:solidFill>
          <a:ln xmlns:a="http://schemas.openxmlformats.org/drawingml/2006/main" w="13335">
            <a:solidFill>
              <a:srgbClr val="2563EB"/>
            </a:solidFill>
            <a:prstDash val="solid"/>
          </a:ln>
        </p:spPr>
      </p:sp>
      <p:sp>
        <p:nvSpPr>
          <p:cNvPr id="8" name="">
            <a:extLst xmlns:a="http://schemas.openxmlformats.org/drawingml/2006/main">
              <a:ext uri="{FF2B5EF4-FFF2-40B4-BE49-F238E27FC236}">
                <a16:creationId xmlns:a16="http://schemas.microsoft.com/office/drawing/2014/main" id="{3FDCB983-4A47-4207-83A6-7B529D51163D}"/>
              </a:ext>
            </a:extLst>
          </p:cNvPr>
          <p:cNvSpPr>
            <a:spLocks xmlns:a="http://schemas.openxmlformats.org/drawingml/2006/main" noGrp="1"/>
          </p:cNvSpPr>
          <p:nvPr/>
        </p:nvSpPr>
        <p:spPr>
          <a:xfrm xmlns:a="http://schemas.openxmlformats.org/drawingml/2006/main">
            <a:off x="8477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USER</a:t>
            </a:r>
          </a:p>
        </p:txBody>
      </p:sp>
      <p:sp>
        <p:nvSpPr>
          <p:cNvPr id="9" name="">
            <a:extLst xmlns:a="http://schemas.openxmlformats.org/drawingml/2006/main">
              <a:ext uri="{FF2B5EF4-FFF2-40B4-BE49-F238E27FC236}">
                <a16:creationId xmlns:a16="http://schemas.microsoft.com/office/drawing/2014/main" id="{9748EA94-4EE7-497A-B975-53EDA6EEA7D4}"/>
              </a:ext>
            </a:extLst>
          </p:cNvPr>
          <p:cNvSpPr>
            <a:spLocks xmlns:a="http://schemas.openxmlformats.org/drawingml/2006/main" noGrp="1"/>
          </p:cNvSpPr>
          <p:nvPr/>
        </p:nvSpPr>
        <p:spPr>
          <a:xfrm xmlns:a="http://schemas.openxmlformats.org/drawingml/2006/main">
            <a:off x="8191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Guest or customer</a:t>
            </a:r>
          </a:p>
        </p:txBody>
      </p:sp>
      <p:sp>
        <p:nvSpPr>
          <p:cNvPr id="10" name="">
            <a:extLst xmlns:a="http://schemas.openxmlformats.org/drawingml/2006/main">
              <a:ext uri="{FF2B5EF4-FFF2-40B4-BE49-F238E27FC236}">
                <a16:creationId xmlns:a16="http://schemas.microsoft.com/office/drawing/2014/main" id="{97DA9730-3B17-414C-96FC-335E853A1E78}"/>
              </a:ext>
            </a:extLst>
          </p:cNvPr>
          <p:cNvSpPr>
            <a:spLocks xmlns:a="http://schemas.openxmlformats.org/drawingml/2006/main" noGrp="1"/>
          </p:cNvSpPr>
          <p:nvPr/>
        </p:nvSpPr>
        <p:spPr>
          <a:xfrm xmlns:a="http://schemas.openxmlformats.org/drawingml/2006/main">
            <a:off x="16097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 name="">
            <a:extLst xmlns:a="http://schemas.openxmlformats.org/drawingml/2006/main">
              <a:ext uri="{FF2B5EF4-FFF2-40B4-BE49-F238E27FC236}">
                <a16:creationId xmlns:a16="http://schemas.microsoft.com/office/drawing/2014/main" id="{BCE3470F-4582-4ACA-A886-35373237CB52}"/>
              </a:ext>
            </a:extLst>
          </p:cNvPr>
          <p:cNvSpPr>
            <a:spLocks xmlns:a="http://schemas.openxmlformats.org/drawingml/2006/main" noGrp="1"/>
          </p:cNvSpPr>
          <p:nvPr/>
        </p:nvSpPr>
        <p:spPr>
          <a:xfrm xmlns:a="http://schemas.openxmlformats.org/drawingml/2006/main">
            <a:off x="16097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 name="">
            <a:extLst xmlns:a="http://schemas.openxmlformats.org/drawingml/2006/main">
              <a:ext uri="{FF2B5EF4-FFF2-40B4-BE49-F238E27FC236}">
                <a16:creationId xmlns:a16="http://schemas.microsoft.com/office/drawing/2014/main" id="{BB26CF46-2B70-4583-AD34-04D50612C2DA}"/>
              </a:ext>
            </a:extLst>
          </p:cNvPr>
          <p:cNvSpPr>
            <a:spLocks xmlns:a="http://schemas.openxmlformats.org/drawingml/2006/main" noGrp="1"/>
          </p:cNvSpPr>
          <p:nvPr/>
        </p:nvSpPr>
        <p:spPr>
          <a:xfrm xmlns:a="http://schemas.openxmlformats.org/drawingml/2006/main">
            <a:off x="16097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 name="">
            <a:extLst xmlns:a="http://schemas.openxmlformats.org/drawingml/2006/main">
              <a:ext uri="{FF2B5EF4-FFF2-40B4-BE49-F238E27FC236}">
                <a16:creationId xmlns:a16="http://schemas.microsoft.com/office/drawing/2014/main" id="{1D737601-B853-4789-BF2F-E4B43B722B28}"/>
              </a:ext>
            </a:extLst>
          </p:cNvPr>
          <p:cNvSpPr>
            <a:spLocks xmlns:a="http://schemas.openxmlformats.org/drawingml/2006/main" noGrp="1"/>
          </p:cNvSpPr>
          <p:nvPr/>
        </p:nvSpPr>
        <p:spPr>
          <a:xfrm xmlns:a="http://schemas.openxmlformats.org/drawingml/2006/main">
            <a:off x="16097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 name="">
            <a:extLst xmlns:a="http://schemas.openxmlformats.org/drawingml/2006/main">
              <a:ext uri="{FF2B5EF4-FFF2-40B4-BE49-F238E27FC236}">
                <a16:creationId xmlns:a16="http://schemas.microsoft.com/office/drawing/2014/main" id="{669A9A35-CAD7-427B-947F-A5573A863150}"/>
              </a:ext>
            </a:extLst>
          </p:cNvPr>
          <p:cNvSpPr>
            <a:spLocks xmlns:a="http://schemas.openxmlformats.org/drawingml/2006/main" noGrp="1"/>
          </p:cNvSpPr>
          <p:nvPr/>
        </p:nvSpPr>
        <p:spPr>
          <a:xfrm xmlns:a="http://schemas.openxmlformats.org/drawingml/2006/main">
            <a:off x="16097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 name="">
            <a:extLst xmlns:a="http://schemas.openxmlformats.org/drawingml/2006/main">
              <a:ext uri="{FF2B5EF4-FFF2-40B4-BE49-F238E27FC236}">
                <a16:creationId xmlns:a16="http://schemas.microsoft.com/office/drawing/2014/main" id="{0F05181E-A315-4B99-920C-A1FFB08B1505}"/>
              </a:ext>
            </a:extLst>
          </p:cNvPr>
          <p:cNvSpPr>
            <a:spLocks xmlns:a="http://schemas.openxmlformats.org/drawingml/2006/main" noGrp="1"/>
          </p:cNvSpPr>
          <p:nvPr/>
        </p:nvSpPr>
        <p:spPr>
          <a:xfrm xmlns:a="http://schemas.openxmlformats.org/drawingml/2006/main">
            <a:off x="16097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 name="">
            <a:extLst xmlns:a="http://schemas.openxmlformats.org/drawingml/2006/main">
              <a:ext uri="{FF2B5EF4-FFF2-40B4-BE49-F238E27FC236}">
                <a16:creationId xmlns:a16="http://schemas.microsoft.com/office/drawing/2014/main" id="{2EA520F3-C7B9-43E1-B45C-5B2B75590534}"/>
              </a:ext>
            </a:extLst>
          </p:cNvPr>
          <p:cNvSpPr>
            <a:spLocks xmlns:a="http://schemas.openxmlformats.org/drawingml/2006/main" noGrp="1"/>
          </p:cNvSpPr>
          <p:nvPr/>
        </p:nvSpPr>
        <p:spPr>
          <a:xfrm xmlns:a="http://schemas.openxmlformats.org/drawingml/2006/main">
            <a:off x="16097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7" name="">
            <a:extLst xmlns:a="http://schemas.openxmlformats.org/drawingml/2006/main">
              <a:ext uri="{FF2B5EF4-FFF2-40B4-BE49-F238E27FC236}">
                <a16:creationId xmlns:a16="http://schemas.microsoft.com/office/drawing/2014/main" id="{21D81230-C7C3-466A-AECA-2C393CF58FC0}"/>
              </a:ext>
            </a:extLst>
          </p:cNvPr>
          <p:cNvSpPr>
            <a:spLocks xmlns:a="http://schemas.openxmlformats.org/drawingml/2006/main" noGrp="1"/>
          </p:cNvSpPr>
          <p:nvPr/>
        </p:nvSpPr>
        <p:spPr>
          <a:xfrm xmlns:a="http://schemas.openxmlformats.org/drawingml/2006/main">
            <a:off x="16097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8" name="">
            <a:extLst xmlns:a="http://schemas.openxmlformats.org/drawingml/2006/main">
              <a:ext uri="{FF2B5EF4-FFF2-40B4-BE49-F238E27FC236}">
                <a16:creationId xmlns:a16="http://schemas.microsoft.com/office/drawing/2014/main" id="{15555411-8CD7-4903-B909-C7499932AF32}"/>
              </a:ext>
            </a:extLst>
          </p:cNvPr>
          <p:cNvSpPr>
            <a:spLocks xmlns:a="http://schemas.openxmlformats.org/drawingml/2006/main" noGrp="1"/>
          </p:cNvSpPr>
          <p:nvPr/>
        </p:nvSpPr>
        <p:spPr>
          <a:xfrm xmlns:a="http://schemas.openxmlformats.org/drawingml/2006/main">
            <a:off x="16097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9" name="">
            <a:extLst xmlns:a="http://schemas.openxmlformats.org/drawingml/2006/main">
              <a:ext uri="{FF2B5EF4-FFF2-40B4-BE49-F238E27FC236}">
                <a16:creationId xmlns:a16="http://schemas.microsoft.com/office/drawing/2014/main" id="{20B7B731-F9B1-46E3-8C0C-B878A2A17F62}"/>
              </a:ext>
            </a:extLst>
          </p:cNvPr>
          <p:cNvSpPr>
            <a:spLocks xmlns:a="http://schemas.openxmlformats.org/drawingml/2006/main" noGrp="1"/>
          </p:cNvSpPr>
          <p:nvPr/>
        </p:nvSpPr>
        <p:spPr>
          <a:xfrm xmlns:a="http://schemas.openxmlformats.org/drawingml/2006/main">
            <a:off x="16097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0" name="">
            <a:extLst xmlns:a="http://schemas.openxmlformats.org/drawingml/2006/main">
              <a:ext uri="{FF2B5EF4-FFF2-40B4-BE49-F238E27FC236}">
                <a16:creationId xmlns:a16="http://schemas.microsoft.com/office/drawing/2014/main" id="{EB8EEDCC-AFA7-4C5D-BD6E-98620EE29445}"/>
              </a:ext>
            </a:extLst>
          </p:cNvPr>
          <p:cNvSpPr>
            <a:spLocks xmlns:a="http://schemas.openxmlformats.org/drawingml/2006/main" noGrp="1"/>
          </p:cNvSpPr>
          <p:nvPr/>
        </p:nvSpPr>
        <p:spPr>
          <a:xfrm xmlns:a="http://schemas.openxmlformats.org/drawingml/2006/main">
            <a:off x="16097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1" name="">
            <a:extLst xmlns:a="http://schemas.openxmlformats.org/drawingml/2006/main">
              <a:ext uri="{FF2B5EF4-FFF2-40B4-BE49-F238E27FC236}">
                <a16:creationId xmlns:a16="http://schemas.microsoft.com/office/drawing/2014/main" id="{966D0E23-88BC-4CB7-9F0D-33C0B268E3D1}"/>
              </a:ext>
            </a:extLst>
          </p:cNvPr>
          <p:cNvSpPr>
            <a:spLocks xmlns:a="http://schemas.openxmlformats.org/drawingml/2006/main" noGrp="1"/>
          </p:cNvSpPr>
          <p:nvPr/>
        </p:nvSpPr>
        <p:spPr>
          <a:xfrm xmlns:a="http://schemas.openxmlformats.org/drawingml/2006/main">
            <a:off x="16097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2" name="">
            <a:extLst xmlns:a="http://schemas.openxmlformats.org/drawingml/2006/main">
              <a:ext uri="{FF2B5EF4-FFF2-40B4-BE49-F238E27FC236}">
                <a16:creationId xmlns:a16="http://schemas.microsoft.com/office/drawing/2014/main" id="{A3836F15-1F12-42FA-BF2E-E4BF924F04D3}"/>
              </a:ext>
            </a:extLst>
          </p:cNvPr>
          <p:cNvSpPr>
            <a:spLocks xmlns:a="http://schemas.openxmlformats.org/drawingml/2006/main" noGrp="1"/>
          </p:cNvSpPr>
          <p:nvPr/>
        </p:nvSpPr>
        <p:spPr>
          <a:xfrm xmlns:a="http://schemas.openxmlformats.org/drawingml/2006/main">
            <a:off x="16097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3" name="">
            <a:extLst xmlns:a="http://schemas.openxmlformats.org/drawingml/2006/main">
              <a:ext uri="{FF2B5EF4-FFF2-40B4-BE49-F238E27FC236}">
                <a16:creationId xmlns:a16="http://schemas.microsoft.com/office/drawing/2014/main" id="{230AA5DC-FF18-4D94-9C35-715D87C644F1}"/>
              </a:ext>
            </a:extLst>
          </p:cNvPr>
          <p:cNvSpPr>
            <a:spLocks xmlns:a="http://schemas.openxmlformats.org/drawingml/2006/main" noGrp="1"/>
          </p:cNvSpPr>
          <p:nvPr/>
        </p:nvSpPr>
        <p:spPr>
          <a:xfrm xmlns:a="http://schemas.openxmlformats.org/drawingml/2006/main">
            <a:off x="16097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4" name="">
            <a:extLst xmlns:a="http://schemas.openxmlformats.org/drawingml/2006/main">
              <a:ext uri="{FF2B5EF4-FFF2-40B4-BE49-F238E27FC236}">
                <a16:creationId xmlns:a16="http://schemas.microsoft.com/office/drawing/2014/main" id="{970F5842-D754-4B03-82BB-4FBEE7A4D74B}"/>
              </a:ext>
            </a:extLst>
          </p:cNvPr>
          <p:cNvSpPr>
            <a:spLocks xmlns:a="http://schemas.openxmlformats.org/drawingml/2006/main" noGrp="1"/>
          </p:cNvSpPr>
          <p:nvPr/>
        </p:nvSpPr>
        <p:spPr>
          <a:xfrm xmlns:a="http://schemas.openxmlformats.org/drawingml/2006/main">
            <a:off x="16097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5" name="">
            <a:extLst xmlns:a="http://schemas.openxmlformats.org/drawingml/2006/main">
              <a:ext uri="{FF2B5EF4-FFF2-40B4-BE49-F238E27FC236}">
                <a16:creationId xmlns:a16="http://schemas.microsoft.com/office/drawing/2014/main" id="{41008A8A-FF4A-41FD-8024-F472B39A9326}"/>
              </a:ext>
            </a:extLst>
          </p:cNvPr>
          <p:cNvSpPr>
            <a:spLocks xmlns:a="http://schemas.openxmlformats.org/drawingml/2006/main" noGrp="1"/>
          </p:cNvSpPr>
          <p:nvPr/>
        </p:nvSpPr>
        <p:spPr>
          <a:xfrm xmlns:a="http://schemas.openxmlformats.org/drawingml/2006/main">
            <a:off x="16097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6" name="">
            <a:extLst xmlns:a="http://schemas.openxmlformats.org/drawingml/2006/main">
              <a:ext uri="{FF2B5EF4-FFF2-40B4-BE49-F238E27FC236}">
                <a16:creationId xmlns:a16="http://schemas.microsoft.com/office/drawing/2014/main" id="{1C6D4156-14AE-4427-8CF3-0622CCD43642}"/>
              </a:ext>
            </a:extLst>
          </p:cNvPr>
          <p:cNvSpPr>
            <a:spLocks xmlns:a="http://schemas.openxmlformats.org/drawingml/2006/main" noGrp="1"/>
          </p:cNvSpPr>
          <p:nvPr/>
        </p:nvSpPr>
        <p:spPr>
          <a:xfrm xmlns:a="http://schemas.openxmlformats.org/drawingml/2006/main">
            <a:off x="16097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7" name="">
            <a:extLst xmlns:a="http://schemas.openxmlformats.org/drawingml/2006/main">
              <a:ext uri="{FF2B5EF4-FFF2-40B4-BE49-F238E27FC236}">
                <a16:creationId xmlns:a16="http://schemas.microsoft.com/office/drawing/2014/main" id="{5BD2CBE8-5613-4B26-A06B-0A2623A9EAE1}"/>
              </a:ext>
            </a:extLst>
          </p:cNvPr>
          <p:cNvSpPr>
            <a:spLocks xmlns:a="http://schemas.openxmlformats.org/drawingml/2006/main" noGrp="1"/>
          </p:cNvSpPr>
          <p:nvPr/>
        </p:nvSpPr>
        <p:spPr>
          <a:xfrm xmlns:a="http://schemas.openxmlformats.org/drawingml/2006/main">
            <a:off x="16097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8" name="">
            <a:extLst xmlns:a="http://schemas.openxmlformats.org/drawingml/2006/main">
              <a:ext uri="{FF2B5EF4-FFF2-40B4-BE49-F238E27FC236}">
                <a16:creationId xmlns:a16="http://schemas.microsoft.com/office/drawing/2014/main" id="{CE93683D-AC90-4470-937E-8C00D86B9090}"/>
              </a:ext>
            </a:extLst>
          </p:cNvPr>
          <p:cNvSpPr>
            <a:spLocks xmlns:a="http://schemas.openxmlformats.org/drawingml/2006/main" noGrp="1"/>
          </p:cNvSpPr>
          <p:nvPr/>
        </p:nvSpPr>
        <p:spPr>
          <a:xfrm xmlns:a="http://schemas.openxmlformats.org/drawingml/2006/main">
            <a:off x="16097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9" name="">
            <a:extLst xmlns:a="http://schemas.openxmlformats.org/drawingml/2006/main">
              <a:ext uri="{FF2B5EF4-FFF2-40B4-BE49-F238E27FC236}">
                <a16:creationId xmlns:a16="http://schemas.microsoft.com/office/drawing/2014/main" id="{7FE86891-9D72-46D1-8D79-9A75DC913085}"/>
              </a:ext>
            </a:extLst>
          </p:cNvPr>
          <p:cNvSpPr>
            <a:spLocks xmlns:a="http://schemas.openxmlformats.org/drawingml/2006/main" noGrp="1"/>
          </p:cNvSpPr>
          <p:nvPr/>
        </p:nvSpPr>
        <p:spPr>
          <a:xfrm xmlns:a="http://schemas.openxmlformats.org/drawingml/2006/main">
            <a:off x="16097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0" name="">
            <a:extLst xmlns:a="http://schemas.openxmlformats.org/drawingml/2006/main">
              <a:ext uri="{FF2B5EF4-FFF2-40B4-BE49-F238E27FC236}">
                <a16:creationId xmlns:a16="http://schemas.microsoft.com/office/drawing/2014/main" id="{E36843AD-2D2B-441B-9A8F-077D69513DE5}"/>
              </a:ext>
            </a:extLst>
          </p:cNvPr>
          <p:cNvSpPr>
            <a:spLocks xmlns:a="http://schemas.openxmlformats.org/drawingml/2006/main" noGrp="1"/>
          </p:cNvSpPr>
          <p:nvPr/>
        </p:nvSpPr>
        <p:spPr>
          <a:xfrm xmlns:a="http://schemas.openxmlformats.org/drawingml/2006/main">
            <a:off x="16097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1" name="">
            <a:extLst xmlns:a="http://schemas.openxmlformats.org/drawingml/2006/main">
              <a:ext uri="{FF2B5EF4-FFF2-40B4-BE49-F238E27FC236}">
                <a16:creationId xmlns:a16="http://schemas.microsoft.com/office/drawing/2014/main" id="{929792C2-9A59-4884-8B00-C6A78B7DCE1F}"/>
              </a:ext>
            </a:extLst>
          </p:cNvPr>
          <p:cNvSpPr>
            <a:spLocks xmlns:a="http://schemas.openxmlformats.org/drawingml/2006/main" noGrp="1"/>
          </p:cNvSpPr>
          <p:nvPr/>
        </p:nvSpPr>
        <p:spPr>
          <a:xfrm xmlns:a="http://schemas.openxmlformats.org/drawingml/2006/main">
            <a:off x="16097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2" name="">
            <a:extLst xmlns:a="http://schemas.openxmlformats.org/drawingml/2006/main">
              <a:ext uri="{FF2B5EF4-FFF2-40B4-BE49-F238E27FC236}">
                <a16:creationId xmlns:a16="http://schemas.microsoft.com/office/drawing/2014/main" id="{2729352F-47F3-45CD-BDC6-72083174464D}"/>
              </a:ext>
            </a:extLst>
          </p:cNvPr>
          <p:cNvSpPr>
            <a:spLocks xmlns:a="http://schemas.openxmlformats.org/drawingml/2006/main" noGrp="1"/>
          </p:cNvSpPr>
          <p:nvPr/>
        </p:nvSpPr>
        <p:spPr>
          <a:xfrm xmlns:a="http://schemas.openxmlformats.org/drawingml/2006/main">
            <a:off x="16097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3" name="">
            <a:extLst xmlns:a="http://schemas.openxmlformats.org/drawingml/2006/main">
              <a:ext uri="{FF2B5EF4-FFF2-40B4-BE49-F238E27FC236}">
                <a16:creationId xmlns:a16="http://schemas.microsoft.com/office/drawing/2014/main" id="{A3DED2E5-CBEC-4576-8A56-6546ED5E1F5E}"/>
              </a:ext>
            </a:extLst>
          </p:cNvPr>
          <p:cNvSpPr>
            <a:spLocks xmlns:a="http://schemas.openxmlformats.org/drawingml/2006/main" noGrp="1"/>
          </p:cNvSpPr>
          <p:nvPr/>
        </p:nvSpPr>
        <p:spPr>
          <a:xfrm xmlns:a="http://schemas.openxmlformats.org/drawingml/2006/main">
            <a:off x="16097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4" name="">
            <a:extLst xmlns:a="http://schemas.openxmlformats.org/drawingml/2006/main">
              <a:ext uri="{FF2B5EF4-FFF2-40B4-BE49-F238E27FC236}">
                <a16:creationId xmlns:a16="http://schemas.microsoft.com/office/drawing/2014/main" id="{708A108A-CDBE-41E5-BA26-CA8C1AD5E8E7}"/>
              </a:ext>
            </a:extLst>
          </p:cNvPr>
          <p:cNvSpPr>
            <a:spLocks xmlns:a="http://schemas.openxmlformats.org/drawingml/2006/main" noGrp="1"/>
          </p:cNvSpPr>
          <p:nvPr/>
        </p:nvSpPr>
        <p:spPr>
          <a:xfrm xmlns:a="http://schemas.openxmlformats.org/drawingml/2006/main">
            <a:off x="16097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5" name="">
            <a:extLst xmlns:a="http://schemas.openxmlformats.org/drawingml/2006/main">
              <a:ext uri="{FF2B5EF4-FFF2-40B4-BE49-F238E27FC236}">
                <a16:creationId xmlns:a16="http://schemas.microsoft.com/office/drawing/2014/main" id="{D2B63E62-30A0-4E8A-AF4C-AF272786DD4F}"/>
              </a:ext>
            </a:extLst>
          </p:cNvPr>
          <p:cNvSpPr>
            <a:spLocks xmlns:a="http://schemas.openxmlformats.org/drawingml/2006/main" noGrp="1"/>
          </p:cNvSpPr>
          <p:nvPr/>
        </p:nvSpPr>
        <p:spPr>
          <a:xfrm xmlns:a="http://schemas.openxmlformats.org/drawingml/2006/main">
            <a:off x="16097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6" name="">
            <a:extLst xmlns:a="http://schemas.openxmlformats.org/drawingml/2006/main">
              <a:ext uri="{FF2B5EF4-FFF2-40B4-BE49-F238E27FC236}">
                <a16:creationId xmlns:a16="http://schemas.microsoft.com/office/drawing/2014/main" id="{2FC886A3-A75D-49CE-AA96-8C0DCDBBB3B9}"/>
              </a:ext>
            </a:extLst>
          </p:cNvPr>
          <p:cNvSpPr>
            <a:spLocks xmlns:a="http://schemas.openxmlformats.org/drawingml/2006/main" noGrp="1"/>
          </p:cNvSpPr>
          <p:nvPr/>
        </p:nvSpPr>
        <p:spPr>
          <a:xfrm xmlns:a="http://schemas.openxmlformats.org/drawingml/2006/main">
            <a:off x="16097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7" name="">
            <a:extLst xmlns:a="http://schemas.openxmlformats.org/drawingml/2006/main">
              <a:ext uri="{FF2B5EF4-FFF2-40B4-BE49-F238E27FC236}">
                <a16:creationId xmlns:a16="http://schemas.microsoft.com/office/drawing/2014/main" id="{22BD7A5B-C641-4D3B-A3DC-8543C20DE808}"/>
              </a:ext>
            </a:extLst>
          </p:cNvPr>
          <p:cNvSpPr>
            <a:spLocks xmlns:a="http://schemas.openxmlformats.org/drawingml/2006/main" noGrp="1"/>
          </p:cNvSpPr>
          <p:nvPr/>
        </p:nvSpPr>
        <p:spPr>
          <a:xfrm xmlns:a="http://schemas.openxmlformats.org/drawingml/2006/main">
            <a:off x="16097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8" name="">
            <a:extLst xmlns:a="http://schemas.openxmlformats.org/drawingml/2006/main">
              <a:ext uri="{FF2B5EF4-FFF2-40B4-BE49-F238E27FC236}">
                <a16:creationId xmlns:a16="http://schemas.microsoft.com/office/drawing/2014/main" id="{7FC9B55F-C772-4F54-884E-0F700FCE1F59}"/>
              </a:ext>
            </a:extLst>
          </p:cNvPr>
          <p:cNvSpPr>
            <a:spLocks xmlns:a="http://schemas.openxmlformats.org/drawingml/2006/main" noGrp="1"/>
          </p:cNvSpPr>
          <p:nvPr/>
        </p:nvSpPr>
        <p:spPr>
          <a:xfrm xmlns:a="http://schemas.openxmlformats.org/drawingml/2006/main">
            <a:off x="16097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9" name="">
            <a:extLst xmlns:a="http://schemas.openxmlformats.org/drawingml/2006/main">
              <a:ext uri="{FF2B5EF4-FFF2-40B4-BE49-F238E27FC236}">
                <a16:creationId xmlns:a16="http://schemas.microsoft.com/office/drawing/2014/main" id="{A1D2C711-0A90-46C5-BD0A-857D2E770F62}"/>
              </a:ext>
            </a:extLst>
          </p:cNvPr>
          <p:cNvSpPr>
            <a:spLocks xmlns:a="http://schemas.openxmlformats.org/drawingml/2006/main" noGrp="1"/>
          </p:cNvSpPr>
          <p:nvPr/>
        </p:nvSpPr>
        <p:spPr>
          <a:xfrm xmlns:a="http://schemas.openxmlformats.org/drawingml/2006/main">
            <a:off x="2857500" y="1390650"/>
            <a:ext cx="1676400" cy="247650"/>
          </a:xfrm>
          <a:prstGeom xmlns:a="http://schemas.openxmlformats.org/drawingml/2006/main" prst="roundRect">
            <a:avLst>
              <a:gd name="adj" fmla="val 30000"/>
            </a:avLst>
          </a:prstGeom>
          <a:solidFill xmlns:a="http://schemas.openxmlformats.org/drawingml/2006/main">
            <a:srgbClr val="08BFD3"/>
          </a:solidFill>
          <a:ln xmlns:a="http://schemas.openxmlformats.org/drawingml/2006/main" w="13335">
            <a:solidFill>
              <a:srgbClr val="08BFD3"/>
            </a:solidFill>
            <a:prstDash val="solid"/>
          </a:ln>
        </p:spPr>
      </p:sp>
      <p:sp>
        <p:nvSpPr>
          <p:cNvPr id="40" name="">
            <a:extLst xmlns:a="http://schemas.openxmlformats.org/drawingml/2006/main">
              <a:ext uri="{FF2B5EF4-FFF2-40B4-BE49-F238E27FC236}">
                <a16:creationId xmlns:a16="http://schemas.microsoft.com/office/drawing/2014/main" id="{62AC1382-4F8B-4ADC-8209-E7886999F384}"/>
              </a:ext>
            </a:extLst>
          </p:cNvPr>
          <p:cNvSpPr>
            <a:spLocks xmlns:a="http://schemas.openxmlformats.org/drawingml/2006/main" noGrp="1"/>
          </p:cNvSpPr>
          <p:nvPr/>
        </p:nvSpPr>
        <p:spPr>
          <a:xfrm xmlns:a="http://schemas.openxmlformats.org/drawingml/2006/main">
            <a:off x="292417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NEXT.JS</a:t>
            </a:r>
          </a:p>
        </p:txBody>
      </p:sp>
      <p:sp>
        <p:nvSpPr>
          <p:cNvPr id="41" name="">
            <a:extLst xmlns:a="http://schemas.openxmlformats.org/drawingml/2006/main">
              <a:ext uri="{FF2B5EF4-FFF2-40B4-BE49-F238E27FC236}">
                <a16:creationId xmlns:a16="http://schemas.microsoft.com/office/drawing/2014/main" id="{B50CEA74-5877-4676-A689-A1DDEF7AEA96}"/>
              </a:ext>
            </a:extLst>
          </p:cNvPr>
          <p:cNvSpPr>
            <a:spLocks xmlns:a="http://schemas.openxmlformats.org/drawingml/2006/main" noGrp="1"/>
          </p:cNvSpPr>
          <p:nvPr/>
        </p:nvSpPr>
        <p:spPr>
          <a:xfrm xmlns:a="http://schemas.openxmlformats.org/drawingml/2006/main">
            <a:off x="289560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Auth/catalog/vehicle pages</a:t>
            </a:r>
          </a:p>
        </p:txBody>
      </p:sp>
      <p:sp>
        <p:nvSpPr>
          <p:cNvPr id="42" name="">
            <a:extLst xmlns:a="http://schemas.openxmlformats.org/drawingml/2006/main">
              <a:ext uri="{FF2B5EF4-FFF2-40B4-BE49-F238E27FC236}">
                <a16:creationId xmlns:a16="http://schemas.microsoft.com/office/drawing/2014/main" id="{AA3B05C5-210C-42A9-8D93-0EEFBA2E53C5}"/>
              </a:ext>
            </a:extLst>
          </p:cNvPr>
          <p:cNvSpPr>
            <a:spLocks xmlns:a="http://schemas.openxmlformats.org/drawingml/2006/main" noGrp="1"/>
          </p:cNvSpPr>
          <p:nvPr/>
        </p:nvSpPr>
        <p:spPr>
          <a:xfrm xmlns:a="http://schemas.openxmlformats.org/drawingml/2006/main">
            <a:off x="368617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3" name="">
            <a:extLst xmlns:a="http://schemas.openxmlformats.org/drawingml/2006/main">
              <a:ext uri="{FF2B5EF4-FFF2-40B4-BE49-F238E27FC236}">
                <a16:creationId xmlns:a16="http://schemas.microsoft.com/office/drawing/2014/main" id="{300E6B44-F216-42A4-9EF4-0704AC81937B}"/>
              </a:ext>
            </a:extLst>
          </p:cNvPr>
          <p:cNvSpPr>
            <a:spLocks xmlns:a="http://schemas.openxmlformats.org/drawingml/2006/main" noGrp="1"/>
          </p:cNvSpPr>
          <p:nvPr/>
        </p:nvSpPr>
        <p:spPr>
          <a:xfrm xmlns:a="http://schemas.openxmlformats.org/drawingml/2006/main">
            <a:off x="368617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4" name="">
            <a:extLst xmlns:a="http://schemas.openxmlformats.org/drawingml/2006/main">
              <a:ext uri="{FF2B5EF4-FFF2-40B4-BE49-F238E27FC236}">
                <a16:creationId xmlns:a16="http://schemas.microsoft.com/office/drawing/2014/main" id="{327369B5-BD26-42DE-A820-6B1C2673CEB1}"/>
              </a:ext>
            </a:extLst>
          </p:cNvPr>
          <p:cNvSpPr>
            <a:spLocks xmlns:a="http://schemas.openxmlformats.org/drawingml/2006/main" noGrp="1"/>
          </p:cNvSpPr>
          <p:nvPr/>
        </p:nvSpPr>
        <p:spPr>
          <a:xfrm xmlns:a="http://schemas.openxmlformats.org/drawingml/2006/main">
            <a:off x="368617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5" name="">
            <a:extLst xmlns:a="http://schemas.openxmlformats.org/drawingml/2006/main">
              <a:ext uri="{FF2B5EF4-FFF2-40B4-BE49-F238E27FC236}">
                <a16:creationId xmlns:a16="http://schemas.microsoft.com/office/drawing/2014/main" id="{A4F28161-CBDF-412C-854F-B7778A529B9F}"/>
              </a:ext>
            </a:extLst>
          </p:cNvPr>
          <p:cNvSpPr>
            <a:spLocks xmlns:a="http://schemas.openxmlformats.org/drawingml/2006/main" noGrp="1"/>
          </p:cNvSpPr>
          <p:nvPr/>
        </p:nvSpPr>
        <p:spPr>
          <a:xfrm xmlns:a="http://schemas.openxmlformats.org/drawingml/2006/main">
            <a:off x="368617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6" name="">
            <a:extLst xmlns:a="http://schemas.openxmlformats.org/drawingml/2006/main">
              <a:ext uri="{FF2B5EF4-FFF2-40B4-BE49-F238E27FC236}">
                <a16:creationId xmlns:a16="http://schemas.microsoft.com/office/drawing/2014/main" id="{66E9620A-84BE-4F35-A6FE-4499EC60D370}"/>
              </a:ext>
            </a:extLst>
          </p:cNvPr>
          <p:cNvSpPr>
            <a:spLocks xmlns:a="http://schemas.openxmlformats.org/drawingml/2006/main" noGrp="1"/>
          </p:cNvSpPr>
          <p:nvPr/>
        </p:nvSpPr>
        <p:spPr>
          <a:xfrm xmlns:a="http://schemas.openxmlformats.org/drawingml/2006/main">
            <a:off x="368617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7" name="">
            <a:extLst xmlns:a="http://schemas.openxmlformats.org/drawingml/2006/main">
              <a:ext uri="{FF2B5EF4-FFF2-40B4-BE49-F238E27FC236}">
                <a16:creationId xmlns:a16="http://schemas.microsoft.com/office/drawing/2014/main" id="{35D5404F-C63B-41AE-8AAB-DD831EFAC3F2}"/>
              </a:ext>
            </a:extLst>
          </p:cNvPr>
          <p:cNvSpPr>
            <a:spLocks xmlns:a="http://schemas.openxmlformats.org/drawingml/2006/main" noGrp="1"/>
          </p:cNvSpPr>
          <p:nvPr/>
        </p:nvSpPr>
        <p:spPr>
          <a:xfrm xmlns:a="http://schemas.openxmlformats.org/drawingml/2006/main">
            <a:off x="368617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8" name="">
            <a:extLst xmlns:a="http://schemas.openxmlformats.org/drawingml/2006/main">
              <a:ext uri="{FF2B5EF4-FFF2-40B4-BE49-F238E27FC236}">
                <a16:creationId xmlns:a16="http://schemas.microsoft.com/office/drawing/2014/main" id="{C87A3D2A-D0F2-4923-954B-C690C211727A}"/>
              </a:ext>
            </a:extLst>
          </p:cNvPr>
          <p:cNvSpPr>
            <a:spLocks xmlns:a="http://schemas.openxmlformats.org/drawingml/2006/main" noGrp="1"/>
          </p:cNvSpPr>
          <p:nvPr/>
        </p:nvSpPr>
        <p:spPr>
          <a:xfrm xmlns:a="http://schemas.openxmlformats.org/drawingml/2006/main">
            <a:off x="368617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9" name="">
            <a:extLst xmlns:a="http://schemas.openxmlformats.org/drawingml/2006/main">
              <a:ext uri="{FF2B5EF4-FFF2-40B4-BE49-F238E27FC236}">
                <a16:creationId xmlns:a16="http://schemas.microsoft.com/office/drawing/2014/main" id="{991FA6EE-EF06-4ADF-BBD8-FCB06AFCE4D0}"/>
              </a:ext>
            </a:extLst>
          </p:cNvPr>
          <p:cNvSpPr>
            <a:spLocks xmlns:a="http://schemas.openxmlformats.org/drawingml/2006/main" noGrp="1"/>
          </p:cNvSpPr>
          <p:nvPr/>
        </p:nvSpPr>
        <p:spPr>
          <a:xfrm xmlns:a="http://schemas.openxmlformats.org/drawingml/2006/main">
            <a:off x="368617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0" name="">
            <a:extLst xmlns:a="http://schemas.openxmlformats.org/drawingml/2006/main">
              <a:ext uri="{FF2B5EF4-FFF2-40B4-BE49-F238E27FC236}">
                <a16:creationId xmlns:a16="http://schemas.microsoft.com/office/drawing/2014/main" id="{39012E7F-8971-4781-BE54-B8CB10254BBD}"/>
              </a:ext>
            </a:extLst>
          </p:cNvPr>
          <p:cNvSpPr>
            <a:spLocks xmlns:a="http://schemas.openxmlformats.org/drawingml/2006/main" noGrp="1"/>
          </p:cNvSpPr>
          <p:nvPr/>
        </p:nvSpPr>
        <p:spPr>
          <a:xfrm xmlns:a="http://schemas.openxmlformats.org/drawingml/2006/main">
            <a:off x="368617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1" name="">
            <a:extLst xmlns:a="http://schemas.openxmlformats.org/drawingml/2006/main">
              <a:ext uri="{FF2B5EF4-FFF2-40B4-BE49-F238E27FC236}">
                <a16:creationId xmlns:a16="http://schemas.microsoft.com/office/drawing/2014/main" id="{A10125D6-FFB7-4D66-8DDA-6EB413263C97}"/>
              </a:ext>
            </a:extLst>
          </p:cNvPr>
          <p:cNvSpPr>
            <a:spLocks xmlns:a="http://schemas.openxmlformats.org/drawingml/2006/main" noGrp="1"/>
          </p:cNvSpPr>
          <p:nvPr/>
        </p:nvSpPr>
        <p:spPr>
          <a:xfrm xmlns:a="http://schemas.openxmlformats.org/drawingml/2006/main">
            <a:off x="368617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2" name="">
            <a:extLst xmlns:a="http://schemas.openxmlformats.org/drawingml/2006/main">
              <a:ext uri="{FF2B5EF4-FFF2-40B4-BE49-F238E27FC236}">
                <a16:creationId xmlns:a16="http://schemas.microsoft.com/office/drawing/2014/main" id="{AD067499-F709-463B-B747-EDE4DD5F582D}"/>
              </a:ext>
            </a:extLst>
          </p:cNvPr>
          <p:cNvSpPr>
            <a:spLocks xmlns:a="http://schemas.openxmlformats.org/drawingml/2006/main" noGrp="1"/>
          </p:cNvSpPr>
          <p:nvPr/>
        </p:nvSpPr>
        <p:spPr>
          <a:xfrm xmlns:a="http://schemas.openxmlformats.org/drawingml/2006/main">
            <a:off x="368617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3" name="">
            <a:extLst xmlns:a="http://schemas.openxmlformats.org/drawingml/2006/main">
              <a:ext uri="{FF2B5EF4-FFF2-40B4-BE49-F238E27FC236}">
                <a16:creationId xmlns:a16="http://schemas.microsoft.com/office/drawing/2014/main" id="{DFD9EAB8-834D-4C1C-A83C-458C16F752CC}"/>
              </a:ext>
            </a:extLst>
          </p:cNvPr>
          <p:cNvSpPr>
            <a:spLocks xmlns:a="http://schemas.openxmlformats.org/drawingml/2006/main" noGrp="1"/>
          </p:cNvSpPr>
          <p:nvPr/>
        </p:nvSpPr>
        <p:spPr>
          <a:xfrm xmlns:a="http://schemas.openxmlformats.org/drawingml/2006/main">
            <a:off x="368617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4" name="">
            <a:extLst xmlns:a="http://schemas.openxmlformats.org/drawingml/2006/main">
              <a:ext uri="{FF2B5EF4-FFF2-40B4-BE49-F238E27FC236}">
                <a16:creationId xmlns:a16="http://schemas.microsoft.com/office/drawing/2014/main" id="{5F2F40CB-5132-4FAC-ACD5-70BC7B2D4F01}"/>
              </a:ext>
            </a:extLst>
          </p:cNvPr>
          <p:cNvSpPr>
            <a:spLocks xmlns:a="http://schemas.openxmlformats.org/drawingml/2006/main" noGrp="1"/>
          </p:cNvSpPr>
          <p:nvPr/>
        </p:nvSpPr>
        <p:spPr>
          <a:xfrm xmlns:a="http://schemas.openxmlformats.org/drawingml/2006/main">
            <a:off x="368617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5" name="">
            <a:extLst xmlns:a="http://schemas.openxmlformats.org/drawingml/2006/main">
              <a:ext uri="{FF2B5EF4-FFF2-40B4-BE49-F238E27FC236}">
                <a16:creationId xmlns:a16="http://schemas.microsoft.com/office/drawing/2014/main" id="{01B2E19D-7126-4181-BC9E-945E5C94D7F1}"/>
              </a:ext>
            </a:extLst>
          </p:cNvPr>
          <p:cNvSpPr>
            <a:spLocks xmlns:a="http://schemas.openxmlformats.org/drawingml/2006/main" noGrp="1"/>
          </p:cNvSpPr>
          <p:nvPr/>
        </p:nvSpPr>
        <p:spPr>
          <a:xfrm xmlns:a="http://schemas.openxmlformats.org/drawingml/2006/main">
            <a:off x="368617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6" name="">
            <a:extLst xmlns:a="http://schemas.openxmlformats.org/drawingml/2006/main">
              <a:ext uri="{FF2B5EF4-FFF2-40B4-BE49-F238E27FC236}">
                <a16:creationId xmlns:a16="http://schemas.microsoft.com/office/drawing/2014/main" id="{D30AB006-72D5-47D2-90A0-2541560B5DC4}"/>
              </a:ext>
            </a:extLst>
          </p:cNvPr>
          <p:cNvSpPr>
            <a:spLocks xmlns:a="http://schemas.openxmlformats.org/drawingml/2006/main" noGrp="1"/>
          </p:cNvSpPr>
          <p:nvPr/>
        </p:nvSpPr>
        <p:spPr>
          <a:xfrm xmlns:a="http://schemas.openxmlformats.org/drawingml/2006/main">
            <a:off x="368617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7" name="">
            <a:extLst xmlns:a="http://schemas.openxmlformats.org/drawingml/2006/main">
              <a:ext uri="{FF2B5EF4-FFF2-40B4-BE49-F238E27FC236}">
                <a16:creationId xmlns:a16="http://schemas.microsoft.com/office/drawing/2014/main" id="{EA7C3A44-AC3B-4C58-B5B7-5E6C97273673}"/>
              </a:ext>
            </a:extLst>
          </p:cNvPr>
          <p:cNvSpPr>
            <a:spLocks xmlns:a="http://schemas.openxmlformats.org/drawingml/2006/main" noGrp="1"/>
          </p:cNvSpPr>
          <p:nvPr/>
        </p:nvSpPr>
        <p:spPr>
          <a:xfrm xmlns:a="http://schemas.openxmlformats.org/drawingml/2006/main">
            <a:off x="368617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8" name="">
            <a:extLst xmlns:a="http://schemas.openxmlformats.org/drawingml/2006/main">
              <a:ext uri="{FF2B5EF4-FFF2-40B4-BE49-F238E27FC236}">
                <a16:creationId xmlns:a16="http://schemas.microsoft.com/office/drawing/2014/main" id="{C5D2A465-32D3-489D-8C97-8E4FBD22C9CB}"/>
              </a:ext>
            </a:extLst>
          </p:cNvPr>
          <p:cNvSpPr>
            <a:spLocks xmlns:a="http://schemas.openxmlformats.org/drawingml/2006/main" noGrp="1"/>
          </p:cNvSpPr>
          <p:nvPr/>
        </p:nvSpPr>
        <p:spPr>
          <a:xfrm xmlns:a="http://schemas.openxmlformats.org/drawingml/2006/main">
            <a:off x="368617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9" name="">
            <a:extLst xmlns:a="http://schemas.openxmlformats.org/drawingml/2006/main">
              <a:ext uri="{FF2B5EF4-FFF2-40B4-BE49-F238E27FC236}">
                <a16:creationId xmlns:a16="http://schemas.microsoft.com/office/drawing/2014/main" id="{D3A609A4-5039-49F8-BB7A-EF7A2AE91715}"/>
              </a:ext>
            </a:extLst>
          </p:cNvPr>
          <p:cNvSpPr>
            <a:spLocks xmlns:a="http://schemas.openxmlformats.org/drawingml/2006/main" noGrp="1"/>
          </p:cNvSpPr>
          <p:nvPr/>
        </p:nvSpPr>
        <p:spPr>
          <a:xfrm xmlns:a="http://schemas.openxmlformats.org/drawingml/2006/main">
            <a:off x="368617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0" name="">
            <a:extLst xmlns:a="http://schemas.openxmlformats.org/drawingml/2006/main">
              <a:ext uri="{FF2B5EF4-FFF2-40B4-BE49-F238E27FC236}">
                <a16:creationId xmlns:a16="http://schemas.microsoft.com/office/drawing/2014/main" id="{F4B4FBDF-3040-48DA-A1E1-5B17298DB7D4}"/>
              </a:ext>
            </a:extLst>
          </p:cNvPr>
          <p:cNvSpPr>
            <a:spLocks xmlns:a="http://schemas.openxmlformats.org/drawingml/2006/main" noGrp="1"/>
          </p:cNvSpPr>
          <p:nvPr/>
        </p:nvSpPr>
        <p:spPr>
          <a:xfrm xmlns:a="http://schemas.openxmlformats.org/drawingml/2006/main">
            <a:off x="368617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1" name="">
            <a:extLst xmlns:a="http://schemas.openxmlformats.org/drawingml/2006/main">
              <a:ext uri="{FF2B5EF4-FFF2-40B4-BE49-F238E27FC236}">
                <a16:creationId xmlns:a16="http://schemas.microsoft.com/office/drawing/2014/main" id="{85E50E93-4B99-4C1F-BDDC-FA1D4B53D961}"/>
              </a:ext>
            </a:extLst>
          </p:cNvPr>
          <p:cNvSpPr>
            <a:spLocks xmlns:a="http://schemas.openxmlformats.org/drawingml/2006/main" noGrp="1"/>
          </p:cNvSpPr>
          <p:nvPr/>
        </p:nvSpPr>
        <p:spPr>
          <a:xfrm xmlns:a="http://schemas.openxmlformats.org/drawingml/2006/main">
            <a:off x="368617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2" name="">
            <a:extLst xmlns:a="http://schemas.openxmlformats.org/drawingml/2006/main">
              <a:ext uri="{FF2B5EF4-FFF2-40B4-BE49-F238E27FC236}">
                <a16:creationId xmlns:a16="http://schemas.microsoft.com/office/drawing/2014/main" id="{465D7537-7CF3-455D-BEAA-27E54048DD14}"/>
              </a:ext>
            </a:extLst>
          </p:cNvPr>
          <p:cNvSpPr>
            <a:spLocks xmlns:a="http://schemas.openxmlformats.org/drawingml/2006/main" noGrp="1"/>
          </p:cNvSpPr>
          <p:nvPr/>
        </p:nvSpPr>
        <p:spPr>
          <a:xfrm xmlns:a="http://schemas.openxmlformats.org/drawingml/2006/main">
            <a:off x="368617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3" name="">
            <a:extLst xmlns:a="http://schemas.openxmlformats.org/drawingml/2006/main">
              <a:ext uri="{FF2B5EF4-FFF2-40B4-BE49-F238E27FC236}">
                <a16:creationId xmlns:a16="http://schemas.microsoft.com/office/drawing/2014/main" id="{46A167FB-3DE5-4D3C-AF05-EECE0833CA5C}"/>
              </a:ext>
            </a:extLst>
          </p:cNvPr>
          <p:cNvSpPr>
            <a:spLocks xmlns:a="http://schemas.openxmlformats.org/drawingml/2006/main" noGrp="1"/>
          </p:cNvSpPr>
          <p:nvPr/>
        </p:nvSpPr>
        <p:spPr>
          <a:xfrm xmlns:a="http://schemas.openxmlformats.org/drawingml/2006/main">
            <a:off x="368617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4" name="">
            <a:extLst xmlns:a="http://schemas.openxmlformats.org/drawingml/2006/main">
              <a:ext uri="{FF2B5EF4-FFF2-40B4-BE49-F238E27FC236}">
                <a16:creationId xmlns:a16="http://schemas.microsoft.com/office/drawing/2014/main" id="{A34DFCAA-FD8B-47BA-8C34-10C587E037BC}"/>
              </a:ext>
            </a:extLst>
          </p:cNvPr>
          <p:cNvSpPr>
            <a:spLocks xmlns:a="http://schemas.openxmlformats.org/drawingml/2006/main" noGrp="1"/>
          </p:cNvSpPr>
          <p:nvPr/>
        </p:nvSpPr>
        <p:spPr>
          <a:xfrm xmlns:a="http://schemas.openxmlformats.org/drawingml/2006/main">
            <a:off x="368617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5" name="">
            <a:extLst xmlns:a="http://schemas.openxmlformats.org/drawingml/2006/main">
              <a:ext uri="{FF2B5EF4-FFF2-40B4-BE49-F238E27FC236}">
                <a16:creationId xmlns:a16="http://schemas.microsoft.com/office/drawing/2014/main" id="{61B61AEB-6558-4164-A521-5C55D1E675A8}"/>
              </a:ext>
            </a:extLst>
          </p:cNvPr>
          <p:cNvSpPr>
            <a:spLocks xmlns:a="http://schemas.openxmlformats.org/drawingml/2006/main" noGrp="1"/>
          </p:cNvSpPr>
          <p:nvPr/>
        </p:nvSpPr>
        <p:spPr>
          <a:xfrm xmlns:a="http://schemas.openxmlformats.org/drawingml/2006/main">
            <a:off x="368617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6" name="">
            <a:extLst xmlns:a="http://schemas.openxmlformats.org/drawingml/2006/main">
              <a:ext uri="{FF2B5EF4-FFF2-40B4-BE49-F238E27FC236}">
                <a16:creationId xmlns:a16="http://schemas.microsoft.com/office/drawing/2014/main" id="{74E0B499-E8C3-4AAE-A0AF-FF4B62A5E319}"/>
              </a:ext>
            </a:extLst>
          </p:cNvPr>
          <p:cNvSpPr>
            <a:spLocks xmlns:a="http://schemas.openxmlformats.org/drawingml/2006/main" noGrp="1"/>
          </p:cNvSpPr>
          <p:nvPr/>
        </p:nvSpPr>
        <p:spPr>
          <a:xfrm xmlns:a="http://schemas.openxmlformats.org/drawingml/2006/main">
            <a:off x="368617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7" name="">
            <a:extLst xmlns:a="http://schemas.openxmlformats.org/drawingml/2006/main">
              <a:ext uri="{FF2B5EF4-FFF2-40B4-BE49-F238E27FC236}">
                <a16:creationId xmlns:a16="http://schemas.microsoft.com/office/drawing/2014/main" id="{F0F782F4-BBDE-4E40-8253-D447C7E6CCAD}"/>
              </a:ext>
            </a:extLst>
          </p:cNvPr>
          <p:cNvSpPr>
            <a:spLocks xmlns:a="http://schemas.openxmlformats.org/drawingml/2006/main" noGrp="1"/>
          </p:cNvSpPr>
          <p:nvPr/>
        </p:nvSpPr>
        <p:spPr>
          <a:xfrm xmlns:a="http://schemas.openxmlformats.org/drawingml/2006/main">
            <a:off x="368617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8" name="">
            <a:extLst xmlns:a="http://schemas.openxmlformats.org/drawingml/2006/main">
              <a:ext uri="{FF2B5EF4-FFF2-40B4-BE49-F238E27FC236}">
                <a16:creationId xmlns:a16="http://schemas.microsoft.com/office/drawing/2014/main" id="{06C2F356-EB07-4BBB-A1F3-1867A03057A0}"/>
              </a:ext>
            </a:extLst>
          </p:cNvPr>
          <p:cNvSpPr>
            <a:spLocks xmlns:a="http://schemas.openxmlformats.org/drawingml/2006/main" noGrp="1"/>
          </p:cNvSpPr>
          <p:nvPr/>
        </p:nvSpPr>
        <p:spPr>
          <a:xfrm xmlns:a="http://schemas.openxmlformats.org/drawingml/2006/main">
            <a:off x="368617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9" name="">
            <a:extLst xmlns:a="http://schemas.openxmlformats.org/drawingml/2006/main">
              <a:ext uri="{FF2B5EF4-FFF2-40B4-BE49-F238E27FC236}">
                <a16:creationId xmlns:a16="http://schemas.microsoft.com/office/drawing/2014/main" id="{58253E86-94EA-40BE-BE21-258845377DE0}"/>
              </a:ext>
            </a:extLst>
          </p:cNvPr>
          <p:cNvSpPr>
            <a:spLocks xmlns:a="http://schemas.openxmlformats.org/drawingml/2006/main" noGrp="1"/>
          </p:cNvSpPr>
          <p:nvPr/>
        </p:nvSpPr>
        <p:spPr>
          <a:xfrm xmlns:a="http://schemas.openxmlformats.org/drawingml/2006/main">
            <a:off x="368617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0" name="">
            <a:extLst xmlns:a="http://schemas.openxmlformats.org/drawingml/2006/main">
              <a:ext uri="{FF2B5EF4-FFF2-40B4-BE49-F238E27FC236}">
                <a16:creationId xmlns:a16="http://schemas.microsoft.com/office/drawing/2014/main" id="{112B597B-67D7-40C1-8057-BA49362674A9}"/>
              </a:ext>
            </a:extLst>
          </p:cNvPr>
          <p:cNvSpPr>
            <a:spLocks xmlns:a="http://schemas.openxmlformats.org/drawingml/2006/main" noGrp="1"/>
          </p:cNvSpPr>
          <p:nvPr/>
        </p:nvSpPr>
        <p:spPr>
          <a:xfrm xmlns:a="http://schemas.openxmlformats.org/drawingml/2006/main">
            <a:off x="368617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1" name="">
            <a:extLst xmlns:a="http://schemas.openxmlformats.org/drawingml/2006/main">
              <a:ext uri="{FF2B5EF4-FFF2-40B4-BE49-F238E27FC236}">
                <a16:creationId xmlns:a16="http://schemas.microsoft.com/office/drawing/2014/main" id="{81D2248A-CF1A-4582-ABD5-36FBDCF9F884}"/>
              </a:ext>
            </a:extLst>
          </p:cNvPr>
          <p:cNvSpPr>
            <a:spLocks xmlns:a="http://schemas.openxmlformats.org/drawingml/2006/main" noGrp="1"/>
          </p:cNvSpPr>
          <p:nvPr/>
        </p:nvSpPr>
        <p:spPr>
          <a:xfrm xmlns:a="http://schemas.openxmlformats.org/drawingml/2006/main">
            <a:off x="4933950" y="1390650"/>
            <a:ext cx="1676400" cy="247650"/>
          </a:xfrm>
          <a:prstGeom xmlns:a="http://schemas.openxmlformats.org/drawingml/2006/main" prst="roundRect">
            <a:avLst>
              <a:gd name="adj" fmla="val 30000"/>
            </a:avLst>
          </a:prstGeom>
          <a:solidFill xmlns:a="http://schemas.openxmlformats.org/drawingml/2006/main">
            <a:srgbClr val="8613B8"/>
          </a:solidFill>
          <a:ln xmlns:a="http://schemas.openxmlformats.org/drawingml/2006/main" w="13335">
            <a:solidFill>
              <a:srgbClr val="8613B8"/>
            </a:solidFill>
            <a:prstDash val="solid"/>
          </a:ln>
        </p:spPr>
      </p:sp>
      <p:sp>
        <p:nvSpPr>
          <p:cNvPr id="72" name="">
            <a:extLst xmlns:a="http://schemas.openxmlformats.org/drawingml/2006/main">
              <a:ext uri="{FF2B5EF4-FFF2-40B4-BE49-F238E27FC236}">
                <a16:creationId xmlns:a16="http://schemas.microsoft.com/office/drawing/2014/main" id="{8C025A0F-A362-4F2A-BC8C-CB545E8D8052}"/>
              </a:ext>
            </a:extLst>
          </p:cNvPr>
          <p:cNvSpPr>
            <a:spLocks xmlns:a="http://schemas.openxmlformats.org/drawingml/2006/main" noGrp="1"/>
          </p:cNvSpPr>
          <p:nvPr/>
        </p:nvSpPr>
        <p:spPr>
          <a:xfrm xmlns:a="http://schemas.openxmlformats.org/drawingml/2006/main">
            <a:off x="50006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SPRING BOOT</a:t>
            </a:r>
          </a:p>
        </p:txBody>
      </p:sp>
      <p:sp>
        <p:nvSpPr>
          <p:cNvPr id="73" name="">
            <a:extLst xmlns:a="http://schemas.openxmlformats.org/drawingml/2006/main">
              <a:ext uri="{FF2B5EF4-FFF2-40B4-BE49-F238E27FC236}">
                <a16:creationId xmlns:a16="http://schemas.microsoft.com/office/drawing/2014/main" id="{726ADFDA-3AEE-4860-BB56-DF3B1C5FC39F}"/>
              </a:ext>
            </a:extLst>
          </p:cNvPr>
          <p:cNvSpPr>
            <a:spLocks xmlns:a="http://schemas.openxmlformats.org/drawingml/2006/main" noGrp="1"/>
          </p:cNvSpPr>
          <p:nvPr/>
        </p:nvSpPr>
        <p:spPr>
          <a:xfrm xmlns:a="http://schemas.openxmlformats.org/drawingml/2006/main">
            <a:off x="49720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Auth, catalog, vehicle APIs</a:t>
            </a:r>
          </a:p>
        </p:txBody>
      </p:sp>
      <p:sp>
        <p:nvSpPr>
          <p:cNvPr id="74" name="">
            <a:extLst xmlns:a="http://schemas.openxmlformats.org/drawingml/2006/main">
              <a:ext uri="{FF2B5EF4-FFF2-40B4-BE49-F238E27FC236}">
                <a16:creationId xmlns:a16="http://schemas.microsoft.com/office/drawing/2014/main" id="{D5FFA395-556E-4215-B13B-A503C2C57684}"/>
              </a:ext>
            </a:extLst>
          </p:cNvPr>
          <p:cNvSpPr>
            <a:spLocks xmlns:a="http://schemas.openxmlformats.org/drawingml/2006/main" noGrp="1"/>
          </p:cNvSpPr>
          <p:nvPr/>
        </p:nvSpPr>
        <p:spPr>
          <a:xfrm xmlns:a="http://schemas.openxmlformats.org/drawingml/2006/main">
            <a:off x="57626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5" name="">
            <a:extLst xmlns:a="http://schemas.openxmlformats.org/drawingml/2006/main">
              <a:ext uri="{FF2B5EF4-FFF2-40B4-BE49-F238E27FC236}">
                <a16:creationId xmlns:a16="http://schemas.microsoft.com/office/drawing/2014/main" id="{90278595-9A29-4FE9-802A-23666678028C}"/>
              </a:ext>
            </a:extLst>
          </p:cNvPr>
          <p:cNvSpPr>
            <a:spLocks xmlns:a="http://schemas.openxmlformats.org/drawingml/2006/main" noGrp="1"/>
          </p:cNvSpPr>
          <p:nvPr/>
        </p:nvSpPr>
        <p:spPr>
          <a:xfrm xmlns:a="http://schemas.openxmlformats.org/drawingml/2006/main">
            <a:off x="57626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6" name="">
            <a:extLst xmlns:a="http://schemas.openxmlformats.org/drawingml/2006/main">
              <a:ext uri="{FF2B5EF4-FFF2-40B4-BE49-F238E27FC236}">
                <a16:creationId xmlns:a16="http://schemas.microsoft.com/office/drawing/2014/main" id="{5E7015AE-4BC8-4621-BDBB-587A5B8A1B79}"/>
              </a:ext>
            </a:extLst>
          </p:cNvPr>
          <p:cNvSpPr>
            <a:spLocks xmlns:a="http://schemas.openxmlformats.org/drawingml/2006/main" noGrp="1"/>
          </p:cNvSpPr>
          <p:nvPr/>
        </p:nvSpPr>
        <p:spPr>
          <a:xfrm xmlns:a="http://schemas.openxmlformats.org/drawingml/2006/main">
            <a:off x="57626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7" name="">
            <a:extLst xmlns:a="http://schemas.openxmlformats.org/drawingml/2006/main">
              <a:ext uri="{FF2B5EF4-FFF2-40B4-BE49-F238E27FC236}">
                <a16:creationId xmlns:a16="http://schemas.microsoft.com/office/drawing/2014/main" id="{BCE34323-CF0C-4871-811A-7F200F9B7A47}"/>
              </a:ext>
            </a:extLst>
          </p:cNvPr>
          <p:cNvSpPr>
            <a:spLocks xmlns:a="http://schemas.openxmlformats.org/drawingml/2006/main" noGrp="1"/>
          </p:cNvSpPr>
          <p:nvPr/>
        </p:nvSpPr>
        <p:spPr>
          <a:xfrm xmlns:a="http://schemas.openxmlformats.org/drawingml/2006/main">
            <a:off x="57626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8" name="">
            <a:extLst xmlns:a="http://schemas.openxmlformats.org/drawingml/2006/main">
              <a:ext uri="{FF2B5EF4-FFF2-40B4-BE49-F238E27FC236}">
                <a16:creationId xmlns:a16="http://schemas.microsoft.com/office/drawing/2014/main" id="{679091E6-E065-46AF-9595-8D99C53E8A13}"/>
              </a:ext>
            </a:extLst>
          </p:cNvPr>
          <p:cNvSpPr>
            <a:spLocks xmlns:a="http://schemas.openxmlformats.org/drawingml/2006/main" noGrp="1"/>
          </p:cNvSpPr>
          <p:nvPr/>
        </p:nvSpPr>
        <p:spPr>
          <a:xfrm xmlns:a="http://schemas.openxmlformats.org/drawingml/2006/main">
            <a:off x="57626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9" name="">
            <a:extLst xmlns:a="http://schemas.openxmlformats.org/drawingml/2006/main">
              <a:ext uri="{FF2B5EF4-FFF2-40B4-BE49-F238E27FC236}">
                <a16:creationId xmlns:a16="http://schemas.microsoft.com/office/drawing/2014/main" id="{3AA06FFB-64DC-46E6-BE30-6C39B7ADF406}"/>
              </a:ext>
            </a:extLst>
          </p:cNvPr>
          <p:cNvSpPr>
            <a:spLocks xmlns:a="http://schemas.openxmlformats.org/drawingml/2006/main" noGrp="1"/>
          </p:cNvSpPr>
          <p:nvPr/>
        </p:nvSpPr>
        <p:spPr>
          <a:xfrm xmlns:a="http://schemas.openxmlformats.org/drawingml/2006/main">
            <a:off x="57626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0" name="">
            <a:extLst xmlns:a="http://schemas.openxmlformats.org/drawingml/2006/main">
              <a:ext uri="{FF2B5EF4-FFF2-40B4-BE49-F238E27FC236}">
                <a16:creationId xmlns:a16="http://schemas.microsoft.com/office/drawing/2014/main" id="{59BDC1F0-BF34-4741-A604-5FB7BD58F03C}"/>
              </a:ext>
            </a:extLst>
          </p:cNvPr>
          <p:cNvSpPr>
            <a:spLocks xmlns:a="http://schemas.openxmlformats.org/drawingml/2006/main" noGrp="1"/>
          </p:cNvSpPr>
          <p:nvPr/>
        </p:nvSpPr>
        <p:spPr>
          <a:xfrm xmlns:a="http://schemas.openxmlformats.org/drawingml/2006/main">
            <a:off x="57626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1" name="">
            <a:extLst xmlns:a="http://schemas.openxmlformats.org/drawingml/2006/main">
              <a:ext uri="{FF2B5EF4-FFF2-40B4-BE49-F238E27FC236}">
                <a16:creationId xmlns:a16="http://schemas.microsoft.com/office/drawing/2014/main" id="{F7C75FC0-E1F3-4394-BED4-9507099D1354}"/>
              </a:ext>
            </a:extLst>
          </p:cNvPr>
          <p:cNvSpPr>
            <a:spLocks xmlns:a="http://schemas.openxmlformats.org/drawingml/2006/main" noGrp="1"/>
          </p:cNvSpPr>
          <p:nvPr/>
        </p:nvSpPr>
        <p:spPr>
          <a:xfrm xmlns:a="http://schemas.openxmlformats.org/drawingml/2006/main">
            <a:off x="57626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2" name="">
            <a:extLst xmlns:a="http://schemas.openxmlformats.org/drawingml/2006/main">
              <a:ext uri="{FF2B5EF4-FFF2-40B4-BE49-F238E27FC236}">
                <a16:creationId xmlns:a16="http://schemas.microsoft.com/office/drawing/2014/main" id="{7906DAC5-9F4F-4D39-A9A0-B977AA8897D5}"/>
              </a:ext>
            </a:extLst>
          </p:cNvPr>
          <p:cNvSpPr>
            <a:spLocks xmlns:a="http://schemas.openxmlformats.org/drawingml/2006/main" noGrp="1"/>
          </p:cNvSpPr>
          <p:nvPr/>
        </p:nvSpPr>
        <p:spPr>
          <a:xfrm xmlns:a="http://schemas.openxmlformats.org/drawingml/2006/main">
            <a:off x="57626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3" name="">
            <a:extLst xmlns:a="http://schemas.openxmlformats.org/drawingml/2006/main">
              <a:ext uri="{FF2B5EF4-FFF2-40B4-BE49-F238E27FC236}">
                <a16:creationId xmlns:a16="http://schemas.microsoft.com/office/drawing/2014/main" id="{74B30688-C53D-44AE-AACA-4441F96340C3}"/>
              </a:ext>
            </a:extLst>
          </p:cNvPr>
          <p:cNvSpPr>
            <a:spLocks xmlns:a="http://schemas.openxmlformats.org/drawingml/2006/main" noGrp="1"/>
          </p:cNvSpPr>
          <p:nvPr/>
        </p:nvSpPr>
        <p:spPr>
          <a:xfrm xmlns:a="http://schemas.openxmlformats.org/drawingml/2006/main">
            <a:off x="57626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4" name="">
            <a:extLst xmlns:a="http://schemas.openxmlformats.org/drawingml/2006/main">
              <a:ext uri="{FF2B5EF4-FFF2-40B4-BE49-F238E27FC236}">
                <a16:creationId xmlns:a16="http://schemas.microsoft.com/office/drawing/2014/main" id="{5BB5144C-5FD3-4481-ADFF-08A0E57C6E04}"/>
              </a:ext>
            </a:extLst>
          </p:cNvPr>
          <p:cNvSpPr>
            <a:spLocks xmlns:a="http://schemas.openxmlformats.org/drawingml/2006/main" noGrp="1"/>
          </p:cNvSpPr>
          <p:nvPr/>
        </p:nvSpPr>
        <p:spPr>
          <a:xfrm xmlns:a="http://schemas.openxmlformats.org/drawingml/2006/main">
            <a:off x="57626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5" name="">
            <a:extLst xmlns:a="http://schemas.openxmlformats.org/drawingml/2006/main">
              <a:ext uri="{FF2B5EF4-FFF2-40B4-BE49-F238E27FC236}">
                <a16:creationId xmlns:a16="http://schemas.microsoft.com/office/drawing/2014/main" id="{CFDBEFD1-9397-4718-8EB2-9706EFE3ABCD}"/>
              </a:ext>
            </a:extLst>
          </p:cNvPr>
          <p:cNvSpPr>
            <a:spLocks xmlns:a="http://schemas.openxmlformats.org/drawingml/2006/main" noGrp="1"/>
          </p:cNvSpPr>
          <p:nvPr/>
        </p:nvSpPr>
        <p:spPr>
          <a:xfrm xmlns:a="http://schemas.openxmlformats.org/drawingml/2006/main">
            <a:off x="57626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6" name="">
            <a:extLst xmlns:a="http://schemas.openxmlformats.org/drawingml/2006/main">
              <a:ext uri="{FF2B5EF4-FFF2-40B4-BE49-F238E27FC236}">
                <a16:creationId xmlns:a16="http://schemas.microsoft.com/office/drawing/2014/main" id="{05812E5C-FE40-4C60-B59F-58F3E6A06414}"/>
              </a:ext>
            </a:extLst>
          </p:cNvPr>
          <p:cNvSpPr>
            <a:spLocks xmlns:a="http://schemas.openxmlformats.org/drawingml/2006/main" noGrp="1"/>
          </p:cNvSpPr>
          <p:nvPr/>
        </p:nvSpPr>
        <p:spPr>
          <a:xfrm xmlns:a="http://schemas.openxmlformats.org/drawingml/2006/main">
            <a:off x="57626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7" name="">
            <a:extLst xmlns:a="http://schemas.openxmlformats.org/drawingml/2006/main">
              <a:ext uri="{FF2B5EF4-FFF2-40B4-BE49-F238E27FC236}">
                <a16:creationId xmlns:a16="http://schemas.microsoft.com/office/drawing/2014/main" id="{5B8DE8DF-4CD7-490D-B0BF-B9E70320D52E}"/>
              </a:ext>
            </a:extLst>
          </p:cNvPr>
          <p:cNvSpPr>
            <a:spLocks xmlns:a="http://schemas.openxmlformats.org/drawingml/2006/main" noGrp="1"/>
          </p:cNvSpPr>
          <p:nvPr/>
        </p:nvSpPr>
        <p:spPr>
          <a:xfrm xmlns:a="http://schemas.openxmlformats.org/drawingml/2006/main">
            <a:off x="57626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8" name="">
            <a:extLst xmlns:a="http://schemas.openxmlformats.org/drawingml/2006/main">
              <a:ext uri="{FF2B5EF4-FFF2-40B4-BE49-F238E27FC236}">
                <a16:creationId xmlns:a16="http://schemas.microsoft.com/office/drawing/2014/main" id="{C065660B-9749-4DA6-905D-2D5D721F1202}"/>
              </a:ext>
            </a:extLst>
          </p:cNvPr>
          <p:cNvSpPr>
            <a:spLocks xmlns:a="http://schemas.openxmlformats.org/drawingml/2006/main" noGrp="1"/>
          </p:cNvSpPr>
          <p:nvPr/>
        </p:nvSpPr>
        <p:spPr>
          <a:xfrm xmlns:a="http://schemas.openxmlformats.org/drawingml/2006/main">
            <a:off x="57626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9" name="">
            <a:extLst xmlns:a="http://schemas.openxmlformats.org/drawingml/2006/main">
              <a:ext uri="{FF2B5EF4-FFF2-40B4-BE49-F238E27FC236}">
                <a16:creationId xmlns:a16="http://schemas.microsoft.com/office/drawing/2014/main" id="{06916ACB-FFE6-4F46-BA46-0501D5535528}"/>
              </a:ext>
            </a:extLst>
          </p:cNvPr>
          <p:cNvSpPr>
            <a:spLocks xmlns:a="http://schemas.openxmlformats.org/drawingml/2006/main" noGrp="1"/>
          </p:cNvSpPr>
          <p:nvPr/>
        </p:nvSpPr>
        <p:spPr>
          <a:xfrm xmlns:a="http://schemas.openxmlformats.org/drawingml/2006/main">
            <a:off x="57626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0" name="">
            <a:extLst xmlns:a="http://schemas.openxmlformats.org/drawingml/2006/main">
              <a:ext uri="{FF2B5EF4-FFF2-40B4-BE49-F238E27FC236}">
                <a16:creationId xmlns:a16="http://schemas.microsoft.com/office/drawing/2014/main" id="{4BBB884B-C279-412E-A3F5-AB504590DCCE}"/>
              </a:ext>
            </a:extLst>
          </p:cNvPr>
          <p:cNvSpPr>
            <a:spLocks xmlns:a="http://schemas.openxmlformats.org/drawingml/2006/main" noGrp="1"/>
          </p:cNvSpPr>
          <p:nvPr/>
        </p:nvSpPr>
        <p:spPr>
          <a:xfrm xmlns:a="http://schemas.openxmlformats.org/drawingml/2006/main">
            <a:off x="57626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1" name="">
            <a:extLst xmlns:a="http://schemas.openxmlformats.org/drawingml/2006/main">
              <a:ext uri="{FF2B5EF4-FFF2-40B4-BE49-F238E27FC236}">
                <a16:creationId xmlns:a16="http://schemas.microsoft.com/office/drawing/2014/main" id="{8E401454-0B45-43A2-AA2D-413DE5853B6F}"/>
              </a:ext>
            </a:extLst>
          </p:cNvPr>
          <p:cNvSpPr>
            <a:spLocks xmlns:a="http://schemas.openxmlformats.org/drawingml/2006/main" noGrp="1"/>
          </p:cNvSpPr>
          <p:nvPr/>
        </p:nvSpPr>
        <p:spPr>
          <a:xfrm xmlns:a="http://schemas.openxmlformats.org/drawingml/2006/main">
            <a:off x="57626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2" name="">
            <a:extLst xmlns:a="http://schemas.openxmlformats.org/drawingml/2006/main">
              <a:ext uri="{FF2B5EF4-FFF2-40B4-BE49-F238E27FC236}">
                <a16:creationId xmlns:a16="http://schemas.microsoft.com/office/drawing/2014/main" id="{F4765441-5BCB-4FFA-8175-3271E123F86B}"/>
              </a:ext>
            </a:extLst>
          </p:cNvPr>
          <p:cNvSpPr>
            <a:spLocks xmlns:a="http://schemas.openxmlformats.org/drawingml/2006/main" noGrp="1"/>
          </p:cNvSpPr>
          <p:nvPr/>
        </p:nvSpPr>
        <p:spPr>
          <a:xfrm xmlns:a="http://schemas.openxmlformats.org/drawingml/2006/main">
            <a:off x="57626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3" name="">
            <a:extLst xmlns:a="http://schemas.openxmlformats.org/drawingml/2006/main">
              <a:ext uri="{FF2B5EF4-FFF2-40B4-BE49-F238E27FC236}">
                <a16:creationId xmlns:a16="http://schemas.microsoft.com/office/drawing/2014/main" id="{894C398C-D982-49C8-A78B-1AA0332F88C7}"/>
              </a:ext>
            </a:extLst>
          </p:cNvPr>
          <p:cNvSpPr>
            <a:spLocks xmlns:a="http://schemas.openxmlformats.org/drawingml/2006/main" noGrp="1"/>
          </p:cNvSpPr>
          <p:nvPr/>
        </p:nvSpPr>
        <p:spPr>
          <a:xfrm xmlns:a="http://schemas.openxmlformats.org/drawingml/2006/main">
            <a:off x="57626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4" name="">
            <a:extLst xmlns:a="http://schemas.openxmlformats.org/drawingml/2006/main">
              <a:ext uri="{FF2B5EF4-FFF2-40B4-BE49-F238E27FC236}">
                <a16:creationId xmlns:a16="http://schemas.microsoft.com/office/drawing/2014/main" id="{2C393D71-A4DD-4220-BE57-ACAFAA73A5E9}"/>
              </a:ext>
            </a:extLst>
          </p:cNvPr>
          <p:cNvSpPr>
            <a:spLocks xmlns:a="http://schemas.openxmlformats.org/drawingml/2006/main" noGrp="1"/>
          </p:cNvSpPr>
          <p:nvPr/>
        </p:nvSpPr>
        <p:spPr>
          <a:xfrm xmlns:a="http://schemas.openxmlformats.org/drawingml/2006/main">
            <a:off x="57626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5" name="">
            <a:extLst xmlns:a="http://schemas.openxmlformats.org/drawingml/2006/main">
              <a:ext uri="{FF2B5EF4-FFF2-40B4-BE49-F238E27FC236}">
                <a16:creationId xmlns:a16="http://schemas.microsoft.com/office/drawing/2014/main" id="{D708A45F-B192-4D22-B13E-ECA509932B5E}"/>
              </a:ext>
            </a:extLst>
          </p:cNvPr>
          <p:cNvSpPr>
            <a:spLocks xmlns:a="http://schemas.openxmlformats.org/drawingml/2006/main" noGrp="1"/>
          </p:cNvSpPr>
          <p:nvPr/>
        </p:nvSpPr>
        <p:spPr>
          <a:xfrm xmlns:a="http://schemas.openxmlformats.org/drawingml/2006/main">
            <a:off x="57626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6" name="">
            <a:extLst xmlns:a="http://schemas.openxmlformats.org/drawingml/2006/main">
              <a:ext uri="{FF2B5EF4-FFF2-40B4-BE49-F238E27FC236}">
                <a16:creationId xmlns:a16="http://schemas.microsoft.com/office/drawing/2014/main" id="{9D719DAC-9E40-43BA-828B-433E0EB3288B}"/>
              </a:ext>
            </a:extLst>
          </p:cNvPr>
          <p:cNvSpPr>
            <a:spLocks xmlns:a="http://schemas.openxmlformats.org/drawingml/2006/main" noGrp="1"/>
          </p:cNvSpPr>
          <p:nvPr/>
        </p:nvSpPr>
        <p:spPr>
          <a:xfrm xmlns:a="http://schemas.openxmlformats.org/drawingml/2006/main">
            <a:off x="57626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7" name="">
            <a:extLst xmlns:a="http://schemas.openxmlformats.org/drawingml/2006/main">
              <a:ext uri="{FF2B5EF4-FFF2-40B4-BE49-F238E27FC236}">
                <a16:creationId xmlns:a16="http://schemas.microsoft.com/office/drawing/2014/main" id="{DEF2147A-1AD9-46BC-AFB1-E2808621540A}"/>
              </a:ext>
            </a:extLst>
          </p:cNvPr>
          <p:cNvSpPr>
            <a:spLocks xmlns:a="http://schemas.openxmlformats.org/drawingml/2006/main" noGrp="1"/>
          </p:cNvSpPr>
          <p:nvPr/>
        </p:nvSpPr>
        <p:spPr>
          <a:xfrm xmlns:a="http://schemas.openxmlformats.org/drawingml/2006/main">
            <a:off x="57626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8" name="">
            <a:extLst xmlns:a="http://schemas.openxmlformats.org/drawingml/2006/main">
              <a:ext uri="{FF2B5EF4-FFF2-40B4-BE49-F238E27FC236}">
                <a16:creationId xmlns:a16="http://schemas.microsoft.com/office/drawing/2014/main" id="{24467967-980A-43BE-A03D-9009F14B46F7}"/>
              </a:ext>
            </a:extLst>
          </p:cNvPr>
          <p:cNvSpPr>
            <a:spLocks xmlns:a="http://schemas.openxmlformats.org/drawingml/2006/main" noGrp="1"/>
          </p:cNvSpPr>
          <p:nvPr/>
        </p:nvSpPr>
        <p:spPr>
          <a:xfrm xmlns:a="http://schemas.openxmlformats.org/drawingml/2006/main">
            <a:off x="57626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9" name="">
            <a:extLst xmlns:a="http://schemas.openxmlformats.org/drawingml/2006/main">
              <a:ext uri="{FF2B5EF4-FFF2-40B4-BE49-F238E27FC236}">
                <a16:creationId xmlns:a16="http://schemas.microsoft.com/office/drawing/2014/main" id="{23877BD7-C9B4-4998-A26C-DEB367A100A6}"/>
              </a:ext>
            </a:extLst>
          </p:cNvPr>
          <p:cNvSpPr>
            <a:spLocks xmlns:a="http://schemas.openxmlformats.org/drawingml/2006/main" noGrp="1"/>
          </p:cNvSpPr>
          <p:nvPr/>
        </p:nvSpPr>
        <p:spPr>
          <a:xfrm xmlns:a="http://schemas.openxmlformats.org/drawingml/2006/main">
            <a:off x="57626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0" name="">
            <a:extLst xmlns:a="http://schemas.openxmlformats.org/drawingml/2006/main">
              <a:ext uri="{FF2B5EF4-FFF2-40B4-BE49-F238E27FC236}">
                <a16:creationId xmlns:a16="http://schemas.microsoft.com/office/drawing/2014/main" id="{00F1A3C2-820D-4589-AB1A-A09168D95F81}"/>
              </a:ext>
            </a:extLst>
          </p:cNvPr>
          <p:cNvSpPr>
            <a:spLocks xmlns:a="http://schemas.openxmlformats.org/drawingml/2006/main" noGrp="1"/>
          </p:cNvSpPr>
          <p:nvPr/>
        </p:nvSpPr>
        <p:spPr>
          <a:xfrm xmlns:a="http://schemas.openxmlformats.org/drawingml/2006/main">
            <a:off x="57626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1" name="">
            <a:extLst xmlns:a="http://schemas.openxmlformats.org/drawingml/2006/main">
              <a:ext uri="{FF2B5EF4-FFF2-40B4-BE49-F238E27FC236}">
                <a16:creationId xmlns:a16="http://schemas.microsoft.com/office/drawing/2014/main" id="{CD027D33-5549-4E77-8EE8-4E963FED627B}"/>
              </a:ext>
            </a:extLst>
          </p:cNvPr>
          <p:cNvSpPr>
            <a:spLocks xmlns:a="http://schemas.openxmlformats.org/drawingml/2006/main" noGrp="1"/>
          </p:cNvSpPr>
          <p:nvPr/>
        </p:nvSpPr>
        <p:spPr>
          <a:xfrm xmlns:a="http://schemas.openxmlformats.org/drawingml/2006/main">
            <a:off x="57626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2" name="">
            <a:extLst xmlns:a="http://schemas.openxmlformats.org/drawingml/2006/main">
              <a:ext uri="{FF2B5EF4-FFF2-40B4-BE49-F238E27FC236}">
                <a16:creationId xmlns:a16="http://schemas.microsoft.com/office/drawing/2014/main" id="{E87125C7-9B44-44DD-ADC5-BF72C4473488}"/>
              </a:ext>
            </a:extLst>
          </p:cNvPr>
          <p:cNvSpPr>
            <a:spLocks xmlns:a="http://schemas.openxmlformats.org/drawingml/2006/main" noGrp="1"/>
          </p:cNvSpPr>
          <p:nvPr/>
        </p:nvSpPr>
        <p:spPr>
          <a:xfrm xmlns:a="http://schemas.openxmlformats.org/drawingml/2006/main">
            <a:off x="57626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3" name="">
            <a:extLst xmlns:a="http://schemas.openxmlformats.org/drawingml/2006/main">
              <a:ext uri="{FF2B5EF4-FFF2-40B4-BE49-F238E27FC236}">
                <a16:creationId xmlns:a16="http://schemas.microsoft.com/office/drawing/2014/main" id="{27C8FFE4-35EE-4CFE-80CA-DF604A9B8990}"/>
              </a:ext>
            </a:extLst>
          </p:cNvPr>
          <p:cNvSpPr>
            <a:spLocks xmlns:a="http://schemas.openxmlformats.org/drawingml/2006/main" noGrp="1"/>
          </p:cNvSpPr>
          <p:nvPr/>
        </p:nvSpPr>
        <p:spPr>
          <a:xfrm xmlns:a="http://schemas.openxmlformats.org/drawingml/2006/main">
            <a:off x="7010400" y="1390650"/>
            <a:ext cx="1676400" cy="247650"/>
          </a:xfrm>
          <a:prstGeom xmlns:a="http://schemas.openxmlformats.org/drawingml/2006/main" prst="roundRect">
            <a:avLst>
              <a:gd name="adj" fmla="val 30000"/>
            </a:avLst>
          </a:prstGeom>
          <a:solidFill xmlns:a="http://schemas.openxmlformats.org/drawingml/2006/main">
            <a:srgbClr val="16A34A"/>
          </a:solidFill>
          <a:ln xmlns:a="http://schemas.openxmlformats.org/drawingml/2006/main" w="13335">
            <a:solidFill>
              <a:srgbClr val="16A34A"/>
            </a:solidFill>
            <a:prstDash val="solid"/>
          </a:ln>
        </p:spPr>
      </p:sp>
      <p:sp>
        <p:nvSpPr>
          <p:cNvPr id="104" name="">
            <a:extLst xmlns:a="http://schemas.openxmlformats.org/drawingml/2006/main">
              <a:ext uri="{FF2B5EF4-FFF2-40B4-BE49-F238E27FC236}">
                <a16:creationId xmlns:a16="http://schemas.microsoft.com/office/drawing/2014/main" id="{ABCBB021-6914-4D76-982C-5249B10E42A0}"/>
              </a:ext>
            </a:extLst>
          </p:cNvPr>
          <p:cNvSpPr>
            <a:spLocks xmlns:a="http://schemas.openxmlformats.org/drawingml/2006/main" noGrp="1"/>
          </p:cNvSpPr>
          <p:nvPr/>
        </p:nvSpPr>
        <p:spPr>
          <a:xfrm xmlns:a="http://schemas.openxmlformats.org/drawingml/2006/main">
            <a:off x="707707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POSTGRESQL</a:t>
            </a:r>
          </a:p>
        </p:txBody>
      </p:sp>
      <p:sp>
        <p:nvSpPr>
          <p:cNvPr id="105" name="">
            <a:extLst xmlns:a="http://schemas.openxmlformats.org/drawingml/2006/main">
              <a:ext uri="{FF2B5EF4-FFF2-40B4-BE49-F238E27FC236}">
                <a16:creationId xmlns:a16="http://schemas.microsoft.com/office/drawing/2014/main" id="{4A9789BF-C2CB-4720-B9CE-DCF7C0C1173E}"/>
              </a:ext>
            </a:extLst>
          </p:cNvPr>
          <p:cNvSpPr>
            <a:spLocks xmlns:a="http://schemas.openxmlformats.org/drawingml/2006/main" noGrp="1"/>
          </p:cNvSpPr>
          <p:nvPr/>
        </p:nvSpPr>
        <p:spPr>
          <a:xfrm xmlns:a="http://schemas.openxmlformats.org/drawingml/2006/main">
            <a:off x="704850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Users, tokens, vehicles, catalog</a:t>
            </a:r>
          </a:p>
        </p:txBody>
      </p:sp>
      <p:sp>
        <p:nvSpPr>
          <p:cNvPr id="106" name="">
            <a:extLst xmlns:a="http://schemas.openxmlformats.org/drawingml/2006/main">
              <a:ext uri="{FF2B5EF4-FFF2-40B4-BE49-F238E27FC236}">
                <a16:creationId xmlns:a16="http://schemas.microsoft.com/office/drawing/2014/main" id="{2E8D74F8-A0E9-4B5F-9150-544678B00AC1}"/>
              </a:ext>
            </a:extLst>
          </p:cNvPr>
          <p:cNvSpPr>
            <a:spLocks xmlns:a="http://schemas.openxmlformats.org/drawingml/2006/main" noGrp="1"/>
          </p:cNvSpPr>
          <p:nvPr/>
        </p:nvSpPr>
        <p:spPr>
          <a:xfrm xmlns:a="http://schemas.openxmlformats.org/drawingml/2006/main">
            <a:off x="783907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7" name="">
            <a:extLst xmlns:a="http://schemas.openxmlformats.org/drawingml/2006/main">
              <a:ext uri="{FF2B5EF4-FFF2-40B4-BE49-F238E27FC236}">
                <a16:creationId xmlns:a16="http://schemas.microsoft.com/office/drawing/2014/main" id="{973A494A-5801-4924-B73E-E0A05C5ACB5C}"/>
              </a:ext>
            </a:extLst>
          </p:cNvPr>
          <p:cNvSpPr>
            <a:spLocks xmlns:a="http://schemas.openxmlformats.org/drawingml/2006/main" noGrp="1"/>
          </p:cNvSpPr>
          <p:nvPr/>
        </p:nvSpPr>
        <p:spPr>
          <a:xfrm xmlns:a="http://schemas.openxmlformats.org/drawingml/2006/main">
            <a:off x="783907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8" name="">
            <a:extLst xmlns:a="http://schemas.openxmlformats.org/drawingml/2006/main">
              <a:ext uri="{FF2B5EF4-FFF2-40B4-BE49-F238E27FC236}">
                <a16:creationId xmlns:a16="http://schemas.microsoft.com/office/drawing/2014/main" id="{8D281A36-F5F7-4FCD-BA3E-DD2D09E7373E}"/>
              </a:ext>
            </a:extLst>
          </p:cNvPr>
          <p:cNvSpPr>
            <a:spLocks xmlns:a="http://schemas.openxmlformats.org/drawingml/2006/main" noGrp="1"/>
          </p:cNvSpPr>
          <p:nvPr/>
        </p:nvSpPr>
        <p:spPr>
          <a:xfrm xmlns:a="http://schemas.openxmlformats.org/drawingml/2006/main">
            <a:off x="783907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9" name="">
            <a:extLst xmlns:a="http://schemas.openxmlformats.org/drawingml/2006/main">
              <a:ext uri="{FF2B5EF4-FFF2-40B4-BE49-F238E27FC236}">
                <a16:creationId xmlns:a16="http://schemas.microsoft.com/office/drawing/2014/main" id="{88AE715F-3240-4849-9765-17ACC01C6A5F}"/>
              </a:ext>
            </a:extLst>
          </p:cNvPr>
          <p:cNvSpPr>
            <a:spLocks xmlns:a="http://schemas.openxmlformats.org/drawingml/2006/main" noGrp="1"/>
          </p:cNvSpPr>
          <p:nvPr/>
        </p:nvSpPr>
        <p:spPr>
          <a:xfrm xmlns:a="http://schemas.openxmlformats.org/drawingml/2006/main">
            <a:off x="783907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0" name="">
            <a:extLst xmlns:a="http://schemas.openxmlformats.org/drawingml/2006/main">
              <a:ext uri="{FF2B5EF4-FFF2-40B4-BE49-F238E27FC236}">
                <a16:creationId xmlns:a16="http://schemas.microsoft.com/office/drawing/2014/main" id="{A954D22A-C930-407D-935B-333CED4610EF}"/>
              </a:ext>
            </a:extLst>
          </p:cNvPr>
          <p:cNvSpPr>
            <a:spLocks xmlns:a="http://schemas.openxmlformats.org/drawingml/2006/main" noGrp="1"/>
          </p:cNvSpPr>
          <p:nvPr/>
        </p:nvSpPr>
        <p:spPr>
          <a:xfrm xmlns:a="http://schemas.openxmlformats.org/drawingml/2006/main">
            <a:off x="783907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1" name="">
            <a:extLst xmlns:a="http://schemas.openxmlformats.org/drawingml/2006/main">
              <a:ext uri="{FF2B5EF4-FFF2-40B4-BE49-F238E27FC236}">
                <a16:creationId xmlns:a16="http://schemas.microsoft.com/office/drawing/2014/main" id="{E0C2582A-B682-4316-B4FA-09A66146DC3B}"/>
              </a:ext>
            </a:extLst>
          </p:cNvPr>
          <p:cNvSpPr>
            <a:spLocks xmlns:a="http://schemas.openxmlformats.org/drawingml/2006/main" noGrp="1"/>
          </p:cNvSpPr>
          <p:nvPr/>
        </p:nvSpPr>
        <p:spPr>
          <a:xfrm xmlns:a="http://schemas.openxmlformats.org/drawingml/2006/main">
            <a:off x="783907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2" name="">
            <a:extLst xmlns:a="http://schemas.openxmlformats.org/drawingml/2006/main">
              <a:ext uri="{FF2B5EF4-FFF2-40B4-BE49-F238E27FC236}">
                <a16:creationId xmlns:a16="http://schemas.microsoft.com/office/drawing/2014/main" id="{41DC67B6-9812-4F61-BE02-0829A077DD36}"/>
              </a:ext>
            </a:extLst>
          </p:cNvPr>
          <p:cNvSpPr>
            <a:spLocks xmlns:a="http://schemas.openxmlformats.org/drawingml/2006/main" noGrp="1"/>
          </p:cNvSpPr>
          <p:nvPr/>
        </p:nvSpPr>
        <p:spPr>
          <a:xfrm xmlns:a="http://schemas.openxmlformats.org/drawingml/2006/main">
            <a:off x="783907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3" name="">
            <a:extLst xmlns:a="http://schemas.openxmlformats.org/drawingml/2006/main">
              <a:ext uri="{FF2B5EF4-FFF2-40B4-BE49-F238E27FC236}">
                <a16:creationId xmlns:a16="http://schemas.microsoft.com/office/drawing/2014/main" id="{7A55A53F-31F6-4405-AD0E-3D8F7F26034B}"/>
              </a:ext>
            </a:extLst>
          </p:cNvPr>
          <p:cNvSpPr>
            <a:spLocks xmlns:a="http://schemas.openxmlformats.org/drawingml/2006/main" noGrp="1"/>
          </p:cNvSpPr>
          <p:nvPr/>
        </p:nvSpPr>
        <p:spPr>
          <a:xfrm xmlns:a="http://schemas.openxmlformats.org/drawingml/2006/main">
            <a:off x="783907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4" name="">
            <a:extLst xmlns:a="http://schemas.openxmlformats.org/drawingml/2006/main">
              <a:ext uri="{FF2B5EF4-FFF2-40B4-BE49-F238E27FC236}">
                <a16:creationId xmlns:a16="http://schemas.microsoft.com/office/drawing/2014/main" id="{5899BFA7-6E70-42B1-8265-CDAE3E4CA4F3}"/>
              </a:ext>
            </a:extLst>
          </p:cNvPr>
          <p:cNvSpPr>
            <a:spLocks xmlns:a="http://schemas.openxmlformats.org/drawingml/2006/main" noGrp="1"/>
          </p:cNvSpPr>
          <p:nvPr/>
        </p:nvSpPr>
        <p:spPr>
          <a:xfrm xmlns:a="http://schemas.openxmlformats.org/drawingml/2006/main">
            <a:off x="783907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5" name="">
            <a:extLst xmlns:a="http://schemas.openxmlformats.org/drawingml/2006/main">
              <a:ext uri="{FF2B5EF4-FFF2-40B4-BE49-F238E27FC236}">
                <a16:creationId xmlns:a16="http://schemas.microsoft.com/office/drawing/2014/main" id="{317634F2-37E8-41AF-BDC4-A66E69F7F196}"/>
              </a:ext>
            </a:extLst>
          </p:cNvPr>
          <p:cNvSpPr>
            <a:spLocks xmlns:a="http://schemas.openxmlformats.org/drawingml/2006/main" noGrp="1"/>
          </p:cNvSpPr>
          <p:nvPr/>
        </p:nvSpPr>
        <p:spPr>
          <a:xfrm xmlns:a="http://schemas.openxmlformats.org/drawingml/2006/main">
            <a:off x="783907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6" name="">
            <a:extLst xmlns:a="http://schemas.openxmlformats.org/drawingml/2006/main">
              <a:ext uri="{FF2B5EF4-FFF2-40B4-BE49-F238E27FC236}">
                <a16:creationId xmlns:a16="http://schemas.microsoft.com/office/drawing/2014/main" id="{A590FAFD-E38C-400F-9FA5-B7E79FDBC18F}"/>
              </a:ext>
            </a:extLst>
          </p:cNvPr>
          <p:cNvSpPr>
            <a:spLocks xmlns:a="http://schemas.openxmlformats.org/drawingml/2006/main" noGrp="1"/>
          </p:cNvSpPr>
          <p:nvPr/>
        </p:nvSpPr>
        <p:spPr>
          <a:xfrm xmlns:a="http://schemas.openxmlformats.org/drawingml/2006/main">
            <a:off x="783907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7" name="">
            <a:extLst xmlns:a="http://schemas.openxmlformats.org/drawingml/2006/main">
              <a:ext uri="{FF2B5EF4-FFF2-40B4-BE49-F238E27FC236}">
                <a16:creationId xmlns:a16="http://schemas.microsoft.com/office/drawing/2014/main" id="{02535F81-9C48-4D9D-A9DA-EDF1D9132DFB}"/>
              </a:ext>
            </a:extLst>
          </p:cNvPr>
          <p:cNvSpPr>
            <a:spLocks xmlns:a="http://schemas.openxmlformats.org/drawingml/2006/main" noGrp="1"/>
          </p:cNvSpPr>
          <p:nvPr/>
        </p:nvSpPr>
        <p:spPr>
          <a:xfrm xmlns:a="http://schemas.openxmlformats.org/drawingml/2006/main">
            <a:off x="783907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8" name="">
            <a:extLst xmlns:a="http://schemas.openxmlformats.org/drawingml/2006/main">
              <a:ext uri="{FF2B5EF4-FFF2-40B4-BE49-F238E27FC236}">
                <a16:creationId xmlns:a16="http://schemas.microsoft.com/office/drawing/2014/main" id="{57D62D1C-AC93-43F1-B067-AE9D34D2377D}"/>
              </a:ext>
            </a:extLst>
          </p:cNvPr>
          <p:cNvSpPr>
            <a:spLocks xmlns:a="http://schemas.openxmlformats.org/drawingml/2006/main" noGrp="1"/>
          </p:cNvSpPr>
          <p:nvPr/>
        </p:nvSpPr>
        <p:spPr>
          <a:xfrm xmlns:a="http://schemas.openxmlformats.org/drawingml/2006/main">
            <a:off x="783907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9" name="">
            <a:extLst xmlns:a="http://schemas.openxmlformats.org/drawingml/2006/main">
              <a:ext uri="{FF2B5EF4-FFF2-40B4-BE49-F238E27FC236}">
                <a16:creationId xmlns:a16="http://schemas.microsoft.com/office/drawing/2014/main" id="{98522B79-5428-4605-8FAD-1D9B0E7BA5CF}"/>
              </a:ext>
            </a:extLst>
          </p:cNvPr>
          <p:cNvSpPr>
            <a:spLocks xmlns:a="http://schemas.openxmlformats.org/drawingml/2006/main" noGrp="1"/>
          </p:cNvSpPr>
          <p:nvPr/>
        </p:nvSpPr>
        <p:spPr>
          <a:xfrm xmlns:a="http://schemas.openxmlformats.org/drawingml/2006/main">
            <a:off x="783907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0" name="">
            <a:extLst xmlns:a="http://schemas.openxmlformats.org/drawingml/2006/main">
              <a:ext uri="{FF2B5EF4-FFF2-40B4-BE49-F238E27FC236}">
                <a16:creationId xmlns:a16="http://schemas.microsoft.com/office/drawing/2014/main" id="{39814BCE-933C-4FE5-81AC-673C51ADF9F0}"/>
              </a:ext>
            </a:extLst>
          </p:cNvPr>
          <p:cNvSpPr>
            <a:spLocks xmlns:a="http://schemas.openxmlformats.org/drawingml/2006/main" noGrp="1"/>
          </p:cNvSpPr>
          <p:nvPr/>
        </p:nvSpPr>
        <p:spPr>
          <a:xfrm xmlns:a="http://schemas.openxmlformats.org/drawingml/2006/main">
            <a:off x="783907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1" name="">
            <a:extLst xmlns:a="http://schemas.openxmlformats.org/drawingml/2006/main">
              <a:ext uri="{FF2B5EF4-FFF2-40B4-BE49-F238E27FC236}">
                <a16:creationId xmlns:a16="http://schemas.microsoft.com/office/drawing/2014/main" id="{EBA47AEA-BAD1-49B8-B906-DBB89D10DD0C}"/>
              </a:ext>
            </a:extLst>
          </p:cNvPr>
          <p:cNvSpPr>
            <a:spLocks xmlns:a="http://schemas.openxmlformats.org/drawingml/2006/main" noGrp="1"/>
          </p:cNvSpPr>
          <p:nvPr/>
        </p:nvSpPr>
        <p:spPr>
          <a:xfrm xmlns:a="http://schemas.openxmlformats.org/drawingml/2006/main">
            <a:off x="783907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2" name="">
            <a:extLst xmlns:a="http://schemas.openxmlformats.org/drawingml/2006/main">
              <a:ext uri="{FF2B5EF4-FFF2-40B4-BE49-F238E27FC236}">
                <a16:creationId xmlns:a16="http://schemas.microsoft.com/office/drawing/2014/main" id="{2B1470D3-210C-4CD2-8BB3-32672DF17383}"/>
              </a:ext>
            </a:extLst>
          </p:cNvPr>
          <p:cNvSpPr>
            <a:spLocks xmlns:a="http://schemas.openxmlformats.org/drawingml/2006/main" noGrp="1"/>
          </p:cNvSpPr>
          <p:nvPr/>
        </p:nvSpPr>
        <p:spPr>
          <a:xfrm xmlns:a="http://schemas.openxmlformats.org/drawingml/2006/main">
            <a:off x="783907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3" name="">
            <a:extLst xmlns:a="http://schemas.openxmlformats.org/drawingml/2006/main">
              <a:ext uri="{FF2B5EF4-FFF2-40B4-BE49-F238E27FC236}">
                <a16:creationId xmlns:a16="http://schemas.microsoft.com/office/drawing/2014/main" id="{CFEF362C-07CF-4F73-8222-27E3BA34AB8D}"/>
              </a:ext>
            </a:extLst>
          </p:cNvPr>
          <p:cNvSpPr>
            <a:spLocks xmlns:a="http://schemas.openxmlformats.org/drawingml/2006/main" noGrp="1"/>
          </p:cNvSpPr>
          <p:nvPr/>
        </p:nvSpPr>
        <p:spPr>
          <a:xfrm xmlns:a="http://schemas.openxmlformats.org/drawingml/2006/main">
            <a:off x="783907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4" name="">
            <a:extLst xmlns:a="http://schemas.openxmlformats.org/drawingml/2006/main">
              <a:ext uri="{FF2B5EF4-FFF2-40B4-BE49-F238E27FC236}">
                <a16:creationId xmlns:a16="http://schemas.microsoft.com/office/drawing/2014/main" id="{4532C88B-053A-4206-84F8-8D115CF38019}"/>
              </a:ext>
            </a:extLst>
          </p:cNvPr>
          <p:cNvSpPr>
            <a:spLocks xmlns:a="http://schemas.openxmlformats.org/drawingml/2006/main" noGrp="1"/>
          </p:cNvSpPr>
          <p:nvPr/>
        </p:nvSpPr>
        <p:spPr>
          <a:xfrm xmlns:a="http://schemas.openxmlformats.org/drawingml/2006/main">
            <a:off x="783907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5" name="">
            <a:extLst xmlns:a="http://schemas.openxmlformats.org/drawingml/2006/main">
              <a:ext uri="{FF2B5EF4-FFF2-40B4-BE49-F238E27FC236}">
                <a16:creationId xmlns:a16="http://schemas.microsoft.com/office/drawing/2014/main" id="{A912E50F-FB87-4D10-8E1C-AA87AD581581}"/>
              </a:ext>
            </a:extLst>
          </p:cNvPr>
          <p:cNvSpPr>
            <a:spLocks xmlns:a="http://schemas.openxmlformats.org/drawingml/2006/main" noGrp="1"/>
          </p:cNvSpPr>
          <p:nvPr/>
        </p:nvSpPr>
        <p:spPr>
          <a:xfrm xmlns:a="http://schemas.openxmlformats.org/drawingml/2006/main">
            <a:off x="783907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6" name="">
            <a:extLst xmlns:a="http://schemas.openxmlformats.org/drawingml/2006/main">
              <a:ext uri="{FF2B5EF4-FFF2-40B4-BE49-F238E27FC236}">
                <a16:creationId xmlns:a16="http://schemas.microsoft.com/office/drawing/2014/main" id="{5C8DD17C-8A6E-407C-8660-3082AAE582B3}"/>
              </a:ext>
            </a:extLst>
          </p:cNvPr>
          <p:cNvSpPr>
            <a:spLocks xmlns:a="http://schemas.openxmlformats.org/drawingml/2006/main" noGrp="1"/>
          </p:cNvSpPr>
          <p:nvPr/>
        </p:nvSpPr>
        <p:spPr>
          <a:xfrm xmlns:a="http://schemas.openxmlformats.org/drawingml/2006/main">
            <a:off x="783907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7" name="">
            <a:extLst xmlns:a="http://schemas.openxmlformats.org/drawingml/2006/main">
              <a:ext uri="{FF2B5EF4-FFF2-40B4-BE49-F238E27FC236}">
                <a16:creationId xmlns:a16="http://schemas.microsoft.com/office/drawing/2014/main" id="{F8BC32EA-A8F4-47D4-A9CA-CC05A56C845E}"/>
              </a:ext>
            </a:extLst>
          </p:cNvPr>
          <p:cNvSpPr>
            <a:spLocks xmlns:a="http://schemas.openxmlformats.org/drawingml/2006/main" noGrp="1"/>
          </p:cNvSpPr>
          <p:nvPr/>
        </p:nvSpPr>
        <p:spPr>
          <a:xfrm xmlns:a="http://schemas.openxmlformats.org/drawingml/2006/main">
            <a:off x="783907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8" name="">
            <a:extLst xmlns:a="http://schemas.openxmlformats.org/drawingml/2006/main">
              <a:ext uri="{FF2B5EF4-FFF2-40B4-BE49-F238E27FC236}">
                <a16:creationId xmlns:a16="http://schemas.microsoft.com/office/drawing/2014/main" id="{D399D0C8-1CAB-4478-AE93-A7D297C961F6}"/>
              </a:ext>
            </a:extLst>
          </p:cNvPr>
          <p:cNvSpPr>
            <a:spLocks xmlns:a="http://schemas.openxmlformats.org/drawingml/2006/main" noGrp="1"/>
          </p:cNvSpPr>
          <p:nvPr/>
        </p:nvSpPr>
        <p:spPr>
          <a:xfrm xmlns:a="http://schemas.openxmlformats.org/drawingml/2006/main">
            <a:off x="783907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9" name="">
            <a:extLst xmlns:a="http://schemas.openxmlformats.org/drawingml/2006/main">
              <a:ext uri="{FF2B5EF4-FFF2-40B4-BE49-F238E27FC236}">
                <a16:creationId xmlns:a16="http://schemas.microsoft.com/office/drawing/2014/main" id="{74E7642A-ACE1-4FF2-94E2-205E7BCAD676}"/>
              </a:ext>
            </a:extLst>
          </p:cNvPr>
          <p:cNvSpPr>
            <a:spLocks xmlns:a="http://schemas.openxmlformats.org/drawingml/2006/main" noGrp="1"/>
          </p:cNvSpPr>
          <p:nvPr/>
        </p:nvSpPr>
        <p:spPr>
          <a:xfrm xmlns:a="http://schemas.openxmlformats.org/drawingml/2006/main">
            <a:off x="783907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0" name="">
            <a:extLst xmlns:a="http://schemas.openxmlformats.org/drawingml/2006/main">
              <a:ext uri="{FF2B5EF4-FFF2-40B4-BE49-F238E27FC236}">
                <a16:creationId xmlns:a16="http://schemas.microsoft.com/office/drawing/2014/main" id="{13703211-C8A6-4E14-B572-BB01BCF18544}"/>
              </a:ext>
            </a:extLst>
          </p:cNvPr>
          <p:cNvSpPr>
            <a:spLocks xmlns:a="http://schemas.openxmlformats.org/drawingml/2006/main" noGrp="1"/>
          </p:cNvSpPr>
          <p:nvPr/>
        </p:nvSpPr>
        <p:spPr>
          <a:xfrm xmlns:a="http://schemas.openxmlformats.org/drawingml/2006/main">
            <a:off x="783907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1" name="">
            <a:extLst xmlns:a="http://schemas.openxmlformats.org/drawingml/2006/main">
              <a:ext uri="{FF2B5EF4-FFF2-40B4-BE49-F238E27FC236}">
                <a16:creationId xmlns:a16="http://schemas.microsoft.com/office/drawing/2014/main" id="{67E6700C-F755-4DF4-AA28-B686A9C8EDB3}"/>
              </a:ext>
            </a:extLst>
          </p:cNvPr>
          <p:cNvSpPr>
            <a:spLocks xmlns:a="http://schemas.openxmlformats.org/drawingml/2006/main" noGrp="1"/>
          </p:cNvSpPr>
          <p:nvPr/>
        </p:nvSpPr>
        <p:spPr>
          <a:xfrm xmlns:a="http://schemas.openxmlformats.org/drawingml/2006/main">
            <a:off x="783907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2" name="">
            <a:extLst xmlns:a="http://schemas.openxmlformats.org/drawingml/2006/main">
              <a:ext uri="{FF2B5EF4-FFF2-40B4-BE49-F238E27FC236}">
                <a16:creationId xmlns:a16="http://schemas.microsoft.com/office/drawing/2014/main" id="{C24B2E7C-E72F-4F53-AC17-EDD1265EDCC8}"/>
              </a:ext>
            </a:extLst>
          </p:cNvPr>
          <p:cNvSpPr>
            <a:spLocks xmlns:a="http://schemas.openxmlformats.org/drawingml/2006/main" noGrp="1"/>
          </p:cNvSpPr>
          <p:nvPr/>
        </p:nvSpPr>
        <p:spPr>
          <a:xfrm xmlns:a="http://schemas.openxmlformats.org/drawingml/2006/main">
            <a:off x="783907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3" name="">
            <a:extLst xmlns:a="http://schemas.openxmlformats.org/drawingml/2006/main">
              <a:ext uri="{FF2B5EF4-FFF2-40B4-BE49-F238E27FC236}">
                <a16:creationId xmlns:a16="http://schemas.microsoft.com/office/drawing/2014/main" id="{C087CBC2-5194-46F7-B59D-324FE7E2481E}"/>
              </a:ext>
            </a:extLst>
          </p:cNvPr>
          <p:cNvSpPr>
            <a:spLocks xmlns:a="http://schemas.openxmlformats.org/drawingml/2006/main" noGrp="1"/>
          </p:cNvSpPr>
          <p:nvPr/>
        </p:nvSpPr>
        <p:spPr>
          <a:xfrm xmlns:a="http://schemas.openxmlformats.org/drawingml/2006/main">
            <a:off x="783907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4" name="">
            <a:extLst xmlns:a="http://schemas.openxmlformats.org/drawingml/2006/main">
              <a:ext uri="{FF2B5EF4-FFF2-40B4-BE49-F238E27FC236}">
                <a16:creationId xmlns:a16="http://schemas.microsoft.com/office/drawing/2014/main" id="{41A23AE0-236B-40A2-B84C-1FD6309087F3}"/>
              </a:ext>
            </a:extLst>
          </p:cNvPr>
          <p:cNvSpPr>
            <a:spLocks xmlns:a="http://schemas.openxmlformats.org/drawingml/2006/main" noGrp="1"/>
          </p:cNvSpPr>
          <p:nvPr/>
        </p:nvSpPr>
        <p:spPr>
          <a:xfrm xmlns:a="http://schemas.openxmlformats.org/drawingml/2006/main">
            <a:off x="783907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5" name="">
            <a:extLst xmlns:a="http://schemas.openxmlformats.org/drawingml/2006/main">
              <a:ext uri="{FF2B5EF4-FFF2-40B4-BE49-F238E27FC236}">
                <a16:creationId xmlns:a16="http://schemas.microsoft.com/office/drawing/2014/main" id="{F46757EC-5713-468E-BCC7-FBE17B2AC952}"/>
              </a:ext>
            </a:extLst>
          </p:cNvPr>
          <p:cNvSpPr>
            <a:spLocks xmlns:a="http://schemas.openxmlformats.org/drawingml/2006/main" noGrp="1"/>
          </p:cNvSpPr>
          <p:nvPr/>
        </p:nvSpPr>
        <p:spPr>
          <a:xfrm xmlns:a="http://schemas.openxmlformats.org/drawingml/2006/main">
            <a:off x="9086850" y="1390650"/>
            <a:ext cx="1676400" cy="247650"/>
          </a:xfrm>
          <a:prstGeom xmlns:a="http://schemas.openxmlformats.org/drawingml/2006/main" prst="roundRect">
            <a:avLst>
              <a:gd name="adj" fmla="val 30000"/>
            </a:avLst>
          </a:prstGeom>
          <a:solidFill xmlns:a="http://schemas.openxmlformats.org/drawingml/2006/main">
            <a:srgbClr val="FF5A1F"/>
          </a:solidFill>
          <a:ln xmlns:a="http://schemas.openxmlformats.org/drawingml/2006/main" w="13335">
            <a:solidFill>
              <a:srgbClr val="FF5A1F"/>
            </a:solidFill>
            <a:prstDash val="solid"/>
          </a:ln>
        </p:spPr>
      </p:sp>
      <p:sp>
        <p:nvSpPr>
          <p:cNvPr id="136" name="">
            <a:extLst xmlns:a="http://schemas.openxmlformats.org/drawingml/2006/main">
              <a:ext uri="{FF2B5EF4-FFF2-40B4-BE49-F238E27FC236}">
                <a16:creationId xmlns:a16="http://schemas.microsoft.com/office/drawing/2014/main" id="{B9876BA2-6CEA-44B8-86F2-46AB135178AC}"/>
              </a:ext>
            </a:extLst>
          </p:cNvPr>
          <p:cNvSpPr>
            <a:spLocks xmlns:a="http://schemas.openxmlformats.org/drawingml/2006/main" noGrp="1"/>
          </p:cNvSpPr>
          <p:nvPr/>
        </p:nvSpPr>
        <p:spPr>
          <a:xfrm xmlns:a="http://schemas.openxmlformats.org/drawingml/2006/main">
            <a:off x="91535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RESEND</a:t>
            </a:r>
          </a:p>
        </p:txBody>
      </p:sp>
      <p:sp>
        <p:nvSpPr>
          <p:cNvPr id="137" name="">
            <a:extLst xmlns:a="http://schemas.openxmlformats.org/drawingml/2006/main">
              <a:ext uri="{FF2B5EF4-FFF2-40B4-BE49-F238E27FC236}">
                <a16:creationId xmlns:a16="http://schemas.microsoft.com/office/drawing/2014/main" id="{23B913C9-64C3-4F30-834C-35AD41F5199B}"/>
              </a:ext>
            </a:extLst>
          </p:cNvPr>
          <p:cNvSpPr>
            <a:spLocks xmlns:a="http://schemas.openxmlformats.org/drawingml/2006/main" noGrp="1"/>
          </p:cNvSpPr>
          <p:nvPr/>
        </p:nvSpPr>
        <p:spPr>
          <a:xfrm xmlns:a="http://schemas.openxmlformats.org/drawingml/2006/main">
            <a:off x="91249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Verification and reset email</a:t>
            </a:r>
          </a:p>
        </p:txBody>
      </p:sp>
      <p:sp>
        <p:nvSpPr>
          <p:cNvPr id="138" name="">
            <a:extLst xmlns:a="http://schemas.openxmlformats.org/drawingml/2006/main">
              <a:ext uri="{FF2B5EF4-FFF2-40B4-BE49-F238E27FC236}">
                <a16:creationId xmlns:a16="http://schemas.microsoft.com/office/drawing/2014/main" id="{5C58BEE1-A724-48B5-95BC-E7F5B93185B3}"/>
              </a:ext>
            </a:extLst>
          </p:cNvPr>
          <p:cNvSpPr>
            <a:spLocks xmlns:a="http://schemas.openxmlformats.org/drawingml/2006/main" noGrp="1"/>
          </p:cNvSpPr>
          <p:nvPr/>
        </p:nvSpPr>
        <p:spPr>
          <a:xfrm xmlns:a="http://schemas.openxmlformats.org/drawingml/2006/main">
            <a:off x="99155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9" name="">
            <a:extLst xmlns:a="http://schemas.openxmlformats.org/drawingml/2006/main">
              <a:ext uri="{FF2B5EF4-FFF2-40B4-BE49-F238E27FC236}">
                <a16:creationId xmlns:a16="http://schemas.microsoft.com/office/drawing/2014/main" id="{E6A13AE4-6B03-4E33-BD3E-14C5494B2858}"/>
              </a:ext>
            </a:extLst>
          </p:cNvPr>
          <p:cNvSpPr>
            <a:spLocks xmlns:a="http://schemas.openxmlformats.org/drawingml/2006/main" noGrp="1"/>
          </p:cNvSpPr>
          <p:nvPr/>
        </p:nvSpPr>
        <p:spPr>
          <a:xfrm xmlns:a="http://schemas.openxmlformats.org/drawingml/2006/main">
            <a:off x="99155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0" name="">
            <a:extLst xmlns:a="http://schemas.openxmlformats.org/drawingml/2006/main">
              <a:ext uri="{FF2B5EF4-FFF2-40B4-BE49-F238E27FC236}">
                <a16:creationId xmlns:a16="http://schemas.microsoft.com/office/drawing/2014/main" id="{44269E45-9832-4C85-B4AC-FC4B05970423}"/>
              </a:ext>
            </a:extLst>
          </p:cNvPr>
          <p:cNvSpPr>
            <a:spLocks xmlns:a="http://schemas.openxmlformats.org/drawingml/2006/main" noGrp="1"/>
          </p:cNvSpPr>
          <p:nvPr/>
        </p:nvSpPr>
        <p:spPr>
          <a:xfrm xmlns:a="http://schemas.openxmlformats.org/drawingml/2006/main">
            <a:off x="99155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1" name="">
            <a:extLst xmlns:a="http://schemas.openxmlformats.org/drawingml/2006/main">
              <a:ext uri="{FF2B5EF4-FFF2-40B4-BE49-F238E27FC236}">
                <a16:creationId xmlns:a16="http://schemas.microsoft.com/office/drawing/2014/main" id="{A2B821EA-5A0F-4E85-8928-C7E06332A1EB}"/>
              </a:ext>
            </a:extLst>
          </p:cNvPr>
          <p:cNvSpPr>
            <a:spLocks xmlns:a="http://schemas.openxmlformats.org/drawingml/2006/main" noGrp="1"/>
          </p:cNvSpPr>
          <p:nvPr/>
        </p:nvSpPr>
        <p:spPr>
          <a:xfrm xmlns:a="http://schemas.openxmlformats.org/drawingml/2006/main">
            <a:off x="99155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2" name="">
            <a:extLst xmlns:a="http://schemas.openxmlformats.org/drawingml/2006/main">
              <a:ext uri="{FF2B5EF4-FFF2-40B4-BE49-F238E27FC236}">
                <a16:creationId xmlns:a16="http://schemas.microsoft.com/office/drawing/2014/main" id="{ED5D42CB-5685-4778-9190-9305D57263F5}"/>
              </a:ext>
            </a:extLst>
          </p:cNvPr>
          <p:cNvSpPr>
            <a:spLocks xmlns:a="http://schemas.openxmlformats.org/drawingml/2006/main" noGrp="1"/>
          </p:cNvSpPr>
          <p:nvPr/>
        </p:nvSpPr>
        <p:spPr>
          <a:xfrm xmlns:a="http://schemas.openxmlformats.org/drawingml/2006/main">
            <a:off x="99155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3" name="">
            <a:extLst xmlns:a="http://schemas.openxmlformats.org/drawingml/2006/main">
              <a:ext uri="{FF2B5EF4-FFF2-40B4-BE49-F238E27FC236}">
                <a16:creationId xmlns:a16="http://schemas.microsoft.com/office/drawing/2014/main" id="{13249CB6-D7A0-42A2-9806-15DDBF2706D6}"/>
              </a:ext>
            </a:extLst>
          </p:cNvPr>
          <p:cNvSpPr>
            <a:spLocks xmlns:a="http://schemas.openxmlformats.org/drawingml/2006/main" noGrp="1"/>
          </p:cNvSpPr>
          <p:nvPr/>
        </p:nvSpPr>
        <p:spPr>
          <a:xfrm xmlns:a="http://schemas.openxmlformats.org/drawingml/2006/main">
            <a:off x="99155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4" name="">
            <a:extLst xmlns:a="http://schemas.openxmlformats.org/drawingml/2006/main">
              <a:ext uri="{FF2B5EF4-FFF2-40B4-BE49-F238E27FC236}">
                <a16:creationId xmlns:a16="http://schemas.microsoft.com/office/drawing/2014/main" id="{D3EF1159-AD16-40C5-A13C-7F5B0F2794D0}"/>
              </a:ext>
            </a:extLst>
          </p:cNvPr>
          <p:cNvSpPr>
            <a:spLocks xmlns:a="http://schemas.openxmlformats.org/drawingml/2006/main" noGrp="1"/>
          </p:cNvSpPr>
          <p:nvPr/>
        </p:nvSpPr>
        <p:spPr>
          <a:xfrm xmlns:a="http://schemas.openxmlformats.org/drawingml/2006/main">
            <a:off x="99155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5" name="">
            <a:extLst xmlns:a="http://schemas.openxmlformats.org/drawingml/2006/main">
              <a:ext uri="{FF2B5EF4-FFF2-40B4-BE49-F238E27FC236}">
                <a16:creationId xmlns:a16="http://schemas.microsoft.com/office/drawing/2014/main" id="{D09E9F3F-1CB8-453E-B7C1-E3656D13C3AE}"/>
              </a:ext>
            </a:extLst>
          </p:cNvPr>
          <p:cNvSpPr>
            <a:spLocks xmlns:a="http://schemas.openxmlformats.org/drawingml/2006/main" noGrp="1"/>
          </p:cNvSpPr>
          <p:nvPr/>
        </p:nvSpPr>
        <p:spPr>
          <a:xfrm xmlns:a="http://schemas.openxmlformats.org/drawingml/2006/main">
            <a:off x="99155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6" name="">
            <a:extLst xmlns:a="http://schemas.openxmlformats.org/drawingml/2006/main">
              <a:ext uri="{FF2B5EF4-FFF2-40B4-BE49-F238E27FC236}">
                <a16:creationId xmlns:a16="http://schemas.microsoft.com/office/drawing/2014/main" id="{C76C2646-FB6A-451A-9AA8-44A1BBB06FCC}"/>
              </a:ext>
            </a:extLst>
          </p:cNvPr>
          <p:cNvSpPr>
            <a:spLocks xmlns:a="http://schemas.openxmlformats.org/drawingml/2006/main" noGrp="1"/>
          </p:cNvSpPr>
          <p:nvPr/>
        </p:nvSpPr>
        <p:spPr>
          <a:xfrm xmlns:a="http://schemas.openxmlformats.org/drawingml/2006/main">
            <a:off x="99155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7" name="">
            <a:extLst xmlns:a="http://schemas.openxmlformats.org/drawingml/2006/main">
              <a:ext uri="{FF2B5EF4-FFF2-40B4-BE49-F238E27FC236}">
                <a16:creationId xmlns:a16="http://schemas.microsoft.com/office/drawing/2014/main" id="{CFAE992D-5841-4BB5-BFA1-08446723B448}"/>
              </a:ext>
            </a:extLst>
          </p:cNvPr>
          <p:cNvSpPr>
            <a:spLocks xmlns:a="http://schemas.openxmlformats.org/drawingml/2006/main" noGrp="1"/>
          </p:cNvSpPr>
          <p:nvPr/>
        </p:nvSpPr>
        <p:spPr>
          <a:xfrm xmlns:a="http://schemas.openxmlformats.org/drawingml/2006/main">
            <a:off x="99155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8" name="">
            <a:extLst xmlns:a="http://schemas.openxmlformats.org/drawingml/2006/main">
              <a:ext uri="{FF2B5EF4-FFF2-40B4-BE49-F238E27FC236}">
                <a16:creationId xmlns:a16="http://schemas.microsoft.com/office/drawing/2014/main" id="{A46D2807-8DA5-4334-BCA6-ADBB5E7469A9}"/>
              </a:ext>
            </a:extLst>
          </p:cNvPr>
          <p:cNvSpPr>
            <a:spLocks xmlns:a="http://schemas.openxmlformats.org/drawingml/2006/main" noGrp="1"/>
          </p:cNvSpPr>
          <p:nvPr/>
        </p:nvSpPr>
        <p:spPr>
          <a:xfrm xmlns:a="http://schemas.openxmlformats.org/drawingml/2006/main">
            <a:off x="99155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9" name="">
            <a:extLst xmlns:a="http://schemas.openxmlformats.org/drawingml/2006/main">
              <a:ext uri="{FF2B5EF4-FFF2-40B4-BE49-F238E27FC236}">
                <a16:creationId xmlns:a16="http://schemas.microsoft.com/office/drawing/2014/main" id="{39197AD6-104D-4396-90F6-F46E8120744B}"/>
              </a:ext>
            </a:extLst>
          </p:cNvPr>
          <p:cNvSpPr>
            <a:spLocks xmlns:a="http://schemas.openxmlformats.org/drawingml/2006/main" noGrp="1"/>
          </p:cNvSpPr>
          <p:nvPr/>
        </p:nvSpPr>
        <p:spPr>
          <a:xfrm xmlns:a="http://schemas.openxmlformats.org/drawingml/2006/main">
            <a:off x="99155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0" name="">
            <a:extLst xmlns:a="http://schemas.openxmlformats.org/drawingml/2006/main">
              <a:ext uri="{FF2B5EF4-FFF2-40B4-BE49-F238E27FC236}">
                <a16:creationId xmlns:a16="http://schemas.microsoft.com/office/drawing/2014/main" id="{C79C47E9-4856-4734-8861-0DD40990758A}"/>
              </a:ext>
            </a:extLst>
          </p:cNvPr>
          <p:cNvSpPr>
            <a:spLocks xmlns:a="http://schemas.openxmlformats.org/drawingml/2006/main" noGrp="1"/>
          </p:cNvSpPr>
          <p:nvPr/>
        </p:nvSpPr>
        <p:spPr>
          <a:xfrm xmlns:a="http://schemas.openxmlformats.org/drawingml/2006/main">
            <a:off x="99155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1" name="">
            <a:extLst xmlns:a="http://schemas.openxmlformats.org/drawingml/2006/main">
              <a:ext uri="{FF2B5EF4-FFF2-40B4-BE49-F238E27FC236}">
                <a16:creationId xmlns:a16="http://schemas.microsoft.com/office/drawing/2014/main" id="{95487551-9568-48B1-B7A0-57D2DB663942}"/>
              </a:ext>
            </a:extLst>
          </p:cNvPr>
          <p:cNvSpPr>
            <a:spLocks xmlns:a="http://schemas.openxmlformats.org/drawingml/2006/main" noGrp="1"/>
          </p:cNvSpPr>
          <p:nvPr/>
        </p:nvSpPr>
        <p:spPr>
          <a:xfrm xmlns:a="http://schemas.openxmlformats.org/drawingml/2006/main">
            <a:off x="99155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2" name="">
            <a:extLst xmlns:a="http://schemas.openxmlformats.org/drawingml/2006/main">
              <a:ext uri="{FF2B5EF4-FFF2-40B4-BE49-F238E27FC236}">
                <a16:creationId xmlns:a16="http://schemas.microsoft.com/office/drawing/2014/main" id="{834785E1-D6DD-4063-A127-064ECDE53452}"/>
              </a:ext>
            </a:extLst>
          </p:cNvPr>
          <p:cNvSpPr>
            <a:spLocks xmlns:a="http://schemas.openxmlformats.org/drawingml/2006/main" noGrp="1"/>
          </p:cNvSpPr>
          <p:nvPr/>
        </p:nvSpPr>
        <p:spPr>
          <a:xfrm xmlns:a="http://schemas.openxmlformats.org/drawingml/2006/main">
            <a:off x="99155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3" name="">
            <a:extLst xmlns:a="http://schemas.openxmlformats.org/drawingml/2006/main">
              <a:ext uri="{FF2B5EF4-FFF2-40B4-BE49-F238E27FC236}">
                <a16:creationId xmlns:a16="http://schemas.microsoft.com/office/drawing/2014/main" id="{2BE229F0-532A-432A-8470-73E284D328AE}"/>
              </a:ext>
            </a:extLst>
          </p:cNvPr>
          <p:cNvSpPr>
            <a:spLocks xmlns:a="http://schemas.openxmlformats.org/drawingml/2006/main" noGrp="1"/>
          </p:cNvSpPr>
          <p:nvPr/>
        </p:nvSpPr>
        <p:spPr>
          <a:xfrm xmlns:a="http://schemas.openxmlformats.org/drawingml/2006/main">
            <a:off x="99155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4" name="">
            <a:extLst xmlns:a="http://schemas.openxmlformats.org/drawingml/2006/main">
              <a:ext uri="{FF2B5EF4-FFF2-40B4-BE49-F238E27FC236}">
                <a16:creationId xmlns:a16="http://schemas.microsoft.com/office/drawing/2014/main" id="{55698DC9-B06D-4AFA-A9B0-48C5EBBA4F62}"/>
              </a:ext>
            </a:extLst>
          </p:cNvPr>
          <p:cNvSpPr>
            <a:spLocks xmlns:a="http://schemas.openxmlformats.org/drawingml/2006/main" noGrp="1"/>
          </p:cNvSpPr>
          <p:nvPr/>
        </p:nvSpPr>
        <p:spPr>
          <a:xfrm xmlns:a="http://schemas.openxmlformats.org/drawingml/2006/main">
            <a:off x="99155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5" name="">
            <a:extLst xmlns:a="http://schemas.openxmlformats.org/drawingml/2006/main">
              <a:ext uri="{FF2B5EF4-FFF2-40B4-BE49-F238E27FC236}">
                <a16:creationId xmlns:a16="http://schemas.microsoft.com/office/drawing/2014/main" id="{80AAB52D-C625-417C-93DC-D1E15B812C4A}"/>
              </a:ext>
            </a:extLst>
          </p:cNvPr>
          <p:cNvSpPr>
            <a:spLocks xmlns:a="http://schemas.openxmlformats.org/drawingml/2006/main" noGrp="1"/>
          </p:cNvSpPr>
          <p:nvPr/>
        </p:nvSpPr>
        <p:spPr>
          <a:xfrm xmlns:a="http://schemas.openxmlformats.org/drawingml/2006/main">
            <a:off x="99155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6" name="">
            <a:extLst xmlns:a="http://schemas.openxmlformats.org/drawingml/2006/main">
              <a:ext uri="{FF2B5EF4-FFF2-40B4-BE49-F238E27FC236}">
                <a16:creationId xmlns:a16="http://schemas.microsoft.com/office/drawing/2014/main" id="{0354CBFD-173D-4EAE-A034-07AC54757F0D}"/>
              </a:ext>
            </a:extLst>
          </p:cNvPr>
          <p:cNvSpPr>
            <a:spLocks xmlns:a="http://schemas.openxmlformats.org/drawingml/2006/main" noGrp="1"/>
          </p:cNvSpPr>
          <p:nvPr/>
        </p:nvSpPr>
        <p:spPr>
          <a:xfrm xmlns:a="http://schemas.openxmlformats.org/drawingml/2006/main">
            <a:off x="99155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7" name="">
            <a:extLst xmlns:a="http://schemas.openxmlformats.org/drawingml/2006/main">
              <a:ext uri="{FF2B5EF4-FFF2-40B4-BE49-F238E27FC236}">
                <a16:creationId xmlns:a16="http://schemas.microsoft.com/office/drawing/2014/main" id="{24477E9E-16DA-43C2-88E1-EAE21AFBE4A7}"/>
              </a:ext>
            </a:extLst>
          </p:cNvPr>
          <p:cNvSpPr>
            <a:spLocks xmlns:a="http://schemas.openxmlformats.org/drawingml/2006/main" noGrp="1"/>
          </p:cNvSpPr>
          <p:nvPr/>
        </p:nvSpPr>
        <p:spPr>
          <a:xfrm xmlns:a="http://schemas.openxmlformats.org/drawingml/2006/main">
            <a:off x="99155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8" name="">
            <a:extLst xmlns:a="http://schemas.openxmlformats.org/drawingml/2006/main">
              <a:ext uri="{FF2B5EF4-FFF2-40B4-BE49-F238E27FC236}">
                <a16:creationId xmlns:a16="http://schemas.microsoft.com/office/drawing/2014/main" id="{FDBF0C6E-218F-4168-9098-A7FE0F165502}"/>
              </a:ext>
            </a:extLst>
          </p:cNvPr>
          <p:cNvSpPr>
            <a:spLocks xmlns:a="http://schemas.openxmlformats.org/drawingml/2006/main" noGrp="1"/>
          </p:cNvSpPr>
          <p:nvPr/>
        </p:nvSpPr>
        <p:spPr>
          <a:xfrm xmlns:a="http://schemas.openxmlformats.org/drawingml/2006/main">
            <a:off x="99155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9" name="">
            <a:extLst xmlns:a="http://schemas.openxmlformats.org/drawingml/2006/main">
              <a:ext uri="{FF2B5EF4-FFF2-40B4-BE49-F238E27FC236}">
                <a16:creationId xmlns:a16="http://schemas.microsoft.com/office/drawing/2014/main" id="{6187DB1A-E86D-45A6-B285-464F1351E25C}"/>
              </a:ext>
            </a:extLst>
          </p:cNvPr>
          <p:cNvSpPr>
            <a:spLocks xmlns:a="http://schemas.openxmlformats.org/drawingml/2006/main" noGrp="1"/>
          </p:cNvSpPr>
          <p:nvPr/>
        </p:nvSpPr>
        <p:spPr>
          <a:xfrm xmlns:a="http://schemas.openxmlformats.org/drawingml/2006/main">
            <a:off x="99155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0" name="">
            <a:extLst xmlns:a="http://schemas.openxmlformats.org/drawingml/2006/main">
              <a:ext uri="{FF2B5EF4-FFF2-40B4-BE49-F238E27FC236}">
                <a16:creationId xmlns:a16="http://schemas.microsoft.com/office/drawing/2014/main" id="{AA3970B5-5104-4781-8AA8-9F96F7A86448}"/>
              </a:ext>
            </a:extLst>
          </p:cNvPr>
          <p:cNvSpPr>
            <a:spLocks xmlns:a="http://schemas.openxmlformats.org/drawingml/2006/main" noGrp="1"/>
          </p:cNvSpPr>
          <p:nvPr/>
        </p:nvSpPr>
        <p:spPr>
          <a:xfrm xmlns:a="http://schemas.openxmlformats.org/drawingml/2006/main">
            <a:off x="99155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1" name="">
            <a:extLst xmlns:a="http://schemas.openxmlformats.org/drawingml/2006/main">
              <a:ext uri="{FF2B5EF4-FFF2-40B4-BE49-F238E27FC236}">
                <a16:creationId xmlns:a16="http://schemas.microsoft.com/office/drawing/2014/main" id="{75DC7621-9004-4BD1-8F7E-05F365F5E983}"/>
              </a:ext>
            </a:extLst>
          </p:cNvPr>
          <p:cNvSpPr>
            <a:spLocks xmlns:a="http://schemas.openxmlformats.org/drawingml/2006/main" noGrp="1"/>
          </p:cNvSpPr>
          <p:nvPr/>
        </p:nvSpPr>
        <p:spPr>
          <a:xfrm xmlns:a="http://schemas.openxmlformats.org/drawingml/2006/main">
            <a:off x="99155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2" name="">
            <a:extLst xmlns:a="http://schemas.openxmlformats.org/drawingml/2006/main">
              <a:ext uri="{FF2B5EF4-FFF2-40B4-BE49-F238E27FC236}">
                <a16:creationId xmlns:a16="http://schemas.microsoft.com/office/drawing/2014/main" id="{CE119E5E-07AA-4869-A9E4-1AC25BF9973F}"/>
              </a:ext>
            </a:extLst>
          </p:cNvPr>
          <p:cNvSpPr>
            <a:spLocks xmlns:a="http://schemas.openxmlformats.org/drawingml/2006/main" noGrp="1"/>
          </p:cNvSpPr>
          <p:nvPr/>
        </p:nvSpPr>
        <p:spPr>
          <a:xfrm xmlns:a="http://schemas.openxmlformats.org/drawingml/2006/main">
            <a:off x="99155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3" name="">
            <a:extLst xmlns:a="http://schemas.openxmlformats.org/drawingml/2006/main">
              <a:ext uri="{FF2B5EF4-FFF2-40B4-BE49-F238E27FC236}">
                <a16:creationId xmlns:a16="http://schemas.microsoft.com/office/drawing/2014/main" id="{F9FF7ABC-6818-4471-86DC-4F3F92A211C2}"/>
              </a:ext>
            </a:extLst>
          </p:cNvPr>
          <p:cNvSpPr>
            <a:spLocks xmlns:a="http://schemas.openxmlformats.org/drawingml/2006/main" noGrp="1"/>
          </p:cNvSpPr>
          <p:nvPr/>
        </p:nvSpPr>
        <p:spPr>
          <a:xfrm xmlns:a="http://schemas.openxmlformats.org/drawingml/2006/main">
            <a:off x="99155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4" name="">
            <a:extLst xmlns:a="http://schemas.openxmlformats.org/drawingml/2006/main">
              <a:ext uri="{FF2B5EF4-FFF2-40B4-BE49-F238E27FC236}">
                <a16:creationId xmlns:a16="http://schemas.microsoft.com/office/drawing/2014/main" id="{DEEB0D99-C127-4F97-B9A9-AEF2A704081E}"/>
              </a:ext>
            </a:extLst>
          </p:cNvPr>
          <p:cNvSpPr>
            <a:spLocks xmlns:a="http://schemas.openxmlformats.org/drawingml/2006/main" noGrp="1"/>
          </p:cNvSpPr>
          <p:nvPr/>
        </p:nvSpPr>
        <p:spPr>
          <a:xfrm xmlns:a="http://schemas.openxmlformats.org/drawingml/2006/main">
            <a:off x="99155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5" name="">
            <a:extLst xmlns:a="http://schemas.openxmlformats.org/drawingml/2006/main">
              <a:ext uri="{FF2B5EF4-FFF2-40B4-BE49-F238E27FC236}">
                <a16:creationId xmlns:a16="http://schemas.microsoft.com/office/drawing/2014/main" id="{BEB2AA28-E60E-4473-B74C-93EE41977F26}"/>
              </a:ext>
            </a:extLst>
          </p:cNvPr>
          <p:cNvSpPr>
            <a:spLocks xmlns:a="http://schemas.openxmlformats.org/drawingml/2006/main" noGrp="1"/>
          </p:cNvSpPr>
          <p:nvPr/>
        </p:nvSpPr>
        <p:spPr>
          <a:xfrm xmlns:a="http://schemas.openxmlformats.org/drawingml/2006/main">
            <a:off x="99155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6" name="">
            <a:extLst xmlns:a="http://schemas.openxmlformats.org/drawingml/2006/main">
              <a:ext uri="{FF2B5EF4-FFF2-40B4-BE49-F238E27FC236}">
                <a16:creationId xmlns:a16="http://schemas.microsoft.com/office/drawing/2014/main" id="{3FCA5EFA-9F0C-4922-B1B6-310642153538}"/>
              </a:ext>
            </a:extLst>
          </p:cNvPr>
          <p:cNvSpPr>
            <a:spLocks xmlns:a="http://schemas.openxmlformats.org/drawingml/2006/main" noGrp="1"/>
          </p:cNvSpPr>
          <p:nvPr/>
        </p:nvSpPr>
        <p:spPr>
          <a:xfrm xmlns:a="http://schemas.openxmlformats.org/drawingml/2006/main">
            <a:off x="99155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7" name="">
            <a:extLst xmlns:a="http://schemas.openxmlformats.org/drawingml/2006/main">
              <a:ext uri="{FF2B5EF4-FFF2-40B4-BE49-F238E27FC236}">
                <a16:creationId xmlns:a16="http://schemas.microsoft.com/office/drawing/2014/main" id="{C6E8052D-2B37-4B96-AE59-D0C05B3F4D55}"/>
              </a:ext>
            </a:extLst>
          </p:cNvPr>
          <p:cNvSpPr>
            <a:spLocks xmlns:a="http://schemas.openxmlformats.org/drawingml/2006/main" noGrp="1"/>
          </p:cNvSpPr>
          <p:nvPr/>
        </p:nvSpPr>
        <p:spPr>
          <a:xfrm xmlns:a="http://schemas.openxmlformats.org/drawingml/2006/main">
            <a:off x="590550" y="208597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168" name="">
            <a:extLst xmlns:a="http://schemas.openxmlformats.org/drawingml/2006/main">
              <a:ext uri="{FF2B5EF4-FFF2-40B4-BE49-F238E27FC236}">
                <a16:creationId xmlns:a16="http://schemas.microsoft.com/office/drawing/2014/main" id="{B2BBA157-E67A-46BF-80E7-1C2929F84E6C}"/>
              </a:ext>
            </a:extLst>
          </p:cNvPr>
          <p:cNvSpPr>
            <a:spLocks xmlns:a="http://schemas.openxmlformats.org/drawingml/2006/main" noGrp="1"/>
          </p:cNvSpPr>
          <p:nvPr/>
        </p:nvSpPr>
        <p:spPr>
          <a:xfrm xmlns:a="http://schemas.openxmlformats.org/drawingml/2006/main">
            <a:off x="590550" y="213360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1</a:t>
            </a:r>
          </a:p>
        </p:txBody>
      </p:sp>
      <p:sp>
        <p:nvSpPr>
          <p:cNvPr id="169" name="">
            <a:extLst xmlns:a="http://schemas.openxmlformats.org/drawingml/2006/main">
              <a:ext uri="{FF2B5EF4-FFF2-40B4-BE49-F238E27FC236}">
                <a16:creationId xmlns:a16="http://schemas.microsoft.com/office/drawing/2014/main" id="{69BA2C9A-AABE-4E60-B830-6CD435E0479D}"/>
              </a:ext>
            </a:extLst>
          </p:cNvPr>
          <p:cNvSpPr>
            <a:spLocks xmlns:a="http://schemas.openxmlformats.org/drawingml/2006/main" noGrp="1"/>
          </p:cNvSpPr>
          <p:nvPr/>
        </p:nvSpPr>
        <p:spPr>
          <a:xfrm xmlns:a="http://schemas.openxmlformats.org/drawingml/2006/main">
            <a:off x="1619250" y="2133600"/>
            <a:ext cx="2076450" cy="762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ln>
        </p:spPr>
      </p:sp>
      <p:sp>
        <p:nvSpPr>
          <p:cNvPr id="170" name="">
            <a:extLst xmlns:a="http://schemas.openxmlformats.org/drawingml/2006/main">
              <a:ext uri="{FF2B5EF4-FFF2-40B4-BE49-F238E27FC236}">
                <a16:creationId xmlns:a16="http://schemas.microsoft.com/office/drawing/2014/main" id="{E70FC948-740C-4C8C-8F96-0BE66D2C719F}"/>
              </a:ext>
            </a:extLst>
          </p:cNvPr>
          <p:cNvSpPr>
            <a:spLocks xmlns:a="http://schemas.openxmlformats.org/drawingml/2006/main" noGrp="1"/>
          </p:cNvSpPr>
          <p:nvPr/>
        </p:nvSpPr>
        <p:spPr>
          <a:xfrm xmlns:a="http://schemas.openxmlformats.org/drawingml/2006/main">
            <a:off x="1695450" y="19431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2563EB"/>
                </a:solidFill>
                <a:latin typeface="Poppins"/>
                <a:ea typeface="Poppins"/>
                <a:cs typeface="Poppins"/>
              </a:defRPr>
            </a:pPr>
            <a:r>
              <a:rPr sz="720" b="1">
                <a:solidFill>
                  <a:srgbClr val="2563EB"/>
                </a:solidFill>
                <a:latin typeface="Poppins"/>
                <a:ea typeface="Poppins"/>
                <a:cs typeface="Poppins"/>
              </a:rPr>
              <a:t>Register / login / Google auth</a:t>
            </a:r>
          </a:p>
        </p:txBody>
      </p:sp>
      <p:sp>
        <p:nvSpPr>
          <p:cNvPr id="171" name="">
            <a:extLst xmlns:a="http://schemas.openxmlformats.org/drawingml/2006/main">
              <a:ext uri="{FF2B5EF4-FFF2-40B4-BE49-F238E27FC236}">
                <a16:creationId xmlns:a16="http://schemas.microsoft.com/office/drawing/2014/main" id="{0A1CD0EC-3F61-4D6F-94EB-95E79FB8E2B1}"/>
              </a:ext>
            </a:extLst>
          </p:cNvPr>
          <p:cNvSpPr>
            <a:spLocks xmlns:a="http://schemas.openxmlformats.org/drawingml/2006/main" noGrp="1"/>
          </p:cNvSpPr>
          <p:nvPr/>
        </p:nvSpPr>
        <p:spPr>
          <a:xfrm xmlns:a="http://schemas.openxmlformats.org/drawingml/2006/main">
            <a:off x="1752600"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2" name="">
            <a:extLst xmlns:a="http://schemas.openxmlformats.org/drawingml/2006/main">
              <a:ext uri="{FF2B5EF4-FFF2-40B4-BE49-F238E27FC236}">
                <a16:creationId xmlns:a16="http://schemas.microsoft.com/office/drawing/2014/main" id="{1DC836CE-7066-47AE-A48F-29031A4217DB}"/>
              </a:ext>
            </a:extLst>
          </p:cNvPr>
          <p:cNvSpPr>
            <a:spLocks xmlns:a="http://schemas.openxmlformats.org/drawingml/2006/main" noGrp="1"/>
          </p:cNvSpPr>
          <p:nvPr/>
        </p:nvSpPr>
        <p:spPr>
          <a:xfrm xmlns:a="http://schemas.openxmlformats.org/drawingml/2006/main">
            <a:off x="1857375"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3" name="">
            <a:extLst xmlns:a="http://schemas.openxmlformats.org/drawingml/2006/main">
              <a:ext uri="{FF2B5EF4-FFF2-40B4-BE49-F238E27FC236}">
                <a16:creationId xmlns:a16="http://schemas.microsoft.com/office/drawing/2014/main" id="{5E72B2AC-0A0B-45BF-BA7C-38BDAADE045E}"/>
              </a:ext>
            </a:extLst>
          </p:cNvPr>
          <p:cNvSpPr>
            <a:spLocks xmlns:a="http://schemas.openxmlformats.org/drawingml/2006/main" noGrp="1"/>
          </p:cNvSpPr>
          <p:nvPr/>
        </p:nvSpPr>
        <p:spPr>
          <a:xfrm xmlns:a="http://schemas.openxmlformats.org/drawingml/2006/main">
            <a:off x="1962150"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4" name="">
            <a:extLst xmlns:a="http://schemas.openxmlformats.org/drawingml/2006/main">
              <a:ext uri="{FF2B5EF4-FFF2-40B4-BE49-F238E27FC236}">
                <a16:creationId xmlns:a16="http://schemas.microsoft.com/office/drawing/2014/main" id="{79195DF9-8FC3-4F89-8FAC-034589D162B1}"/>
              </a:ext>
            </a:extLst>
          </p:cNvPr>
          <p:cNvSpPr>
            <a:spLocks xmlns:a="http://schemas.openxmlformats.org/drawingml/2006/main" noGrp="1"/>
          </p:cNvSpPr>
          <p:nvPr/>
        </p:nvSpPr>
        <p:spPr>
          <a:xfrm xmlns:a="http://schemas.openxmlformats.org/drawingml/2006/main">
            <a:off x="2066925"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5" name="">
            <a:extLst xmlns:a="http://schemas.openxmlformats.org/drawingml/2006/main">
              <a:ext uri="{FF2B5EF4-FFF2-40B4-BE49-F238E27FC236}">
                <a16:creationId xmlns:a16="http://schemas.microsoft.com/office/drawing/2014/main" id="{D05510C8-61B4-4BD6-8F7A-626504693479}"/>
              </a:ext>
            </a:extLst>
          </p:cNvPr>
          <p:cNvSpPr>
            <a:spLocks xmlns:a="http://schemas.openxmlformats.org/drawingml/2006/main" noGrp="1"/>
          </p:cNvSpPr>
          <p:nvPr/>
        </p:nvSpPr>
        <p:spPr>
          <a:xfrm xmlns:a="http://schemas.openxmlformats.org/drawingml/2006/main">
            <a:off x="2171700"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6" name="">
            <a:extLst xmlns:a="http://schemas.openxmlformats.org/drawingml/2006/main">
              <a:ext uri="{FF2B5EF4-FFF2-40B4-BE49-F238E27FC236}">
                <a16:creationId xmlns:a16="http://schemas.microsoft.com/office/drawing/2014/main" id="{979B301F-DBFB-4A40-98A2-9081AE5C96B0}"/>
              </a:ext>
            </a:extLst>
          </p:cNvPr>
          <p:cNvSpPr>
            <a:spLocks xmlns:a="http://schemas.openxmlformats.org/drawingml/2006/main" noGrp="1"/>
          </p:cNvSpPr>
          <p:nvPr/>
        </p:nvSpPr>
        <p:spPr>
          <a:xfrm xmlns:a="http://schemas.openxmlformats.org/drawingml/2006/main">
            <a:off x="2276475"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7" name="">
            <a:extLst xmlns:a="http://schemas.openxmlformats.org/drawingml/2006/main">
              <a:ext uri="{FF2B5EF4-FFF2-40B4-BE49-F238E27FC236}">
                <a16:creationId xmlns:a16="http://schemas.microsoft.com/office/drawing/2014/main" id="{D0DBDA0C-8246-48CD-B360-423EEB60DEDD}"/>
              </a:ext>
            </a:extLst>
          </p:cNvPr>
          <p:cNvSpPr>
            <a:spLocks xmlns:a="http://schemas.openxmlformats.org/drawingml/2006/main" noGrp="1"/>
          </p:cNvSpPr>
          <p:nvPr/>
        </p:nvSpPr>
        <p:spPr>
          <a:xfrm xmlns:a="http://schemas.openxmlformats.org/drawingml/2006/main">
            <a:off x="2381250"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8" name="">
            <a:extLst xmlns:a="http://schemas.openxmlformats.org/drawingml/2006/main">
              <a:ext uri="{FF2B5EF4-FFF2-40B4-BE49-F238E27FC236}">
                <a16:creationId xmlns:a16="http://schemas.microsoft.com/office/drawing/2014/main" id="{C11641F2-0BA7-41A2-965D-AD2A38DA71C5}"/>
              </a:ext>
            </a:extLst>
          </p:cNvPr>
          <p:cNvSpPr>
            <a:spLocks xmlns:a="http://schemas.openxmlformats.org/drawingml/2006/main" noGrp="1"/>
          </p:cNvSpPr>
          <p:nvPr/>
        </p:nvSpPr>
        <p:spPr>
          <a:xfrm xmlns:a="http://schemas.openxmlformats.org/drawingml/2006/main">
            <a:off x="2486025"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9" name="">
            <a:extLst xmlns:a="http://schemas.openxmlformats.org/drawingml/2006/main">
              <a:ext uri="{FF2B5EF4-FFF2-40B4-BE49-F238E27FC236}">
                <a16:creationId xmlns:a16="http://schemas.microsoft.com/office/drawing/2014/main" id="{8F17399B-B9A7-4F9E-A51E-6062CE6C6E54}"/>
              </a:ext>
            </a:extLst>
          </p:cNvPr>
          <p:cNvSpPr>
            <a:spLocks xmlns:a="http://schemas.openxmlformats.org/drawingml/2006/main" noGrp="1"/>
          </p:cNvSpPr>
          <p:nvPr/>
        </p:nvSpPr>
        <p:spPr>
          <a:xfrm xmlns:a="http://schemas.openxmlformats.org/drawingml/2006/main">
            <a:off x="2590800"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0" name="">
            <a:extLst xmlns:a="http://schemas.openxmlformats.org/drawingml/2006/main">
              <a:ext uri="{FF2B5EF4-FFF2-40B4-BE49-F238E27FC236}">
                <a16:creationId xmlns:a16="http://schemas.microsoft.com/office/drawing/2014/main" id="{130FCF32-4473-4E14-B90E-D84D3B0B0CE5}"/>
              </a:ext>
            </a:extLst>
          </p:cNvPr>
          <p:cNvSpPr>
            <a:spLocks xmlns:a="http://schemas.openxmlformats.org/drawingml/2006/main" noGrp="1"/>
          </p:cNvSpPr>
          <p:nvPr/>
        </p:nvSpPr>
        <p:spPr>
          <a:xfrm xmlns:a="http://schemas.openxmlformats.org/drawingml/2006/main">
            <a:off x="2695575"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1" name="">
            <a:extLst xmlns:a="http://schemas.openxmlformats.org/drawingml/2006/main">
              <a:ext uri="{FF2B5EF4-FFF2-40B4-BE49-F238E27FC236}">
                <a16:creationId xmlns:a16="http://schemas.microsoft.com/office/drawing/2014/main" id="{43000464-2AF5-4EFC-9C42-F300DEDFCDC5}"/>
              </a:ext>
            </a:extLst>
          </p:cNvPr>
          <p:cNvSpPr>
            <a:spLocks xmlns:a="http://schemas.openxmlformats.org/drawingml/2006/main" noGrp="1"/>
          </p:cNvSpPr>
          <p:nvPr/>
        </p:nvSpPr>
        <p:spPr>
          <a:xfrm xmlns:a="http://schemas.openxmlformats.org/drawingml/2006/main">
            <a:off x="2800350"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2" name="">
            <a:extLst xmlns:a="http://schemas.openxmlformats.org/drawingml/2006/main">
              <a:ext uri="{FF2B5EF4-FFF2-40B4-BE49-F238E27FC236}">
                <a16:creationId xmlns:a16="http://schemas.microsoft.com/office/drawing/2014/main" id="{97284BD1-1529-4B09-9C3A-682B4541EA02}"/>
              </a:ext>
            </a:extLst>
          </p:cNvPr>
          <p:cNvSpPr>
            <a:spLocks xmlns:a="http://schemas.openxmlformats.org/drawingml/2006/main" noGrp="1"/>
          </p:cNvSpPr>
          <p:nvPr/>
        </p:nvSpPr>
        <p:spPr>
          <a:xfrm xmlns:a="http://schemas.openxmlformats.org/drawingml/2006/main">
            <a:off x="2905125"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3" name="">
            <a:extLst xmlns:a="http://schemas.openxmlformats.org/drawingml/2006/main">
              <a:ext uri="{FF2B5EF4-FFF2-40B4-BE49-F238E27FC236}">
                <a16:creationId xmlns:a16="http://schemas.microsoft.com/office/drawing/2014/main" id="{F41EE25A-2AC2-4E62-94F2-6E377536B450}"/>
              </a:ext>
            </a:extLst>
          </p:cNvPr>
          <p:cNvSpPr>
            <a:spLocks xmlns:a="http://schemas.openxmlformats.org/drawingml/2006/main" noGrp="1"/>
          </p:cNvSpPr>
          <p:nvPr/>
        </p:nvSpPr>
        <p:spPr>
          <a:xfrm xmlns:a="http://schemas.openxmlformats.org/drawingml/2006/main">
            <a:off x="3009900"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4" name="">
            <a:extLst xmlns:a="http://schemas.openxmlformats.org/drawingml/2006/main">
              <a:ext uri="{FF2B5EF4-FFF2-40B4-BE49-F238E27FC236}">
                <a16:creationId xmlns:a16="http://schemas.microsoft.com/office/drawing/2014/main" id="{AD02CB72-C23C-444C-8651-A614ECFA772C}"/>
              </a:ext>
            </a:extLst>
          </p:cNvPr>
          <p:cNvSpPr>
            <a:spLocks xmlns:a="http://schemas.openxmlformats.org/drawingml/2006/main" noGrp="1"/>
          </p:cNvSpPr>
          <p:nvPr/>
        </p:nvSpPr>
        <p:spPr>
          <a:xfrm xmlns:a="http://schemas.openxmlformats.org/drawingml/2006/main">
            <a:off x="3114675"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5" name="">
            <a:extLst xmlns:a="http://schemas.openxmlformats.org/drawingml/2006/main">
              <a:ext uri="{FF2B5EF4-FFF2-40B4-BE49-F238E27FC236}">
                <a16:creationId xmlns:a16="http://schemas.microsoft.com/office/drawing/2014/main" id="{DBD97136-EFC3-42FB-B106-873CA18F7FE8}"/>
              </a:ext>
            </a:extLst>
          </p:cNvPr>
          <p:cNvSpPr>
            <a:spLocks xmlns:a="http://schemas.openxmlformats.org/drawingml/2006/main" noGrp="1"/>
          </p:cNvSpPr>
          <p:nvPr/>
        </p:nvSpPr>
        <p:spPr>
          <a:xfrm xmlns:a="http://schemas.openxmlformats.org/drawingml/2006/main">
            <a:off x="3219450"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6" name="">
            <a:extLst xmlns:a="http://schemas.openxmlformats.org/drawingml/2006/main">
              <a:ext uri="{FF2B5EF4-FFF2-40B4-BE49-F238E27FC236}">
                <a16:creationId xmlns:a16="http://schemas.microsoft.com/office/drawing/2014/main" id="{F4E05854-88D9-433B-B51F-9C06B74E2B20}"/>
              </a:ext>
            </a:extLst>
          </p:cNvPr>
          <p:cNvSpPr>
            <a:spLocks xmlns:a="http://schemas.openxmlformats.org/drawingml/2006/main" noGrp="1"/>
          </p:cNvSpPr>
          <p:nvPr/>
        </p:nvSpPr>
        <p:spPr>
          <a:xfrm xmlns:a="http://schemas.openxmlformats.org/drawingml/2006/main">
            <a:off x="3324225"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7" name="">
            <a:extLst xmlns:a="http://schemas.openxmlformats.org/drawingml/2006/main">
              <a:ext uri="{FF2B5EF4-FFF2-40B4-BE49-F238E27FC236}">
                <a16:creationId xmlns:a16="http://schemas.microsoft.com/office/drawing/2014/main" id="{C28CBBA7-DFEA-4906-99B4-169A722B1AB1}"/>
              </a:ext>
            </a:extLst>
          </p:cNvPr>
          <p:cNvSpPr>
            <a:spLocks xmlns:a="http://schemas.openxmlformats.org/drawingml/2006/main" noGrp="1"/>
          </p:cNvSpPr>
          <p:nvPr/>
        </p:nvSpPr>
        <p:spPr>
          <a:xfrm xmlns:a="http://schemas.openxmlformats.org/drawingml/2006/main">
            <a:off x="3429000"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8" name="">
            <a:extLst xmlns:a="http://schemas.openxmlformats.org/drawingml/2006/main">
              <a:ext uri="{FF2B5EF4-FFF2-40B4-BE49-F238E27FC236}">
                <a16:creationId xmlns:a16="http://schemas.microsoft.com/office/drawing/2014/main" id="{E117A402-F011-4BA2-AA8C-549D755EB2FC}"/>
              </a:ext>
            </a:extLst>
          </p:cNvPr>
          <p:cNvSpPr>
            <a:spLocks xmlns:a="http://schemas.openxmlformats.org/drawingml/2006/main" noGrp="1"/>
          </p:cNvSpPr>
          <p:nvPr/>
        </p:nvSpPr>
        <p:spPr>
          <a:xfrm xmlns:a="http://schemas.openxmlformats.org/drawingml/2006/main">
            <a:off x="3533775"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9" name="">
            <a:extLst xmlns:a="http://schemas.openxmlformats.org/drawingml/2006/main">
              <a:ext uri="{FF2B5EF4-FFF2-40B4-BE49-F238E27FC236}">
                <a16:creationId xmlns:a16="http://schemas.microsoft.com/office/drawing/2014/main" id="{E51CEDD5-1332-4AD7-B0CD-F0049C88D794}"/>
              </a:ext>
            </a:extLst>
          </p:cNvPr>
          <p:cNvSpPr>
            <a:spLocks xmlns:a="http://schemas.openxmlformats.org/drawingml/2006/main" noGrp="1"/>
          </p:cNvSpPr>
          <p:nvPr/>
        </p:nvSpPr>
        <p:spPr>
          <a:xfrm xmlns:a="http://schemas.openxmlformats.org/drawingml/2006/main">
            <a:off x="3638550" y="23050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0" name="">
            <a:extLst xmlns:a="http://schemas.openxmlformats.org/drawingml/2006/main">
              <a:ext uri="{FF2B5EF4-FFF2-40B4-BE49-F238E27FC236}">
                <a16:creationId xmlns:a16="http://schemas.microsoft.com/office/drawing/2014/main" id="{CB6EDA79-F7AB-4C0C-A3D1-C2CFA7E20DD6}"/>
              </a:ext>
            </a:extLst>
          </p:cNvPr>
          <p:cNvSpPr>
            <a:spLocks xmlns:a="http://schemas.openxmlformats.org/drawingml/2006/main" noGrp="1"/>
          </p:cNvSpPr>
          <p:nvPr/>
        </p:nvSpPr>
        <p:spPr>
          <a:xfrm xmlns:a="http://schemas.openxmlformats.org/drawingml/2006/main">
            <a:off x="1619250" y="22574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191" name="">
            <a:extLst xmlns:a="http://schemas.openxmlformats.org/drawingml/2006/main">
              <a:ext uri="{FF2B5EF4-FFF2-40B4-BE49-F238E27FC236}">
                <a16:creationId xmlns:a16="http://schemas.microsoft.com/office/drawing/2014/main" id="{DCD72C2B-C12F-44EE-9B33-26642E647B3C}"/>
              </a:ext>
            </a:extLst>
          </p:cNvPr>
          <p:cNvSpPr>
            <a:spLocks xmlns:a="http://schemas.openxmlformats.org/drawingml/2006/main" noGrp="1"/>
          </p:cNvSpPr>
          <p:nvPr/>
        </p:nvSpPr>
        <p:spPr>
          <a:xfrm xmlns:a="http://schemas.openxmlformats.org/drawingml/2006/main">
            <a:off x="1695450" y="23431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Form, redirect, validation message</a:t>
            </a:r>
          </a:p>
        </p:txBody>
      </p:sp>
      <p:sp>
        <p:nvSpPr>
          <p:cNvPr id="192" name="">
            <a:extLst xmlns:a="http://schemas.openxmlformats.org/drawingml/2006/main">
              <a:ext uri="{FF2B5EF4-FFF2-40B4-BE49-F238E27FC236}">
                <a16:creationId xmlns:a16="http://schemas.microsoft.com/office/drawing/2014/main" id="{7B683E41-40C4-41DC-B6F6-4B3E73997D80}"/>
              </a:ext>
            </a:extLst>
          </p:cNvPr>
          <p:cNvSpPr>
            <a:spLocks xmlns:a="http://schemas.openxmlformats.org/drawingml/2006/main" noGrp="1"/>
          </p:cNvSpPr>
          <p:nvPr/>
        </p:nvSpPr>
        <p:spPr>
          <a:xfrm xmlns:a="http://schemas.openxmlformats.org/drawingml/2006/main">
            <a:off x="590550" y="27146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193" name="">
            <a:extLst xmlns:a="http://schemas.openxmlformats.org/drawingml/2006/main">
              <a:ext uri="{FF2B5EF4-FFF2-40B4-BE49-F238E27FC236}">
                <a16:creationId xmlns:a16="http://schemas.microsoft.com/office/drawing/2014/main" id="{63F64537-BA37-4AF5-BC0D-2DF35B9A9B43}"/>
              </a:ext>
            </a:extLst>
          </p:cNvPr>
          <p:cNvSpPr>
            <a:spLocks xmlns:a="http://schemas.openxmlformats.org/drawingml/2006/main" noGrp="1"/>
          </p:cNvSpPr>
          <p:nvPr/>
        </p:nvSpPr>
        <p:spPr>
          <a:xfrm xmlns:a="http://schemas.openxmlformats.org/drawingml/2006/main">
            <a:off x="590550" y="27622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2</a:t>
            </a:r>
          </a:p>
        </p:txBody>
      </p:sp>
      <p:sp>
        <p:nvSpPr>
          <p:cNvPr id="194" name="">
            <a:extLst xmlns:a="http://schemas.openxmlformats.org/drawingml/2006/main">
              <a:ext uri="{FF2B5EF4-FFF2-40B4-BE49-F238E27FC236}">
                <a16:creationId xmlns:a16="http://schemas.microsoft.com/office/drawing/2014/main" id="{0DFC16E7-401E-4DA9-BCC1-3CE083C9EDE6}"/>
              </a:ext>
            </a:extLst>
          </p:cNvPr>
          <p:cNvSpPr>
            <a:spLocks xmlns:a="http://schemas.openxmlformats.org/drawingml/2006/main" noGrp="1"/>
          </p:cNvSpPr>
          <p:nvPr/>
        </p:nvSpPr>
        <p:spPr>
          <a:xfrm xmlns:a="http://schemas.openxmlformats.org/drawingml/2006/main">
            <a:off x="3695700" y="2762250"/>
            <a:ext cx="2076450" cy="76200"/>
          </a:xfrm>
          <a:prstGeom xmlns:a="http://schemas.openxmlformats.org/drawingml/2006/main" prst="rightArrow">
            <a:avLst/>
          </a:prstGeom>
          <a:solidFill xmlns:a="http://schemas.openxmlformats.org/drawingml/2006/main">
            <a:srgbClr val="8613B8"/>
          </a:solidFill>
          <a:ln xmlns:a="http://schemas.openxmlformats.org/drawingml/2006/main" w="0">
            <a:solidFill>
              <a:srgbClr val="8613B8"/>
            </a:solidFill>
          </a:ln>
        </p:spPr>
      </p:sp>
      <p:sp>
        <p:nvSpPr>
          <p:cNvPr id="195" name="">
            <a:extLst xmlns:a="http://schemas.openxmlformats.org/drawingml/2006/main">
              <a:ext uri="{FF2B5EF4-FFF2-40B4-BE49-F238E27FC236}">
                <a16:creationId xmlns:a16="http://schemas.microsoft.com/office/drawing/2014/main" id="{ACA6F3E7-F968-4469-A998-5D8FBD72DAD4}"/>
              </a:ext>
            </a:extLst>
          </p:cNvPr>
          <p:cNvSpPr>
            <a:spLocks xmlns:a="http://schemas.openxmlformats.org/drawingml/2006/main" noGrp="1"/>
          </p:cNvSpPr>
          <p:nvPr/>
        </p:nvSpPr>
        <p:spPr>
          <a:xfrm xmlns:a="http://schemas.openxmlformats.org/drawingml/2006/main">
            <a:off x="3771900" y="25717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8613B8"/>
                </a:solidFill>
                <a:latin typeface="Poppins"/>
                <a:ea typeface="Poppins"/>
                <a:cs typeface="Poppins"/>
              </a:defRPr>
            </a:pPr>
            <a:r>
              <a:rPr sz="720" b="1">
                <a:solidFill>
                  <a:srgbClr val="8613B8"/>
                </a:solidFill>
                <a:latin typeface="Poppins"/>
                <a:ea typeface="Poppins"/>
                <a:cs typeface="Poppins"/>
              </a:rPr>
              <a:t>POST /auth/register or /auth/login</a:t>
            </a:r>
          </a:p>
        </p:txBody>
      </p:sp>
      <p:sp>
        <p:nvSpPr>
          <p:cNvPr id="196" name="">
            <a:extLst xmlns:a="http://schemas.openxmlformats.org/drawingml/2006/main">
              <a:ext uri="{FF2B5EF4-FFF2-40B4-BE49-F238E27FC236}">
                <a16:creationId xmlns:a16="http://schemas.microsoft.com/office/drawing/2014/main" id="{A0EAC0E4-566F-446A-B891-80BCCDF09D0D}"/>
              </a:ext>
            </a:extLst>
          </p:cNvPr>
          <p:cNvSpPr>
            <a:spLocks xmlns:a="http://schemas.openxmlformats.org/drawingml/2006/main" noGrp="1"/>
          </p:cNvSpPr>
          <p:nvPr/>
        </p:nvSpPr>
        <p:spPr>
          <a:xfrm xmlns:a="http://schemas.openxmlformats.org/drawingml/2006/main">
            <a:off x="3829050"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7" name="">
            <a:extLst xmlns:a="http://schemas.openxmlformats.org/drawingml/2006/main">
              <a:ext uri="{FF2B5EF4-FFF2-40B4-BE49-F238E27FC236}">
                <a16:creationId xmlns:a16="http://schemas.microsoft.com/office/drawing/2014/main" id="{458AC5D2-2575-4181-B219-C82B8E42D6C9}"/>
              </a:ext>
            </a:extLst>
          </p:cNvPr>
          <p:cNvSpPr>
            <a:spLocks xmlns:a="http://schemas.openxmlformats.org/drawingml/2006/main" noGrp="1"/>
          </p:cNvSpPr>
          <p:nvPr/>
        </p:nvSpPr>
        <p:spPr>
          <a:xfrm xmlns:a="http://schemas.openxmlformats.org/drawingml/2006/main">
            <a:off x="3933825"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8" name="">
            <a:extLst xmlns:a="http://schemas.openxmlformats.org/drawingml/2006/main">
              <a:ext uri="{FF2B5EF4-FFF2-40B4-BE49-F238E27FC236}">
                <a16:creationId xmlns:a16="http://schemas.microsoft.com/office/drawing/2014/main" id="{E7178FC3-2525-4B98-B84C-3BEAF273F5D1}"/>
              </a:ext>
            </a:extLst>
          </p:cNvPr>
          <p:cNvSpPr>
            <a:spLocks xmlns:a="http://schemas.openxmlformats.org/drawingml/2006/main" noGrp="1"/>
          </p:cNvSpPr>
          <p:nvPr/>
        </p:nvSpPr>
        <p:spPr>
          <a:xfrm xmlns:a="http://schemas.openxmlformats.org/drawingml/2006/main">
            <a:off x="4038600"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9" name="">
            <a:extLst xmlns:a="http://schemas.openxmlformats.org/drawingml/2006/main">
              <a:ext uri="{FF2B5EF4-FFF2-40B4-BE49-F238E27FC236}">
                <a16:creationId xmlns:a16="http://schemas.microsoft.com/office/drawing/2014/main" id="{6EC223B7-3607-409E-B67D-94A578B1C350}"/>
              </a:ext>
            </a:extLst>
          </p:cNvPr>
          <p:cNvSpPr>
            <a:spLocks xmlns:a="http://schemas.openxmlformats.org/drawingml/2006/main" noGrp="1"/>
          </p:cNvSpPr>
          <p:nvPr/>
        </p:nvSpPr>
        <p:spPr>
          <a:xfrm xmlns:a="http://schemas.openxmlformats.org/drawingml/2006/main">
            <a:off x="4143375"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0" name="">
            <a:extLst xmlns:a="http://schemas.openxmlformats.org/drawingml/2006/main">
              <a:ext uri="{FF2B5EF4-FFF2-40B4-BE49-F238E27FC236}">
                <a16:creationId xmlns:a16="http://schemas.microsoft.com/office/drawing/2014/main" id="{B084BDC1-C47C-4724-B0A2-E34828E5116E}"/>
              </a:ext>
            </a:extLst>
          </p:cNvPr>
          <p:cNvSpPr>
            <a:spLocks xmlns:a="http://schemas.openxmlformats.org/drawingml/2006/main" noGrp="1"/>
          </p:cNvSpPr>
          <p:nvPr/>
        </p:nvSpPr>
        <p:spPr>
          <a:xfrm xmlns:a="http://schemas.openxmlformats.org/drawingml/2006/main">
            <a:off x="4248150"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1" name="">
            <a:extLst xmlns:a="http://schemas.openxmlformats.org/drawingml/2006/main">
              <a:ext uri="{FF2B5EF4-FFF2-40B4-BE49-F238E27FC236}">
                <a16:creationId xmlns:a16="http://schemas.microsoft.com/office/drawing/2014/main" id="{5337D4ED-67A3-4B0E-AFD4-3D4D8E3289A3}"/>
              </a:ext>
            </a:extLst>
          </p:cNvPr>
          <p:cNvSpPr>
            <a:spLocks xmlns:a="http://schemas.openxmlformats.org/drawingml/2006/main" noGrp="1"/>
          </p:cNvSpPr>
          <p:nvPr/>
        </p:nvSpPr>
        <p:spPr>
          <a:xfrm xmlns:a="http://schemas.openxmlformats.org/drawingml/2006/main">
            <a:off x="4352925"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2" name="">
            <a:extLst xmlns:a="http://schemas.openxmlformats.org/drawingml/2006/main">
              <a:ext uri="{FF2B5EF4-FFF2-40B4-BE49-F238E27FC236}">
                <a16:creationId xmlns:a16="http://schemas.microsoft.com/office/drawing/2014/main" id="{F9BE2F66-53CA-4226-8FE7-AD49A62EFE95}"/>
              </a:ext>
            </a:extLst>
          </p:cNvPr>
          <p:cNvSpPr>
            <a:spLocks xmlns:a="http://schemas.openxmlformats.org/drawingml/2006/main" noGrp="1"/>
          </p:cNvSpPr>
          <p:nvPr/>
        </p:nvSpPr>
        <p:spPr>
          <a:xfrm xmlns:a="http://schemas.openxmlformats.org/drawingml/2006/main">
            <a:off x="4457700"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3" name="">
            <a:extLst xmlns:a="http://schemas.openxmlformats.org/drawingml/2006/main">
              <a:ext uri="{FF2B5EF4-FFF2-40B4-BE49-F238E27FC236}">
                <a16:creationId xmlns:a16="http://schemas.microsoft.com/office/drawing/2014/main" id="{CD979A55-1150-4294-B6E6-1EA42ED64A23}"/>
              </a:ext>
            </a:extLst>
          </p:cNvPr>
          <p:cNvSpPr>
            <a:spLocks xmlns:a="http://schemas.openxmlformats.org/drawingml/2006/main" noGrp="1"/>
          </p:cNvSpPr>
          <p:nvPr/>
        </p:nvSpPr>
        <p:spPr>
          <a:xfrm xmlns:a="http://schemas.openxmlformats.org/drawingml/2006/main">
            <a:off x="4562475"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4" name="">
            <a:extLst xmlns:a="http://schemas.openxmlformats.org/drawingml/2006/main">
              <a:ext uri="{FF2B5EF4-FFF2-40B4-BE49-F238E27FC236}">
                <a16:creationId xmlns:a16="http://schemas.microsoft.com/office/drawing/2014/main" id="{4B74B994-ADCD-4844-9979-F41B56E81FB2}"/>
              </a:ext>
            </a:extLst>
          </p:cNvPr>
          <p:cNvSpPr>
            <a:spLocks xmlns:a="http://schemas.openxmlformats.org/drawingml/2006/main" noGrp="1"/>
          </p:cNvSpPr>
          <p:nvPr/>
        </p:nvSpPr>
        <p:spPr>
          <a:xfrm xmlns:a="http://schemas.openxmlformats.org/drawingml/2006/main">
            <a:off x="4667250"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5" name="">
            <a:extLst xmlns:a="http://schemas.openxmlformats.org/drawingml/2006/main">
              <a:ext uri="{FF2B5EF4-FFF2-40B4-BE49-F238E27FC236}">
                <a16:creationId xmlns:a16="http://schemas.microsoft.com/office/drawing/2014/main" id="{4BA23861-8063-4AAE-BAB9-801C184BE54F}"/>
              </a:ext>
            </a:extLst>
          </p:cNvPr>
          <p:cNvSpPr>
            <a:spLocks xmlns:a="http://schemas.openxmlformats.org/drawingml/2006/main" noGrp="1"/>
          </p:cNvSpPr>
          <p:nvPr/>
        </p:nvSpPr>
        <p:spPr>
          <a:xfrm xmlns:a="http://schemas.openxmlformats.org/drawingml/2006/main">
            <a:off x="4772025"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6" name="">
            <a:extLst xmlns:a="http://schemas.openxmlformats.org/drawingml/2006/main">
              <a:ext uri="{FF2B5EF4-FFF2-40B4-BE49-F238E27FC236}">
                <a16:creationId xmlns:a16="http://schemas.microsoft.com/office/drawing/2014/main" id="{E1F25AA7-5739-4F75-93C2-DB73CAB7DBF0}"/>
              </a:ext>
            </a:extLst>
          </p:cNvPr>
          <p:cNvSpPr>
            <a:spLocks xmlns:a="http://schemas.openxmlformats.org/drawingml/2006/main" noGrp="1"/>
          </p:cNvSpPr>
          <p:nvPr/>
        </p:nvSpPr>
        <p:spPr>
          <a:xfrm xmlns:a="http://schemas.openxmlformats.org/drawingml/2006/main">
            <a:off x="4876800"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7" name="">
            <a:extLst xmlns:a="http://schemas.openxmlformats.org/drawingml/2006/main">
              <a:ext uri="{FF2B5EF4-FFF2-40B4-BE49-F238E27FC236}">
                <a16:creationId xmlns:a16="http://schemas.microsoft.com/office/drawing/2014/main" id="{53353C90-ACDC-4083-A70A-932D1E4BCBE3}"/>
              </a:ext>
            </a:extLst>
          </p:cNvPr>
          <p:cNvSpPr>
            <a:spLocks xmlns:a="http://schemas.openxmlformats.org/drawingml/2006/main" noGrp="1"/>
          </p:cNvSpPr>
          <p:nvPr/>
        </p:nvSpPr>
        <p:spPr>
          <a:xfrm xmlns:a="http://schemas.openxmlformats.org/drawingml/2006/main">
            <a:off x="4981575"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8" name="">
            <a:extLst xmlns:a="http://schemas.openxmlformats.org/drawingml/2006/main">
              <a:ext uri="{FF2B5EF4-FFF2-40B4-BE49-F238E27FC236}">
                <a16:creationId xmlns:a16="http://schemas.microsoft.com/office/drawing/2014/main" id="{26A901FF-39A7-4A4D-B57A-5DB5CD09DBDC}"/>
              </a:ext>
            </a:extLst>
          </p:cNvPr>
          <p:cNvSpPr>
            <a:spLocks xmlns:a="http://schemas.openxmlformats.org/drawingml/2006/main" noGrp="1"/>
          </p:cNvSpPr>
          <p:nvPr/>
        </p:nvSpPr>
        <p:spPr>
          <a:xfrm xmlns:a="http://schemas.openxmlformats.org/drawingml/2006/main">
            <a:off x="5086350"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9" name="">
            <a:extLst xmlns:a="http://schemas.openxmlformats.org/drawingml/2006/main">
              <a:ext uri="{FF2B5EF4-FFF2-40B4-BE49-F238E27FC236}">
                <a16:creationId xmlns:a16="http://schemas.microsoft.com/office/drawing/2014/main" id="{BB388C86-936C-4018-AD22-A783690E99DE}"/>
              </a:ext>
            </a:extLst>
          </p:cNvPr>
          <p:cNvSpPr>
            <a:spLocks xmlns:a="http://schemas.openxmlformats.org/drawingml/2006/main" noGrp="1"/>
          </p:cNvSpPr>
          <p:nvPr/>
        </p:nvSpPr>
        <p:spPr>
          <a:xfrm xmlns:a="http://schemas.openxmlformats.org/drawingml/2006/main">
            <a:off x="5191125"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0" name="">
            <a:extLst xmlns:a="http://schemas.openxmlformats.org/drawingml/2006/main">
              <a:ext uri="{FF2B5EF4-FFF2-40B4-BE49-F238E27FC236}">
                <a16:creationId xmlns:a16="http://schemas.microsoft.com/office/drawing/2014/main" id="{AEA7AE25-E2ED-40E8-8FBE-288657721614}"/>
              </a:ext>
            </a:extLst>
          </p:cNvPr>
          <p:cNvSpPr>
            <a:spLocks xmlns:a="http://schemas.openxmlformats.org/drawingml/2006/main" noGrp="1"/>
          </p:cNvSpPr>
          <p:nvPr/>
        </p:nvSpPr>
        <p:spPr>
          <a:xfrm xmlns:a="http://schemas.openxmlformats.org/drawingml/2006/main">
            <a:off x="5295900"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1" name="">
            <a:extLst xmlns:a="http://schemas.openxmlformats.org/drawingml/2006/main">
              <a:ext uri="{FF2B5EF4-FFF2-40B4-BE49-F238E27FC236}">
                <a16:creationId xmlns:a16="http://schemas.microsoft.com/office/drawing/2014/main" id="{327CEB98-8D3B-41F5-B092-E34C75560235}"/>
              </a:ext>
            </a:extLst>
          </p:cNvPr>
          <p:cNvSpPr>
            <a:spLocks xmlns:a="http://schemas.openxmlformats.org/drawingml/2006/main" noGrp="1"/>
          </p:cNvSpPr>
          <p:nvPr/>
        </p:nvSpPr>
        <p:spPr>
          <a:xfrm xmlns:a="http://schemas.openxmlformats.org/drawingml/2006/main">
            <a:off x="5400675"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2" name="">
            <a:extLst xmlns:a="http://schemas.openxmlformats.org/drawingml/2006/main">
              <a:ext uri="{FF2B5EF4-FFF2-40B4-BE49-F238E27FC236}">
                <a16:creationId xmlns:a16="http://schemas.microsoft.com/office/drawing/2014/main" id="{1671480C-869B-437A-8934-8AA39DB9F88D}"/>
              </a:ext>
            </a:extLst>
          </p:cNvPr>
          <p:cNvSpPr>
            <a:spLocks xmlns:a="http://schemas.openxmlformats.org/drawingml/2006/main" noGrp="1"/>
          </p:cNvSpPr>
          <p:nvPr/>
        </p:nvSpPr>
        <p:spPr>
          <a:xfrm xmlns:a="http://schemas.openxmlformats.org/drawingml/2006/main">
            <a:off x="5505450"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3" name="">
            <a:extLst xmlns:a="http://schemas.openxmlformats.org/drawingml/2006/main">
              <a:ext uri="{FF2B5EF4-FFF2-40B4-BE49-F238E27FC236}">
                <a16:creationId xmlns:a16="http://schemas.microsoft.com/office/drawing/2014/main" id="{D8B02B93-4D48-43F3-9A53-2C5B99CD8098}"/>
              </a:ext>
            </a:extLst>
          </p:cNvPr>
          <p:cNvSpPr>
            <a:spLocks xmlns:a="http://schemas.openxmlformats.org/drawingml/2006/main" noGrp="1"/>
          </p:cNvSpPr>
          <p:nvPr/>
        </p:nvSpPr>
        <p:spPr>
          <a:xfrm xmlns:a="http://schemas.openxmlformats.org/drawingml/2006/main">
            <a:off x="5610225"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4" name="">
            <a:extLst xmlns:a="http://schemas.openxmlformats.org/drawingml/2006/main">
              <a:ext uri="{FF2B5EF4-FFF2-40B4-BE49-F238E27FC236}">
                <a16:creationId xmlns:a16="http://schemas.microsoft.com/office/drawing/2014/main" id="{03D8ED23-F254-409F-AB2D-6254E504B46C}"/>
              </a:ext>
            </a:extLst>
          </p:cNvPr>
          <p:cNvSpPr>
            <a:spLocks xmlns:a="http://schemas.openxmlformats.org/drawingml/2006/main" noGrp="1"/>
          </p:cNvSpPr>
          <p:nvPr/>
        </p:nvSpPr>
        <p:spPr>
          <a:xfrm xmlns:a="http://schemas.openxmlformats.org/drawingml/2006/main">
            <a:off x="5715000" y="29337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5" name="">
            <a:extLst xmlns:a="http://schemas.openxmlformats.org/drawingml/2006/main">
              <a:ext uri="{FF2B5EF4-FFF2-40B4-BE49-F238E27FC236}">
                <a16:creationId xmlns:a16="http://schemas.microsoft.com/office/drawing/2014/main" id="{CCFAC024-EF59-42D9-BF19-52D6048B4C0B}"/>
              </a:ext>
            </a:extLst>
          </p:cNvPr>
          <p:cNvSpPr>
            <a:spLocks xmlns:a="http://schemas.openxmlformats.org/drawingml/2006/main" noGrp="1"/>
          </p:cNvSpPr>
          <p:nvPr/>
        </p:nvSpPr>
        <p:spPr>
          <a:xfrm xmlns:a="http://schemas.openxmlformats.org/drawingml/2006/main">
            <a:off x="3695700" y="28860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16" name="">
            <a:extLst xmlns:a="http://schemas.openxmlformats.org/drawingml/2006/main">
              <a:ext uri="{FF2B5EF4-FFF2-40B4-BE49-F238E27FC236}">
                <a16:creationId xmlns:a16="http://schemas.microsoft.com/office/drawing/2014/main" id="{87D4A883-37D1-42A5-807F-3A729A6EC5C3}"/>
              </a:ext>
            </a:extLst>
          </p:cNvPr>
          <p:cNvSpPr>
            <a:spLocks xmlns:a="http://schemas.openxmlformats.org/drawingml/2006/main" noGrp="1"/>
          </p:cNvSpPr>
          <p:nvPr/>
        </p:nvSpPr>
        <p:spPr>
          <a:xfrm xmlns:a="http://schemas.openxmlformats.org/drawingml/2006/main">
            <a:off x="3771900" y="29718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LoginResponse or field error</a:t>
            </a:r>
          </a:p>
        </p:txBody>
      </p:sp>
      <p:sp>
        <p:nvSpPr>
          <p:cNvPr id="217" name="">
            <a:extLst xmlns:a="http://schemas.openxmlformats.org/drawingml/2006/main">
              <a:ext uri="{FF2B5EF4-FFF2-40B4-BE49-F238E27FC236}">
                <a16:creationId xmlns:a16="http://schemas.microsoft.com/office/drawing/2014/main" id="{79558D18-262F-47DB-9A33-763FAB9DE7B3}"/>
              </a:ext>
            </a:extLst>
          </p:cNvPr>
          <p:cNvSpPr>
            <a:spLocks xmlns:a="http://schemas.openxmlformats.org/drawingml/2006/main" noGrp="1"/>
          </p:cNvSpPr>
          <p:nvPr/>
        </p:nvSpPr>
        <p:spPr>
          <a:xfrm xmlns:a="http://schemas.openxmlformats.org/drawingml/2006/main">
            <a:off x="590550" y="334327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18" name="">
            <a:extLst xmlns:a="http://schemas.openxmlformats.org/drawingml/2006/main">
              <a:ext uri="{FF2B5EF4-FFF2-40B4-BE49-F238E27FC236}">
                <a16:creationId xmlns:a16="http://schemas.microsoft.com/office/drawing/2014/main" id="{7E3D1DDD-D770-4A8E-920E-A8096D218F26}"/>
              </a:ext>
            </a:extLst>
          </p:cNvPr>
          <p:cNvSpPr>
            <a:spLocks xmlns:a="http://schemas.openxmlformats.org/drawingml/2006/main" noGrp="1"/>
          </p:cNvSpPr>
          <p:nvPr/>
        </p:nvSpPr>
        <p:spPr>
          <a:xfrm xmlns:a="http://schemas.openxmlformats.org/drawingml/2006/main">
            <a:off x="590550" y="339090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3</a:t>
            </a:r>
          </a:p>
        </p:txBody>
      </p:sp>
      <p:sp>
        <p:nvSpPr>
          <p:cNvPr id="219" name="">
            <a:extLst xmlns:a="http://schemas.openxmlformats.org/drawingml/2006/main">
              <a:ext uri="{FF2B5EF4-FFF2-40B4-BE49-F238E27FC236}">
                <a16:creationId xmlns:a16="http://schemas.microsoft.com/office/drawing/2014/main" id="{637795BE-520B-4E13-B872-B4409D992650}"/>
              </a:ext>
            </a:extLst>
          </p:cNvPr>
          <p:cNvSpPr>
            <a:spLocks xmlns:a="http://schemas.openxmlformats.org/drawingml/2006/main" noGrp="1"/>
          </p:cNvSpPr>
          <p:nvPr/>
        </p:nvSpPr>
        <p:spPr>
          <a:xfrm xmlns:a="http://schemas.openxmlformats.org/drawingml/2006/main">
            <a:off x="5772150" y="3390900"/>
            <a:ext cx="2076450" cy="76200"/>
          </a:xfrm>
          <a:prstGeom xmlns:a="http://schemas.openxmlformats.org/drawingml/2006/main" prst="rightArrow">
            <a:avLst/>
          </a:prstGeom>
          <a:solidFill xmlns:a="http://schemas.openxmlformats.org/drawingml/2006/main">
            <a:srgbClr val="16A34A"/>
          </a:solidFill>
          <a:ln xmlns:a="http://schemas.openxmlformats.org/drawingml/2006/main" w="0">
            <a:solidFill>
              <a:srgbClr val="16A34A"/>
            </a:solidFill>
          </a:ln>
        </p:spPr>
      </p:sp>
      <p:sp>
        <p:nvSpPr>
          <p:cNvPr id="220" name="">
            <a:extLst xmlns:a="http://schemas.openxmlformats.org/drawingml/2006/main">
              <a:ext uri="{FF2B5EF4-FFF2-40B4-BE49-F238E27FC236}">
                <a16:creationId xmlns:a16="http://schemas.microsoft.com/office/drawing/2014/main" id="{33FF988D-5777-49A8-9FBC-7D9225CF0238}"/>
              </a:ext>
            </a:extLst>
          </p:cNvPr>
          <p:cNvSpPr>
            <a:spLocks xmlns:a="http://schemas.openxmlformats.org/drawingml/2006/main" noGrp="1"/>
          </p:cNvSpPr>
          <p:nvPr/>
        </p:nvSpPr>
        <p:spPr>
          <a:xfrm xmlns:a="http://schemas.openxmlformats.org/drawingml/2006/main">
            <a:off x="5848350" y="32004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16A34A"/>
                </a:solidFill>
                <a:latin typeface="Poppins"/>
                <a:ea typeface="Poppins"/>
                <a:cs typeface="Poppins"/>
              </a:defRPr>
            </a:pPr>
            <a:r>
              <a:rPr sz="720" b="1">
                <a:solidFill>
                  <a:srgbClr val="16A34A"/>
                </a:solidFill>
                <a:latin typeface="Poppins"/>
                <a:ea typeface="Poppins"/>
                <a:cs typeface="Poppins"/>
              </a:rPr>
              <a:t>Read/write user, refresh token, OTP</a:t>
            </a:r>
          </a:p>
        </p:txBody>
      </p:sp>
      <p:sp>
        <p:nvSpPr>
          <p:cNvPr id="221" name="">
            <a:extLst xmlns:a="http://schemas.openxmlformats.org/drawingml/2006/main">
              <a:ext uri="{FF2B5EF4-FFF2-40B4-BE49-F238E27FC236}">
                <a16:creationId xmlns:a16="http://schemas.microsoft.com/office/drawing/2014/main" id="{B67F5428-5B6B-4511-86BA-EFD069767A93}"/>
              </a:ext>
            </a:extLst>
          </p:cNvPr>
          <p:cNvSpPr>
            <a:spLocks xmlns:a="http://schemas.openxmlformats.org/drawingml/2006/main" noGrp="1"/>
          </p:cNvSpPr>
          <p:nvPr/>
        </p:nvSpPr>
        <p:spPr>
          <a:xfrm xmlns:a="http://schemas.openxmlformats.org/drawingml/2006/main">
            <a:off x="5905500"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2" name="">
            <a:extLst xmlns:a="http://schemas.openxmlformats.org/drawingml/2006/main">
              <a:ext uri="{FF2B5EF4-FFF2-40B4-BE49-F238E27FC236}">
                <a16:creationId xmlns:a16="http://schemas.microsoft.com/office/drawing/2014/main" id="{57EEBC53-A40E-4439-8B71-962591BCE4BA}"/>
              </a:ext>
            </a:extLst>
          </p:cNvPr>
          <p:cNvSpPr>
            <a:spLocks xmlns:a="http://schemas.openxmlformats.org/drawingml/2006/main" noGrp="1"/>
          </p:cNvSpPr>
          <p:nvPr/>
        </p:nvSpPr>
        <p:spPr>
          <a:xfrm xmlns:a="http://schemas.openxmlformats.org/drawingml/2006/main">
            <a:off x="6010275"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3" name="">
            <a:extLst xmlns:a="http://schemas.openxmlformats.org/drawingml/2006/main">
              <a:ext uri="{FF2B5EF4-FFF2-40B4-BE49-F238E27FC236}">
                <a16:creationId xmlns:a16="http://schemas.microsoft.com/office/drawing/2014/main" id="{B45A04B7-4A0B-44CB-BCF3-926B32262D3F}"/>
              </a:ext>
            </a:extLst>
          </p:cNvPr>
          <p:cNvSpPr>
            <a:spLocks xmlns:a="http://schemas.openxmlformats.org/drawingml/2006/main" noGrp="1"/>
          </p:cNvSpPr>
          <p:nvPr/>
        </p:nvSpPr>
        <p:spPr>
          <a:xfrm xmlns:a="http://schemas.openxmlformats.org/drawingml/2006/main">
            <a:off x="6115050"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4" name="">
            <a:extLst xmlns:a="http://schemas.openxmlformats.org/drawingml/2006/main">
              <a:ext uri="{FF2B5EF4-FFF2-40B4-BE49-F238E27FC236}">
                <a16:creationId xmlns:a16="http://schemas.microsoft.com/office/drawing/2014/main" id="{67CF9361-F356-48AD-BC4A-0711EF478111}"/>
              </a:ext>
            </a:extLst>
          </p:cNvPr>
          <p:cNvSpPr>
            <a:spLocks xmlns:a="http://schemas.openxmlformats.org/drawingml/2006/main" noGrp="1"/>
          </p:cNvSpPr>
          <p:nvPr/>
        </p:nvSpPr>
        <p:spPr>
          <a:xfrm xmlns:a="http://schemas.openxmlformats.org/drawingml/2006/main">
            <a:off x="6219825"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5" name="">
            <a:extLst xmlns:a="http://schemas.openxmlformats.org/drawingml/2006/main">
              <a:ext uri="{FF2B5EF4-FFF2-40B4-BE49-F238E27FC236}">
                <a16:creationId xmlns:a16="http://schemas.microsoft.com/office/drawing/2014/main" id="{6704A7F8-4FEE-4733-85CB-3F50CF58FD9B}"/>
              </a:ext>
            </a:extLst>
          </p:cNvPr>
          <p:cNvSpPr>
            <a:spLocks xmlns:a="http://schemas.openxmlformats.org/drawingml/2006/main" noGrp="1"/>
          </p:cNvSpPr>
          <p:nvPr/>
        </p:nvSpPr>
        <p:spPr>
          <a:xfrm xmlns:a="http://schemas.openxmlformats.org/drawingml/2006/main">
            <a:off x="6324600"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6" name="">
            <a:extLst xmlns:a="http://schemas.openxmlformats.org/drawingml/2006/main">
              <a:ext uri="{FF2B5EF4-FFF2-40B4-BE49-F238E27FC236}">
                <a16:creationId xmlns:a16="http://schemas.microsoft.com/office/drawing/2014/main" id="{801B2A7E-2860-429D-A16F-D5F0AB094275}"/>
              </a:ext>
            </a:extLst>
          </p:cNvPr>
          <p:cNvSpPr>
            <a:spLocks xmlns:a="http://schemas.openxmlformats.org/drawingml/2006/main" noGrp="1"/>
          </p:cNvSpPr>
          <p:nvPr/>
        </p:nvSpPr>
        <p:spPr>
          <a:xfrm xmlns:a="http://schemas.openxmlformats.org/drawingml/2006/main">
            <a:off x="6429375"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7" name="">
            <a:extLst xmlns:a="http://schemas.openxmlformats.org/drawingml/2006/main">
              <a:ext uri="{FF2B5EF4-FFF2-40B4-BE49-F238E27FC236}">
                <a16:creationId xmlns:a16="http://schemas.microsoft.com/office/drawing/2014/main" id="{FF03E615-0226-4235-A3E2-684FFD4963A1}"/>
              </a:ext>
            </a:extLst>
          </p:cNvPr>
          <p:cNvSpPr>
            <a:spLocks xmlns:a="http://schemas.openxmlformats.org/drawingml/2006/main" noGrp="1"/>
          </p:cNvSpPr>
          <p:nvPr/>
        </p:nvSpPr>
        <p:spPr>
          <a:xfrm xmlns:a="http://schemas.openxmlformats.org/drawingml/2006/main">
            <a:off x="6534150"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8" name="">
            <a:extLst xmlns:a="http://schemas.openxmlformats.org/drawingml/2006/main">
              <a:ext uri="{FF2B5EF4-FFF2-40B4-BE49-F238E27FC236}">
                <a16:creationId xmlns:a16="http://schemas.microsoft.com/office/drawing/2014/main" id="{DCEF654B-E06D-4F48-A434-EFECCDED3D83}"/>
              </a:ext>
            </a:extLst>
          </p:cNvPr>
          <p:cNvSpPr>
            <a:spLocks xmlns:a="http://schemas.openxmlformats.org/drawingml/2006/main" noGrp="1"/>
          </p:cNvSpPr>
          <p:nvPr/>
        </p:nvSpPr>
        <p:spPr>
          <a:xfrm xmlns:a="http://schemas.openxmlformats.org/drawingml/2006/main">
            <a:off x="6638925"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9" name="">
            <a:extLst xmlns:a="http://schemas.openxmlformats.org/drawingml/2006/main">
              <a:ext uri="{FF2B5EF4-FFF2-40B4-BE49-F238E27FC236}">
                <a16:creationId xmlns:a16="http://schemas.microsoft.com/office/drawing/2014/main" id="{56508C1A-B31E-44FA-83CB-ABD2CFB7F1A2}"/>
              </a:ext>
            </a:extLst>
          </p:cNvPr>
          <p:cNvSpPr>
            <a:spLocks xmlns:a="http://schemas.openxmlformats.org/drawingml/2006/main" noGrp="1"/>
          </p:cNvSpPr>
          <p:nvPr/>
        </p:nvSpPr>
        <p:spPr>
          <a:xfrm xmlns:a="http://schemas.openxmlformats.org/drawingml/2006/main">
            <a:off x="6743700"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0" name="">
            <a:extLst xmlns:a="http://schemas.openxmlformats.org/drawingml/2006/main">
              <a:ext uri="{FF2B5EF4-FFF2-40B4-BE49-F238E27FC236}">
                <a16:creationId xmlns:a16="http://schemas.microsoft.com/office/drawing/2014/main" id="{338BF724-4BCE-400F-BE80-D20239A07D0E}"/>
              </a:ext>
            </a:extLst>
          </p:cNvPr>
          <p:cNvSpPr>
            <a:spLocks xmlns:a="http://schemas.openxmlformats.org/drawingml/2006/main" noGrp="1"/>
          </p:cNvSpPr>
          <p:nvPr/>
        </p:nvSpPr>
        <p:spPr>
          <a:xfrm xmlns:a="http://schemas.openxmlformats.org/drawingml/2006/main">
            <a:off x="6848475"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1" name="">
            <a:extLst xmlns:a="http://schemas.openxmlformats.org/drawingml/2006/main">
              <a:ext uri="{FF2B5EF4-FFF2-40B4-BE49-F238E27FC236}">
                <a16:creationId xmlns:a16="http://schemas.microsoft.com/office/drawing/2014/main" id="{A16DB428-6B75-461F-80FE-FC370E284965}"/>
              </a:ext>
            </a:extLst>
          </p:cNvPr>
          <p:cNvSpPr>
            <a:spLocks xmlns:a="http://schemas.openxmlformats.org/drawingml/2006/main" noGrp="1"/>
          </p:cNvSpPr>
          <p:nvPr/>
        </p:nvSpPr>
        <p:spPr>
          <a:xfrm xmlns:a="http://schemas.openxmlformats.org/drawingml/2006/main">
            <a:off x="6953250"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2" name="">
            <a:extLst xmlns:a="http://schemas.openxmlformats.org/drawingml/2006/main">
              <a:ext uri="{FF2B5EF4-FFF2-40B4-BE49-F238E27FC236}">
                <a16:creationId xmlns:a16="http://schemas.microsoft.com/office/drawing/2014/main" id="{85E4B80C-306F-4FB9-A3D1-6071775A7C75}"/>
              </a:ext>
            </a:extLst>
          </p:cNvPr>
          <p:cNvSpPr>
            <a:spLocks xmlns:a="http://schemas.openxmlformats.org/drawingml/2006/main" noGrp="1"/>
          </p:cNvSpPr>
          <p:nvPr/>
        </p:nvSpPr>
        <p:spPr>
          <a:xfrm xmlns:a="http://schemas.openxmlformats.org/drawingml/2006/main">
            <a:off x="7058025"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3" name="">
            <a:extLst xmlns:a="http://schemas.openxmlformats.org/drawingml/2006/main">
              <a:ext uri="{FF2B5EF4-FFF2-40B4-BE49-F238E27FC236}">
                <a16:creationId xmlns:a16="http://schemas.microsoft.com/office/drawing/2014/main" id="{7D584611-FA8F-42C2-BACC-1A071E7BE861}"/>
              </a:ext>
            </a:extLst>
          </p:cNvPr>
          <p:cNvSpPr>
            <a:spLocks xmlns:a="http://schemas.openxmlformats.org/drawingml/2006/main" noGrp="1"/>
          </p:cNvSpPr>
          <p:nvPr/>
        </p:nvSpPr>
        <p:spPr>
          <a:xfrm xmlns:a="http://schemas.openxmlformats.org/drawingml/2006/main">
            <a:off x="7162800"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4" name="">
            <a:extLst xmlns:a="http://schemas.openxmlformats.org/drawingml/2006/main">
              <a:ext uri="{FF2B5EF4-FFF2-40B4-BE49-F238E27FC236}">
                <a16:creationId xmlns:a16="http://schemas.microsoft.com/office/drawing/2014/main" id="{499CE44A-5CD2-4742-8563-5472DF768CEB}"/>
              </a:ext>
            </a:extLst>
          </p:cNvPr>
          <p:cNvSpPr>
            <a:spLocks xmlns:a="http://schemas.openxmlformats.org/drawingml/2006/main" noGrp="1"/>
          </p:cNvSpPr>
          <p:nvPr/>
        </p:nvSpPr>
        <p:spPr>
          <a:xfrm xmlns:a="http://schemas.openxmlformats.org/drawingml/2006/main">
            <a:off x="7267575"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5" name="">
            <a:extLst xmlns:a="http://schemas.openxmlformats.org/drawingml/2006/main">
              <a:ext uri="{FF2B5EF4-FFF2-40B4-BE49-F238E27FC236}">
                <a16:creationId xmlns:a16="http://schemas.microsoft.com/office/drawing/2014/main" id="{3A826381-207A-4280-BE40-6DCBC06EEEDB}"/>
              </a:ext>
            </a:extLst>
          </p:cNvPr>
          <p:cNvSpPr>
            <a:spLocks xmlns:a="http://schemas.openxmlformats.org/drawingml/2006/main" noGrp="1"/>
          </p:cNvSpPr>
          <p:nvPr/>
        </p:nvSpPr>
        <p:spPr>
          <a:xfrm xmlns:a="http://schemas.openxmlformats.org/drawingml/2006/main">
            <a:off x="7372350"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6" name="">
            <a:extLst xmlns:a="http://schemas.openxmlformats.org/drawingml/2006/main">
              <a:ext uri="{FF2B5EF4-FFF2-40B4-BE49-F238E27FC236}">
                <a16:creationId xmlns:a16="http://schemas.microsoft.com/office/drawing/2014/main" id="{0BBA127F-6664-4B3D-B1D0-EDBF0A9B0693}"/>
              </a:ext>
            </a:extLst>
          </p:cNvPr>
          <p:cNvSpPr>
            <a:spLocks xmlns:a="http://schemas.openxmlformats.org/drawingml/2006/main" noGrp="1"/>
          </p:cNvSpPr>
          <p:nvPr/>
        </p:nvSpPr>
        <p:spPr>
          <a:xfrm xmlns:a="http://schemas.openxmlformats.org/drawingml/2006/main">
            <a:off x="7477125"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7" name="">
            <a:extLst xmlns:a="http://schemas.openxmlformats.org/drawingml/2006/main">
              <a:ext uri="{FF2B5EF4-FFF2-40B4-BE49-F238E27FC236}">
                <a16:creationId xmlns:a16="http://schemas.microsoft.com/office/drawing/2014/main" id="{B14037E0-0F57-44CA-8250-BCFC694DFF23}"/>
              </a:ext>
            </a:extLst>
          </p:cNvPr>
          <p:cNvSpPr>
            <a:spLocks xmlns:a="http://schemas.openxmlformats.org/drawingml/2006/main" noGrp="1"/>
          </p:cNvSpPr>
          <p:nvPr/>
        </p:nvSpPr>
        <p:spPr>
          <a:xfrm xmlns:a="http://schemas.openxmlformats.org/drawingml/2006/main">
            <a:off x="7581900"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8" name="">
            <a:extLst xmlns:a="http://schemas.openxmlformats.org/drawingml/2006/main">
              <a:ext uri="{FF2B5EF4-FFF2-40B4-BE49-F238E27FC236}">
                <a16:creationId xmlns:a16="http://schemas.microsoft.com/office/drawing/2014/main" id="{43A05DB8-3885-4A44-983E-28BD44CF3FE7}"/>
              </a:ext>
            </a:extLst>
          </p:cNvPr>
          <p:cNvSpPr>
            <a:spLocks xmlns:a="http://schemas.openxmlformats.org/drawingml/2006/main" noGrp="1"/>
          </p:cNvSpPr>
          <p:nvPr/>
        </p:nvSpPr>
        <p:spPr>
          <a:xfrm xmlns:a="http://schemas.openxmlformats.org/drawingml/2006/main">
            <a:off x="7686675"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9" name="">
            <a:extLst xmlns:a="http://schemas.openxmlformats.org/drawingml/2006/main">
              <a:ext uri="{FF2B5EF4-FFF2-40B4-BE49-F238E27FC236}">
                <a16:creationId xmlns:a16="http://schemas.microsoft.com/office/drawing/2014/main" id="{3BAD861D-8539-4A9C-8EDF-29237BD1DE9B}"/>
              </a:ext>
            </a:extLst>
          </p:cNvPr>
          <p:cNvSpPr>
            <a:spLocks xmlns:a="http://schemas.openxmlformats.org/drawingml/2006/main" noGrp="1"/>
          </p:cNvSpPr>
          <p:nvPr/>
        </p:nvSpPr>
        <p:spPr>
          <a:xfrm xmlns:a="http://schemas.openxmlformats.org/drawingml/2006/main">
            <a:off x="7791450" y="3562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0" name="">
            <a:extLst xmlns:a="http://schemas.openxmlformats.org/drawingml/2006/main">
              <a:ext uri="{FF2B5EF4-FFF2-40B4-BE49-F238E27FC236}">
                <a16:creationId xmlns:a16="http://schemas.microsoft.com/office/drawing/2014/main" id="{FF9FD43B-13A3-40D2-96D0-7E3A90524E37}"/>
              </a:ext>
            </a:extLst>
          </p:cNvPr>
          <p:cNvSpPr>
            <a:spLocks xmlns:a="http://schemas.openxmlformats.org/drawingml/2006/main" noGrp="1"/>
          </p:cNvSpPr>
          <p:nvPr/>
        </p:nvSpPr>
        <p:spPr>
          <a:xfrm xmlns:a="http://schemas.openxmlformats.org/drawingml/2006/main">
            <a:off x="5772150" y="35147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41" name="">
            <a:extLst xmlns:a="http://schemas.openxmlformats.org/drawingml/2006/main">
              <a:ext uri="{FF2B5EF4-FFF2-40B4-BE49-F238E27FC236}">
                <a16:creationId xmlns:a16="http://schemas.microsoft.com/office/drawing/2014/main" id="{0200F66F-A3A0-4E6A-B96E-28303171C5BF}"/>
              </a:ext>
            </a:extLst>
          </p:cNvPr>
          <p:cNvSpPr>
            <a:spLocks xmlns:a="http://schemas.openxmlformats.org/drawingml/2006/main" noGrp="1"/>
          </p:cNvSpPr>
          <p:nvPr/>
        </p:nvSpPr>
        <p:spPr>
          <a:xfrm xmlns:a="http://schemas.openxmlformats.org/drawingml/2006/main">
            <a:off x="5848350" y="36004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Account and token records</a:t>
            </a:r>
          </a:p>
        </p:txBody>
      </p:sp>
      <p:sp>
        <p:nvSpPr>
          <p:cNvPr id="242" name="">
            <a:extLst xmlns:a="http://schemas.openxmlformats.org/drawingml/2006/main">
              <a:ext uri="{FF2B5EF4-FFF2-40B4-BE49-F238E27FC236}">
                <a16:creationId xmlns:a16="http://schemas.microsoft.com/office/drawing/2014/main" id="{5B8685C5-FD40-4B6C-8136-E2251AFC14B5}"/>
              </a:ext>
            </a:extLst>
          </p:cNvPr>
          <p:cNvSpPr>
            <a:spLocks xmlns:a="http://schemas.openxmlformats.org/drawingml/2006/main" noGrp="1"/>
          </p:cNvSpPr>
          <p:nvPr/>
        </p:nvSpPr>
        <p:spPr>
          <a:xfrm xmlns:a="http://schemas.openxmlformats.org/drawingml/2006/main">
            <a:off x="590550" y="39719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43" name="">
            <a:extLst xmlns:a="http://schemas.openxmlformats.org/drawingml/2006/main">
              <a:ext uri="{FF2B5EF4-FFF2-40B4-BE49-F238E27FC236}">
                <a16:creationId xmlns:a16="http://schemas.microsoft.com/office/drawing/2014/main" id="{F1F6164D-4CA5-471D-8DBE-4965BD29C714}"/>
              </a:ext>
            </a:extLst>
          </p:cNvPr>
          <p:cNvSpPr>
            <a:spLocks xmlns:a="http://schemas.openxmlformats.org/drawingml/2006/main" noGrp="1"/>
          </p:cNvSpPr>
          <p:nvPr/>
        </p:nvSpPr>
        <p:spPr>
          <a:xfrm xmlns:a="http://schemas.openxmlformats.org/drawingml/2006/main">
            <a:off x="590550" y="40195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4</a:t>
            </a:r>
          </a:p>
        </p:txBody>
      </p:sp>
      <p:sp>
        <p:nvSpPr>
          <p:cNvPr id="244" name="">
            <a:extLst xmlns:a="http://schemas.openxmlformats.org/drawingml/2006/main">
              <a:ext uri="{FF2B5EF4-FFF2-40B4-BE49-F238E27FC236}">
                <a16:creationId xmlns:a16="http://schemas.microsoft.com/office/drawing/2014/main" id="{E3CADB23-E498-4D41-9EC4-FEC2DEB2DCBB}"/>
              </a:ext>
            </a:extLst>
          </p:cNvPr>
          <p:cNvSpPr>
            <a:spLocks xmlns:a="http://schemas.openxmlformats.org/drawingml/2006/main" noGrp="1"/>
          </p:cNvSpPr>
          <p:nvPr/>
        </p:nvSpPr>
        <p:spPr>
          <a:xfrm xmlns:a="http://schemas.openxmlformats.org/drawingml/2006/main">
            <a:off x="5772150" y="4019550"/>
            <a:ext cx="4152900" cy="76200"/>
          </a:xfrm>
          <a:prstGeom xmlns:a="http://schemas.openxmlformats.org/drawingml/2006/main" prst="rightArrow">
            <a:avLst/>
          </a:prstGeom>
          <a:solidFill xmlns:a="http://schemas.openxmlformats.org/drawingml/2006/main">
            <a:srgbClr val="FF5A1F"/>
          </a:solidFill>
          <a:ln xmlns:a="http://schemas.openxmlformats.org/drawingml/2006/main" w="0">
            <a:solidFill>
              <a:srgbClr val="FF5A1F"/>
            </a:solidFill>
          </a:ln>
        </p:spPr>
      </p:sp>
      <p:sp>
        <p:nvSpPr>
          <p:cNvPr id="245" name="">
            <a:extLst xmlns:a="http://schemas.openxmlformats.org/drawingml/2006/main">
              <a:ext uri="{FF2B5EF4-FFF2-40B4-BE49-F238E27FC236}">
                <a16:creationId xmlns:a16="http://schemas.microsoft.com/office/drawing/2014/main" id="{23D62C2C-2732-4932-A627-A2FE8E7D7C11}"/>
              </a:ext>
            </a:extLst>
          </p:cNvPr>
          <p:cNvSpPr>
            <a:spLocks xmlns:a="http://schemas.openxmlformats.org/drawingml/2006/main" noGrp="1"/>
          </p:cNvSpPr>
          <p:nvPr/>
        </p:nvSpPr>
        <p:spPr>
          <a:xfrm xmlns:a="http://schemas.openxmlformats.org/drawingml/2006/main">
            <a:off x="5848350" y="3829050"/>
            <a:ext cx="4000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FF5A1F"/>
                </a:solidFill>
                <a:latin typeface="Poppins"/>
                <a:ea typeface="Poppins"/>
                <a:cs typeface="Poppins"/>
              </a:defRPr>
            </a:pPr>
            <a:r>
              <a:rPr sz="720" b="1">
                <a:solidFill>
                  <a:srgbClr val="FF5A1F"/>
                </a:solidFill>
                <a:latin typeface="Poppins"/>
                <a:ea typeface="Poppins"/>
                <a:cs typeface="Poppins"/>
              </a:rPr>
              <a:t>POST /auth/otp/send -&gt; email API</a:t>
            </a:r>
          </a:p>
        </p:txBody>
      </p:sp>
      <p:sp>
        <p:nvSpPr>
          <p:cNvPr id="246" name="">
            <a:extLst xmlns:a="http://schemas.openxmlformats.org/drawingml/2006/main">
              <a:ext uri="{FF2B5EF4-FFF2-40B4-BE49-F238E27FC236}">
                <a16:creationId xmlns:a16="http://schemas.microsoft.com/office/drawing/2014/main" id="{B723475F-69AF-406F-B38E-2601E475CA1D}"/>
              </a:ext>
            </a:extLst>
          </p:cNvPr>
          <p:cNvSpPr>
            <a:spLocks xmlns:a="http://schemas.openxmlformats.org/drawingml/2006/main" noGrp="1"/>
          </p:cNvSpPr>
          <p:nvPr/>
        </p:nvSpPr>
        <p:spPr>
          <a:xfrm xmlns:a="http://schemas.openxmlformats.org/drawingml/2006/main">
            <a:off x="590550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7" name="">
            <a:extLst xmlns:a="http://schemas.openxmlformats.org/drawingml/2006/main">
              <a:ext uri="{FF2B5EF4-FFF2-40B4-BE49-F238E27FC236}">
                <a16:creationId xmlns:a16="http://schemas.microsoft.com/office/drawing/2014/main" id="{FA5D7E51-BB36-4F92-8FE0-EE3A95EDFA10}"/>
              </a:ext>
            </a:extLst>
          </p:cNvPr>
          <p:cNvSpPr>
            <a:spLocks xmlns:a="http://schemas.openxmlformats.org/drawingml/2006/main" noGrp="1"/>
          </p:cNvSpPr>
          <p:nvPr/>
        </p:nvSpPr>
        <p:spPr>
          <a:xfrm xmlns:a="http://schemas.openxmlformats.org/drawingml/2006/main">
            <a:off x="601027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8" name="">
            <a:extLst xmlns:a="http://schemas.openxmlformats.org/drawingml/2006/main">
              <a:ext uri="{FF2B5EF4-FFF2-40B4-BE49-F238E27FC236}">
                <a16:creationId xmlns:a16="http://schemas.microsoft.com/office/drawing/2014/main" id="{E3F3219D-7FB9-4F72-9B72-E166A40499CA}"/>
              </a:ext>
            </a:extLst>
          </p:cNvPr>
          <p:cNvSpPr>
            <a:spLocks xmlns:a="http://schemas.openxmlformats.org/drawingml/2006/main" noGrp="1"/>
          </p:cNvSpPr>
          <p:nvPr/>
        </p:nvSpPr>
        <p:spPr>
          <a:xfrm xmlns:a="http://schemas.openxmlformats.org/drawingml/2006/main">
            <a:off x="611505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9" name="">
            <a:extLst xmlns:a="http://schemas.openxmlformats.org/drawingml/2006/main">
              <a:ext uri="{FF2B5EF4-FFF2-40B4-BE49-F238E27FC236}">
                <a16:creationId xmlns:a16="http://schemas.microsoft.com/office/drawing/2014/main" id="{B028343C-7FB7-42C7-8425-ABB671D67A5D}"/>
              </a:ext>
            </a:extLst>
          </p:cNvPr>
          <p:cNvSpPr>
            <a:spLocks xmlns:a="http://schemas.openxmlformats.org/drawingml/2006/main" noGrp="1"/>
          </p:cNvSpPr>
          <p:nvPr/>
        </p:nvSpPr>
        <p:spPr>
          <a:xfrm xmlns:a="http://schemas.openxmlformats.org/drawingml/2006/main">
            <a:off x="621982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0" name="">
            <a:extLst xmlns:a="http://schemas.openxmlformats.org/drawingml/2006/main">
              <a:ext uri="{FF2B5EF4-FFF2-40B4-BE49-F238E27FC236}">
                <a16:creationId xmlns:a16="http://schemas.microsoft.com/office/drawing/2014/main" id="{CB970A61-5723-4814-9925-C8C452747001}"/>
              </a:ext>
            </a:extLst>
          </p:cNvPr>
          <p:cNvSpPr>
            <a:spLocks xmlns:a="http://schemas.openxmlformats.org/drawingml/2006/main" noGrp="1"/>
          </p:cNvSpPr>
          <p:nvPr/>
        </p:nvSpPr>
        <p:spPr>
          <a:xfrm xmlns:a="http://schemas.openxmlformats.org/drawingml/2006/main">
            <a:off x="632460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1" name="">
            <a:extLst xmlns:a="http://schemas.openxmlformats.org/drawingml/2006/main">
              <a:ext uri="{FF2B5EF4-FFF2-40B4-BE49-F238E27FC236}">
                <a16:creationId xmlns:a16="http://schemas.microsoft.com/office/drawing/2014/main" id="{8F53853A-E328-4003-9BAF-CFDC7DAD313A}"/>
              </a:ext>
            </a:extLst>
          </p:cNvPr>
          <p:cNvSpPr>
            <a:spLocks xmlns:a="http://schemas.openxmlformats.org/drawingml/2006/main" noGrp="1"/>
          </p:cNvSpPr>
          <p:nvPr/>
        </p:nvSpPr>
        <p:spPr>
          <a:xfrm xmlns:a="http://schemas.openxmlformats.org/drawingml/2006/main">
            <a:off x="642937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2" name="">
            <a:extLst xmlns:a="http://schemas.openxmlformats.org/drawingml/2006/main">
              <a:ext uri="{FF2B5EF4-FFF2-40B4-BE49-F238E27FC236}">
                <a16:creationId xmlns:a16="http://schemas.microsoft.com/office/drawing/2014/main" id="{D7158778-7C34-42B4-AA69-9A7B4B3E74BA}"/>
              </a:ext>
            </a:extLst>
          </p:cNvPr>
          <p:cNvSpPr>
            <a:spLocks xmlns:a="http://schemas.openxmlformats.org/drawingml/2006/main" noGrp="1"/>
          </p:cNvSpPr>
          <p:nvPr/>
        </p:nvSpPr>
        <p:spPr>
          <a:xfrm xmlns:a="http://schemas.openxmlformats.org/drawingml/2006/main">
            <a:off x="653415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3" name="">
            <a:extLst xmlns:a="http://schemas.openxmlformats.org/drawingml/2006/main">
              <a:ext uri="{FF2B5EF4-FFF2-40B4-BE49-F238E27FC236}">
                <a16:creationId xmlns:a16="http://schemas.microsoft.com/office/drawing/2014/main" id="{5488287E-1E1B-4846-96EE-ECAF56594B34}"/>
              </a:ext>
            </a:extLst>
          </p:cNvPr>
          <p:cNvSpPr>
            <a:spLocks xmlns:a="http://schemas.openxmlformats.org/drawingml/2006/main" noGrp="1"/>
          </p:cNvSpPr>
          <p:nvPr/>
        </p:nvSpPr>
        <p:spPr>
          <a:xfrm xmlns:a="http://schemas.openxmlformats.org/drawingml/2006/main">
            <a:off x="663892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4" name="">
            <a:extLst xmlns:a="http://schemas.openxmlformats.org/drawingml/2006/main">
              <a:ext uri="{FF2B5EF4-FFF2-40B4-BE49-F238E27FC236}">
                <a16:creationId xmlns:a16="http://schemas.microsoft.com/office/drawing/2014/main" id="{5614D1E1-B70C-4C8E-A459-0BF4FDBB4386}"/>
              </a:ext>
            </a:extLst>
          </p:cNvPr>
          <p:cNvSpPr>
            <a:spLocks xmlns:a="http://schemas.openxmlformats.org/drawingml/2006/main" noGrp="1"/>
          </p:cNvSpPr>
          <p:nvPr/>
        </p:nvSpPr>
        <p:spPr>
          <a:xfrm xmlns:a="http://schemas.openxmlformats.org/drawingml/2006/main">
            <a:off x="674370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5" name="">
            <a:extLst xmlns:a="http://schemas.openxmlformats.org/drawingml/2006/main">
              <a:ext uri="{FF2B5EF4-FFF2-40B4-BE49-F238E27FC236}">
                <a16:creationId xmlns:a16="http://schemas.microsoft.com/office/drawing/2014/main" id="{CAD509EE-E162-4619-A892-6629838FEC52}"/>
              </a:ext>
            </a:extLst>
          </p:cNvPr>
          <p:cNvSpPr>
            <a:spLocks xmlns:a="http://schemas.openxmlformats.org/drawingml/2006/main" noGrp="1"/>
          </p:cNvSpPr>
          <p:nvPr/>
        </p:nvSpPr>
        <p:spPr>
          <a:xfrm xmlns:a="http://schemas.openxmlformats.org/drawingml/2006/main">
            <a:off x="684847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6" name="">
            <a:extLst xmlns:a="http://schemas.openxmlformats.org/drawingml/2006/main">
              <a:ext uri="{FF2B5EF4-FFF2-40B4-BE49-F238E27FC236}">
                <a16:creationId xmlns:a16="http://schemas.microsoft.com/office/drawing/2014/main" id="{51A83AD1-6AA4-491D-9C39-CBB2B00F966A}"/>
              </a:ext>
            </a:extLst>
          </p:cNvPr>
          <p:cNvSpPr>
            <a:spLocks xmlns:a="http://schemas.openxmlformats.org/drawingml/2006/main" noGrp="1"/>
          </p:cNvSpPr>
          <p:nvPr/>
        </p:nvSpPr>
        <p:spPr>
          <a:xfrm xmlns:a="http://schemas.openxmlformats.org/drawingml/2006/main">
            <a:off x="695325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7" name="">
            <a:extLst xmlns:a="http://schemas.openxmlformats.org/drawingml/2006/main">
              <a:ext uri="{FF2B5EF4-FFF2-40B4-BE49-F238E27FC236}">
                <a16:creationId xmlns:a16="http://schemas.microsoft.com/office/drawing/2014/main" id="{B41D5240-1D43-4654-8484-0F8171721EF1}"/>
              </a:ext>
            </a:extLst>
          </p:cNvPr>
          <p:cNvSpPr>
            <a:spLocks xmlns:a="http://schemas.openxmlformats.org/drawingml/2006/main" noGrp="1"/>
          </p:cNvSpPr>
          <p:nvPr/>
        </p:nvSpPr>
        <p:spPr>
          <a:xfrm xmlns:a="http://schemas.openxmlformats.org/drawingml/2006/main">
            <a:off x="705802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8" name="">
            <a:extLst xmlns:a="http://schemas.openxmlformats.org/drawingml/2006/main">
              <a:ext uri="{FF2B5EF4-FFF2-40B4-BE49-F238E27FC236}">
                <a16:creationId xmlns:a16="http://schemas.microsoft.com/office/drawing/2014/main" id="{44C4B6E2-4595-4F0B-B77B-430707324B80}"/>
              </a:ext>
            </a:extLst>
          </p:cNvPr>
          <p:cNvSpPr>
            <a:spLocks xmlns:a="http://schemas.openxmlformats.org/drawingml/2006/main" noGrp="1"/>
          </p:cNvSpPr>
          <p:nvPr/>
        </p:nvSpPr>
        <p:spPr>
          <a:xfrm xmlns:a="http://schemas.openxmlformats.org/drawingml/2006/main">
            <a:off x="716280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9" name="">
            <a:extLst xmlns:a="http://schemas.openxmlformats.org/drawingml/2006/main">
              <a:ext uri="{FF2B5EF4-FFF2-40B4-BE49-F238E27FC236}">
                <a16:creationId xmlns:a16="http://schemas.microsoft.com/office/drawing/2014/main" id="{8FAE20A1-AE66-4321-B4A5-EEB94DCA295B}"/>
              </a:ext>
            </a:extLst>
          </p:cNvPr>
          <p:cNvSpPr>
            <a:spLocks xmlns:a="http://schemas.openxmlformats.org/drawingml/2006/main" noGrp="1"/>
          </p:cNvSpPr>
          <p:nvPr/>
        </p:nvSpPr>
        <p:spPr>
          <a:xfrm xmlns:a="http://schemas.openxmlformats.org/drawingml/2006/main">
            <a:off x="726757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0" name="">
            <a:extLst xmlns:a="http://schemas.openxmlformats.org/drawingml/2006/main">
              <a:ext uri="{FF2B5EF4-FFF2-40B4-BE49-F238E27FC236}">
                <a16:creationId xmlns:a16="http://schemas.microsoft.com/office/drawing/2014/main" id="{23FFE7DB-D323-46E4-A6D4-81491BBEC0AF}"/>
              </a:ext>
            </a:extLst>
          </p:cNvPr>
          <p:cNvSpPr>
            <a:spLocks xmlns:a="http://schemas.openxmlformats.org/drawingml/2006/main" noGrp="1"/>
          </p:cNvSpPr>
          <p:nvPr/>
        </p:nvSpPr>
        <p:spPr>
          <a:xfrm xmlns:a="http://schemas.openxmlformats.org/drawingml/2006/main">
            <a:off x="737235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1" name="">
            <a:extLst xmlns:a="http://schemas.openxmlformats.org/drawingml/2006/main">
              <a:ext uri="{FF2B5EF4-FFF2-40B4-BE49-F238E27FC236}">
                <a16:creationId xmlns:a16="http://schemas.microsoft.com/office/drawing/2014/main" id="{570F2C78-2962-4D97-8621-CAD05A00BEB0}"/>
              </a:ext>
            </a:extLst>
          </p:cNvPr>
          <p:cNvSpPr>
            <a:spLocks xmlns:a="http://schemas.openxmlformats.org/drawingml/2006/main" noGrp="1"/>
          </p:cNvSpPr>
          <p:nvPr/>
        </p:nvSpPr>
        <p:spPr>
          <a:xfrm xmlns:a="http://schemas.openxmlformats.org/drawingml/2006/main">
            <a:off x="747712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2" name="">
            <a:extLst xmlns:a="http://schemas.openxmlformats.org/drawingml/2006/main">
              <a:ext uri="{FF2B5EF4-FFF2-40B4-BE49-F238E27FC236}">
                <a16:creationId xmlns:a16="http://schemas.microsoft.com/office/drawing/2014/main" id="{A612434F-9762-432D-88EB-C64A3BD0A93B}"/>
              </a:ext>
            </a:extLst>
          </p:cNvPr>
          <p:cNvSpPr>
            <a:spLocks xmlns:a="http://schemas.openxmlformats.org/drawingml/2006/main" noGrp="1"/>
          </p:cNvSpPr>
          <p:nvPr/>
        </p:nvSpPr>
        <p:spPr>
          <a:xfrm xmlns:a="http://schemas.openxmlformats.org/drawingml/2006/main">
            <a:off x="758190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3" name="">
            <a:extLst xmlns:a="http://schemas.openxmlformats.org/drawingml/2006/main">
              <a:ext uri="{FF2B5EF4-FFF2-40B4-BE49-F238E27FC236}">
                <a16:creationId xmlns:a16="http://schemas.microsoft.com/office/drawing/2014/main" id="{9B876996-4A83-4C3A-A149-1909383FF0AD}"/>
              </a:ext>
            </a:extLst>
          </p:cNvPr>
          <p:cNvSpPr>
            <a:spLocks xmlns:a="http://schemas.openxmlformats.org/drawingml/2006/main" noGrp="1"/>
          </p:cNvSpPr>
          <p:nvPr/>
        </p:nvSpPr>
        <p:spPr>
          <a:xfrm xmlns:a="http://schemas.openxmlformats.org/drawingml/2006/main">
            <a:off x="768667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4" name="">
            <a:extLst xmlns:a="http://schemas.openxmlformats.org/drawingml/2006/main">
              <a:ext uri="{FF2B5EF4-FFF2-40B4-BE49-F238E27FC236}">
                <a16:creationId xmlns:a16="http://schemas.microsoft.com/office/drawing/2014/main" id="{AA94AE71-8759-4F5D-B2ED-49E0544222FE}"/>
              </a:ext>
            </a:extLst>
          </p:cNvPr>
          <p:cNvSpPr>
            <a:spLocks xmlns:a="http://schemas.openxmlformats.org/drawingml/2006/main" noGrp="1"/>
          </p:cNvSpPr>
          <p:nvPr/>
        </p:nvSpPr>
        <p:spPr>
          <a:xfrm xmlns:a="http://schemas.openxmlformats.org/drawingml/2006/main">
            <a:off x="779145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5" name="">
            <a:extLst xmlns:a="http://schemas.openxmlformats.org/drawingml/2006/main">
              <a:ext uri="{FF2B5EF4-FFF2-40B4-BE49-F238E27FC236}">
                <a16:creationId xmlns:a16="http://schemas.microsoft.com/office/drawing/2014/main" id="{92C592A1-0E1D-4AF9-831B-6E9731759DAB}"/>
              </a:ext>
            </a:extLst>
          </p:cNvPr>
          <p:cNvSpPr>
            <a:spLocks xmlns:a="http://schemas.openxmlformats.org/drawingml/2006/main" noGrp="1"/>
          </p:cNvSpPr>
          <p:nvPr/>
        </p:nvSpPr>
        <p:spPr>
          <a:xfrm xmlns:a="http://schemas.openxmlformats.org/drawingml/2006/main">
            <a:off x="789622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6" name="">
            <a:extLst xmlns:a="http://schemas.openxmlformats.org/drawingml/2006/main">
              <a:ext uri="{FF2B5EF4-FFF2-40B4-BE49-F238E27FC236}">
                <a16:creationId xmlns:a16="http://schemas.microsoft.com/office/drawing/2014/main" id="{B9C3CE0C-937E-4C36-A1BA-B4EB9C046B32}"/>
              </a:ext>
            </a:extLst>
          </p:cNvPr>
          <p:cNvSpPr>
            <a:spLocks xmlns:a="http://schemas.openxmlformats.org/drawingml/2006/main" noGrp="1"/>
          </p:cNvSpPr>
          <p:nvPr/>
        </p:nvSpPr>
        <p:spPr>
          <a:xfrm xmlns:a="http://schemas.openxmlformats.org/drawingml/2006/main">
            <a:off x="800100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7" name="">
            <a:extLst xmlns:a="http://schemas.openxmlformats.org/drawingml/2006/main">
              <a:ext uri="{FF2B5EF4-FFF2-40B4-BE49-F238E27FC236}">
                <a16:creationId xmlns:a16="http://schemas.microsoft.com/office/drawing/2014/main" id="{DCD8F233-4714-4331-B0F7-879BDE0B4122}"/>
              </a:ext>
            </a:extLst>
          </p:cNvPr>
          <p:cNvSpPr>
            <a:spLocks xmlns:a="http://schemas.openxmlformats.org/drawingml/2006/main" noGrp="1"/>
          </p:cNvSpPr>
          <p:nvPr/>
        </p:nvSpPr>
        <p:spPr>
          <a:xfrm xmlns:a="http://schemas.openxmlformats.org/drawingml/2006/main">
            <a:off x="810577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8" name="">
            <a:extLst xmlns:a="http://schemas.openxmlformats.org/drawingml/2006/main">
              <a:ext uri="{FF2B5EF4-FFF2-40B4-BE49-F238E27FC236}">
                <a16:creationId xmlns:a16="http://schemas.microsoft.com/office/drawing/2014/main" id="{746D2DC3-D4FC-4AB0-91CD-B11501236F50}"/>
              </a:ext>
            </a:extLst>
          </p:cNvPr>
          <p:cNvSpPr>
            <a:spLocks xmlns:a="http://schemas.openxmlformats.org/drawingml/2006/main" noGrp="1"/>
          </p:cNvSpPr>
          <p:nvPr/>
        </p:nvSpPr>
        <p:spPr>
          <a:xfrm xmlns:a="http://schemas.openxmlformats.org/drawingml/2006/main">
            <a:off x="821055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9" name="">
            <a:extLst xmlns:a="http://schemas.openxmlformats.org/drawingml/2006/main">
              <a:ext uri="{FF2B5EF4-FFF2-40B4-BE49-F238E27FC236}">
                <a16:creationId xmlns:a16="http://schemas.microsoft.com/office/drawing/2014/main" id="{4E0D1612-2589-404F-8294-E9B33EFFD8BC}"/>
              </a:ext>
            </a:extLst>
          </p:cNvPr>
          <p:cNvSpPr>
            <a:spLocks xmlns:a="http://schemas.openxmlformats.org/drawingml/2006/main" noGrp="1"/>
          </p:cNvSpPr>
          <p:nvPr/>
        </p:nvSpPr>
        <p:spPr>
          <a:xfrm xmlns:a="http://schemas.openxmlformats.org/drawingml/2006/main">
            <a:off x="831532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0" name="">
            <a:extLst xmlns:a="http://schemas.openxmlformats.org/drawingml/2006/main">
              <a:ext uri="{FF2B5EF4-FFF2-40B4-BE49-F238E27FC236}">
                <a16:creationId xmlns:a16="http://schemas.microsoft.com/office/drawing/2014/main" id="{2A129A38-D9A9-40C6-AD40-04B3B29D9DF0}"/>
              </a:ext>
            </a:extLst>
          </p:cNvPr>
          <p:cNvSpPr>
            <a:spLocks xmlns:a="http://schemas.openxmlformats.org/drawingml/2006/main" noGrp="1"/>
          </p:cNvSpPr>
          <p:nvPr/>
        </p:nvSpPr>
        <p:spPr>
          <a:xfrm xmlns:a="http://schemas.openxmlformats.org/drawingml/2006/main">
            <a:off x="842010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1" name="">
            <a:extLst xmlns:a="http://schemas.openxmlformats.org/drawingml/2006/main">
              <a:ext uri="{FF2B5EF4-FFF2-40B4-BE49-F238E27FC236}">
                <a16:creationId xmlns:a16="http://schemas.microsoft.com/office/drawing/2014/main" id="{A6563D48-3B2C-48E0-BB7C-825D7165974B}"/>
              </a:ext>
            </a:extLst>
          </p:cNvPr>
          <p:cNvSpPr>
            <a:spLocks xmlns:a="http://schemas.openxmlformats.org/drawingml/2006/main" noGrp="1"/>
          </p:cNvSpPr>
          <p:nvPr/>
        </p:nvSpPr>
        <p:spPr>
          <a:xfrm xmlns:a="http://schemas.openxmlformats.org/drawingml/2006/main">
            <a:off x="852487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2" name="">
            <a:extLst xmlns:a="http://schemas.openxmlformats.org/drawingml/2006/main">
              <a:ext uri="{FF2B5EF4-FFF2-40B4-BE49-F238E27FC236}">
                <a16:creationId xmlns:a16="http://schemas.microsoft.com/office/drawing/2014/main" id="{685C277D-C309-43EE-B276-552F89AF12BA}"/>
              </a:ext>
            </a:extLst>
          </p:cNvPr>
          <p:cNvSpPr>
            <a:spLocks xmlns:a="http://schemas.openxmlformats.org/drawingml/2006/main" noGrp="1"/>
          </p:cNvSpPr>
          <p:nvPr/>
        </p:nvSpPr>
        <p:spPr>
          <a:xfrm xmlns:a="http://schemas.openxmlformats.org/drawingml/2006/main">
            <a:off x="862965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3" name="">
            <a:extLst xmlns:a="http://schemas.openxmlformats.org/drawingml/2006/main">
              <a:ext uri="{FF2B5EF4-FFF2-40B4-BE49-F238E27FC236}">
                <a16:creationId xmlns:a16="http://schemas.microsoft.com/office/drawing/2014/main" id="{6F469004-E754-4FBD-8843-D2514F108C6C}"/>
              </a:ext>
            </a:extLst>
          </p:cNvPr>
          <p:cNvSpPr>
            <a:spLocks xmlns:a="http://schemas.openxmlformats.org/drawingml/2006/main" noGrp="1"/>
          </p:cNvSpPr>
          <p:nvPr/>
        </p:nvSpPr>
        <p:spPr>
          <a:xfrm xmlns:a="http://schemas.openxmlformats.org/drawingml/2006/main">
            <a:off x="873442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4" name="">
            <a:extLst xmlns:a="http://schemas.openxmlformats.org/drawingml/2006/main">
              <a:ext uri="{FF2B5EF4-FFF2-40B4-BE49-F238E27FC236}">
                <a16:creationId xmlns:a16="http://schemas.microsoft.com/office/drawing/2014/main" id="{BA5952A1-CED6-49C9-9AC8-6E07B518316A}"/>
              </a:ext>
            </a:extLst>
          </p:cNvPr>
          <p:cNvSpPr>
            <a:spLocks xmlns:a="http://schemas.openxmlformats.org/drawingml/2006/main" noGrp="1"/>
          </p:cNvSpPr>
          <p:nvPr/>
        </p:nvSpPr>
        <p:spPr>
          <a:xfrm xmlns:a="http://schemas.openxmlformats.org/drawingml/2006/main">
            <a:off x="883920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5" name="">
            <a:extLst xmlns:a="http://schemas.openxmlformats.org/drawingml/2006/main">
              <a:ext uri="{FF2B5EF4-FFF2-40B4-BE49-F238E27FC236}">
                <a16:creationId xmlns:a16="http://schemas.microsoft.com/office/drawing/2014/main" id="{4DAF59BE-F3EA-48C1-B970-0506C9DC7D4C}"/>
              </a:ext>
            </a:extLst>
          </p:cNvPr>
          <p:cNvSpPr>
            <a:spLocks xmlns:a="http://schemas.openxmlformats.org/drawingml/2006/main" noGrp="1"/>
          </p:cNvSpPr>
          <p:nvPr/>
        </p:nvSpPr>
        <p:spPr>
          <a:xfrm xmlns:a="http://schemas.openxmlformats.org/drawingml/2006/main">
            <a:off x="894397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6" name="">
            <a:extLst xmlns:a="http://schemas.openxmlformats.org/drawingml/2006/main">
              <a:ext uri="{FF2B5EF4-FFF2-40B4-BE49-F238E27FC236}">
                <a16:creationId xmlns:a16="http://schemas.microsoft.com/office/drawing/2014/main" id="{4E1DE241-14B4-496D-BD84-5EE551744F89}"/>
              </a:ext>
            </a:extLst>
          </p:cNvPr>
          <p:cNvSpPr>
            <a:spLocks xmlns:a="http://schemas.openxmlformats.org/drawingml/2006/main" noGrp="1"/>
          </p:cNvSpPr>
          <p:nvPr/>
        </p:nvSpPr>
        <p:spPr>
          <a:xfrm xmlns:a="http://schemas.openxmlformats.org/drawingml/2006/main">
            <a:off x="904875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7" name="">
            <a:extLst xmlns:a="http://schemas.openxmlformats.org/drawingml/2006/main">
              <a:ext uri="{FF2B5EF4-FFF2-40B4-BE49-F238E27FC236}">
                <a16:creationId xmlns:a16="http://schemas.microsoft.com/office/drawing/2014/main" id="{6C3DDFCA-9B9E-4D9A-9B02-33783A88C2E5}"/>
              </a:ext>
            </a:extLst>
          </p:cNvPr>
          <p:cNvSpPr>
            <a:spLocks xmlns:a="http://schemas.openxmlformats.org/drawingml/2006/main" noGrp="1"/>
          </p:cNvSpPr>
          <p:nvPr/>
        </p:nvSpPr>
        <p:spPr>
          <a:xfrm xmlns:a="http://schemas.openxmlformats.org/drawingml/2006/main">
            <a:off x="915352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8" name="">
            <a:extLst xmlns:a="http://schemas.openxmlformats.org/drawingml/2006/main">
              <a:ext uri="{FF2B5EF4-FFF2-40B4-BE49-F238E27FC236}">
                <a16:creationId xmlns:a16="http://schemas.microsoft.com/office/drawing/2014/main" id="{C7EA39B0-C7C7-47F1-BE29-EDD944F6BA0B}"/>
              </a:ext>
            </a:extLst>
          </p:cNvPr>
          <p:cNvSpPr>
            <a:spLocks xmlns:a="http://schemas.openxmlformats.org/drawingml/2006/main" noGrp="1"/>
          </p:cNvSpPr>
          <p:nvPr/>
        </p:nvSpPr>
        <p:spPr>
          <a:xfrm xmlns:a="http://schemas.openxmlformats.org/drawingml/2006/main">
            <a:off x="925830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9" name="">
            <a:extLst xmlns:a="http://schemas.openxmlformats.org/drawingml/2006/main">
              <a:ext uri="{FF2B5EF4-FFF2-40B4-BE49-F238E27FC236}">
                <a16:creationId xmlns:a16="http://schemas.microsoft.com/office/drawing/2014/main" id="{C38821E8-73DD-44F5-8DE9-FFDB91D6FE98}"/>
              </a:ext>
            </a:extLst>
          </p:cNvPr>
          <p:cNvSpPr>
            <a:spLocks xmlns:a="http://schemas.openxmlformats.org/drawingml/2006/main" noGrp="1"/>
          </p:cNvSpPr>
          <p:nvPr/>
        </p:nvSpPr>
        <p:spPr>
          <a:xfrm xmlns:a="http://schemas.openxmlformats.org/drawingml/2006/main">
            <a:off x="936307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0" name="">
            <a:extLst xmlns:a="http://schemas.openxmlformats.org/drawingml/2006/main">
              <a:ext uri="{FF2B5EF4-FFF2-40B4-BE49-F238E27FC236}">
                <a16:creationId xmlns:a16="http://schemas.microsoft.com/office/drawing/2014/main" id="{33594943-A93F-4E07-B8E2-0AA0651E686C}"/>
              </a:ext>
            </a:extLst>
          </p:cNvPr>
          <p:cNvSpPr>
            <a:spLocks xmlns:a="http://schemas.openxmlformats.org/drawingml/2006/main" noGrp="1"/>
          </p:cNvSpPr>
          <p:nvPr/>
        </p:nvSpPr>
        <p:spPr>
          <a:xfrm xmlns:a="http://schemas.openxmlformats.org/drawingml/2006/main">
            <a:off x="946785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1" name="">
            <a:extLst xmlns:a="http://schemas.openxmlformats.org/drawingml/2006/main">
              <a:ext uri="{FF2B5EF4-FFF2-40B4-BE49-F238E27FC236}">
                <a16:creationId xmlns:a16="http://schemas.microsoft.com/office/drawing/2014/main" id="{96227012-488A-472C-A31E-9E3FF165CE39}"/>
              </a:ext>
            </a:extLst>
          </p:cNvPr>
          <p:cNvSpPr>
            <a:spLocks xmlns:a="http://schemas.openxmlformats.org/drawingml/2006/main" noGrp="1"/>
          </p:cNvSpPr>
          <p:nvPr/>
        </p:nvSpPr>
        <p:spPr>
          <a:xfrm xmlns:a="http://schemas.openxmlformats.org/drawingml/2006/main">
            <a:off x="957262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2" name="">
            <a:extLst xmlns:a="http://schemas.openxmlformats.org/drawingml/2006/main">
              <a:ext uri="{FF2B5EF4-FFF2-40B4-BE49-F238E27FC236}">
                <a16:creationId xmlns:a16="http://schemas.microsoft.com/office/drawing/2014/main" id="{85FDAEC6-52B6-41C6-A148-9A2E7096BF04}"/>
              </a:ext>
            </a:extLst>
          </p:cNvPr>
          <p:cNvSpPr>
            <a:spLocks xmlns:a="http://schemas.openxmlformats.org/drawingml/2006/main" noGrp="1"/>
          </p:cNvSpPr>
          <p:nvPr/>
        </p:nvSpPr>
        <p:spPr>
          <a:xfrm xmlns:a="http://schemas.openxmlformats.org/drawingml/2006/main">
            <a:off x="9677400"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3" name="">
            <a:extLst xmlns:a="http://schemas.openxmlformats.org/drawingml/2006/main">
              <a:ext uri="{FF2B5EF4-FFF2-40B4-BE49-F238E27FC236}">
                <a16:creationId xmlns:a16="http://schemas.microsoft.com/office/drawing/2014/main" id="{24514C8C-0E86-43FA-8A4B-A8EE4BC82FEF}"/>
              </a:ext>
            </a:extLst>
          </p:cNvPr>
          <p:cNvSpPr>
            <a:spLocks xmlns:a="http://schemas.openxmlformats.org/drawingml/2006/main" noGrp="1"/>
          </p:cNvSpPr>
          <p:nvPr/>
        </p:nvSpPr>
        <p:spPr>
          <a:xfrm xmlns:a="http://schemas.openxmlformats.org/drawingml/2006/main">
            <a:off x="9782175" y="41910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4" name="">
            <a:extLst xmlns:a="http://schemas.openxmlformats.org/drawingml/2006/main">
              <a:ext uri="{FF2B5EF4-FFF2-40B4-BE49-F238E27FC236}">
                <a16:creationId xmlns:a16="http://schemas.microsoft.com/office/drawing/2014/main" id="{E9F20AFB-6135-4BA3-A1B7-D88A5F423840}"/>
              </a:ext>
            </a:extLst>
          </p:cNvPr>
          <p:cNvSpPr>
            <a:spLocks xmlns:a="http://schemas.openxmlformats.org/drawingml/2006/main" noGrp="1"/>
          </p:cNvSpPr>
          <p:nvPr/>
        </p:nvSpPr>
        <p:spPr>
          <a:xfrm xmlns:a="http://schemas.openxmlformats.org/drawingml/2006/main">
            <a:off x="9886950" y="4191000"/>
            <a:ext cx="3810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5" name="">
            <a:extLst xmlns:a="http://schemas.openxmlformats.org/drawingml/2006/main">
              <a:ext uri="{FF2B5EF4-FFF2-40B4-BE49-F238E27FC236}">
                <a16:creationId xmlns:a16="http://schemas.microsoft.com/office/drawing/2014/main" id="{331624DB-697A-4714-B6C6-7EC3A6C2CD0E}"/>
              </a:ext>
            </a:extLst>
          </p:cNvPr>
          <p:cNvSpPr>
            <a:spLocks xmlns:a="http://schemas.openxmlformats.org/drawingml/2006/main" noGrp="1"/>
          </p:cNvSpPr>
          <p:nvPr/>
        </p:nvSpPr>
        <p:spPr>
          <a:xfrm xmlns:a="http://schemas.openxmlformats.org/drawingml/2006/main">
            <a:off x="5772150" y="41433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86" name="">
            <a:extLst xmlns:a="http://schemas.openxmlformats.org/drawingml/2006/main">
              <a:ext uri="{FF2B5EF4-FFF2-40B4-BE49-F238E27FC236}">
                <a16:creationId xmlns:a16="http://schemas.microsoft.com/office/drawing/2014/main" id="{D2E8F124-F1F9-4FCB-AEB3-01C34C68CD98}"/>
              </a:ext>
            </a:extLst>
          </p:cNvPr>
          <p:cNvSpPr>
            <a:spLocks xmlns:a="http://schemas.openxmlformats.org/drawingml/2006/main" noGrp="1"/>
          </p:cNvSpPr>
          <p:nvPr/>
        </p:nvSpPr>
        <p:spPr>
          <a:xfrm xmlns:a="http://schemas.openxmlformats.org/drawingml/2006/main">
            <a:off x="5848350" y="4229100"/>
            <a:ext cx="4000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Delivery result; user receives OTP</a:t>
            </a:r>
          </a:p>
        </p:txBody>
      </p:sp>
      <p:sp>
        <p:nvSpPr>
          <p:cNvPr id="287" name="">
            <a:extLst xmlns:a="http://schemas.openxmlformats.org/drawingml/2006/main">
              <a:ext uri="{FF2B5EF4-FFF2-40B4-BE49-F238E27FC236}">
                <a16:creationId xmlns:a16="http://schemas.microsoft.com/office/drawing/2014/main" id="{E6006D41-E53A-4E91-AD62-14FFF7409646}"/>
              </a:ext>
            </a:extLst>
          </p:cNvPr>
          <p:cNvSpPr>
            <a:spLocks xmlns:a="http://schemas.openxmlformats.org/drawingml/2006/main" noGrp="1"/>
          </p:cNvSpPr>
          <p:nvPr/>
        </p:nvSpPr>
        <p:spPr>
          <a:xfrm xmlns:a="http://schemas.openxmlformats.org/drawingml/2006/main">
            <a:off x="590550" y="460057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88" name="">
            <a:extLst xmlns:a="http://schemas.openxmlformats.org/drawingml/2006/main">
              <a:ext uri="{FF2B5EF4-FFF2-40B4-BE49-F238E27FC236}">
                <a16:creationId xmlns:a16="http://schemas.microsoft.com/office/drawing/2014/main" id="{59F9D2A1-4209-48CE-813A-F9043C6668DB}"/>
              </a:ext>
            </a:extLst>
          </p:cNvPr>
          <p:cNvSpPr>
            <a:spLocks xmlns:a="http://schemas.openxmlformats.org/drawingml/2006/main" noGrp="1"/>
          </p:cNvSpPr>
          <p:nvPr/>
        </p:nvSpPr>
        <p:spPr>
          <a:xfrm xmlns:a="http://schemas.openxmlformats.org/drawingml/2006/main">
            <a:off x="590550" y="464820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5</a:t>
            </a:r>
          </a:p>
        </p:txBody>
      </p:sp>
      <p:sp>
        <p:nvSpPr>
          <p:cNvPr id="289" name="">
            <a:extLst xmlns:a="http://schemas.openxmlformats.org/drawingml/2006/main">
              <a:ext uri="{FF2B5EF4-FFF2-40B4-BE49-F238E27FC236}">
                <a16:creationId xmlns:a16="http://schemas.microsoft.com/office/drawing/2014/main" id="{FA427066-C3F6-4611-9D55-C7CEEAEC020C}"/>
              </a:ext>
            </a:extLst>
          </p:cNvPr>
          <p:cNvSpPr>
            <a:spLocks xmlns:a="http://schemas.openxmlformats.org/drawingml/2006/main" noGrp="1"/>
          </p:cNvSpPr>
          <p:nvPr/>
        </p:nvSpPr>
        <p:spPr>
          <a:xfrm xmlns:a="http://schemas.openxmlformats.org/drawingml/2006/main">
            <a:off x="3695700" y="4648200"/>
            <a:ext cx="2076450" cy="76200"/>
          </a:xfrm>
          <a:prstGeom xmlns:a="http://schemas.openxmlformats.org/drawingml/2006/main" prst="rightArrow">
            <a:avLst/>
          </a:prstGeom>
          <a:solidFill xmlns:a="http://schemas.openxmlformats.org/drawingml/2006/main">
            <a:srgbClr val="08BFD3"/>
          </a:solidFill>
          <a:ln xmlns:a="http://schemas.openxmlformats.org/drawingml/2006/main" w="0">
            <a:solidFill>
              <a:srgbClr val="08BFD3"/>
            </a:solidFill>
          </a:ln>
        </p:spPr>
      </p:sp>
      <p:sp>
        <p:nvSpPr>
          <p:cNvPr id="290" name="">
            <a:extLst xmlns:a="http://schemas.openxmlformats.org/drawingml/2006/main">
              <a:ext uri="{FF2B5EF4-FFF2-40B4-BE49-F238E27FC236}">
                <a16:creationId xmlns:a16="http://schemas.microsoft.com/office/drawing/2014/main" id="{7A8B4714-9E1A-4794-86F4-1FEF8D0B5D49}"/>
              </a:ext>
            </a:extLst>
          </p:cNvPr>
          <p:cNvSpPr>
            <a:spLocks xmlns:a="http://schemas.openxmlformats.org/drawingml/2006/main" noGrp="1"/>
          </p:cNvSpPr>
          <p:nvPr/>
        </p:nvSpPr>
        <p:spPr>
          <a:xfrm xmlns:a="http://schemas.openxmlformats.org/drawingml/2006/main">
            <a:off x="3771900" y="44577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90234"/>
          </a:bodyPr>
          <a:lstStyle xmlns:a="http://schemas.openxmlformats.org/drawingml/2006/main"/>
          <a:p xmlns:a="http://schemas.openxmlformats.org/drawingml/2006/main">
            <a:pPr algn="ctr">
              <a:defRPr sz="720" b="1">
                <a:solidFill>
                  <a:srgbClr val="08BFD3"/>
                </a:solidFill>
                <a:latin typeface="Poppins"/>
                <a:ea typeface="Poppins"/>
                <a:cs typeface="Poppins"/>
              </a:defRPr>
            </a:pPr>
            <a:r>
              <a:rPr sz="720" b="1">
                <a:solidFill>
                  <a:srgbClr val="08BFD3"/>
                </a:solidFill>
                <a:latin typeface="Poppins"/>
                <a:ea typeface="Poppins"/>
                <a:cs typeface="Poppins"/>
              </a:rPr>
              <a:t>GET /services, /packages, /combos/available</a:t>
            </a:r>
          </a:p>
        </p:txBody>
      </p:sp>
      <p:sp>
        <p:nvSpPr>
          <p:cNvPr id="291" name="">
            <a:extLst xmlns:a="http://schemas.openxmlformats.org/drawingml/2006/main">
              <a:ext uri="{FF2B5EF4-FFF2-40B4-BE49-F238E27FC236}">
                <a16:creationId xmlns:a16="http://schemas.microsoft.com/office/drawing/2014/main" id="{800BFD67-DE46-446B-B46D-DD9A34B4256F}"/>
              </a:ext>
            </a:extLst>
          </p:cNvPr>
          <p:cNvSpPr>
            <a:spLocks xmlns:a="http://schemas.openxmlformats.org/drawingml/2006/main" noGrp="1"/>
          </p:cNvSpPr>
          <p:nvPr/>
        </p:nvSpPr>
        <p:spPr>
          <a:xfrm xmlns:a="http://schemas.openxmlformats.org/drawingml/2006/main">
            <a:off x="3829050"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2" name="">
            <a:extLst xmlns:a="http://schemas.openxmlformats.org/drawingml/2006/main">
              <a:ext uri="{FF2B5EF4-FFF2-40B4-BE49-F238E27FC236}">
                <a16:creationId xmlns:a16="http://schemas.microsoft.com/office/drawing/2014/main" id="{9F141D77-07EB-46AE-988C-ADF5E9A2D31F}"/>
              </a:ext>
            </a:extLst>
          </p:cNvPr>
          <p:cNvSpPr>
            <a:spLocks xmlns:a="http://schemas.openxmlformats.org/drawingml/2006/main" noGrp="1"/>
          </p:cNvSpPr>
          <p:nvPr/>
        </p:nvSpPr>
        <p:spPr>
          <a:xfrm xmlns:a="http://schemas.openxmlformats.org/drawingml/2006/main">
            <a:off x="3933825"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3" name="">
            <a:extLst xmlns:a="http://schemas.openxmlformats.org/drawingml/2006/main">
              <a:ext uri="{FF2B5EF4-FFF2-40B4-BE49-F238E27FC236}">
                <a16:creationId xmlns:a16="http://schemas.microsoft.com/office/drawing/2014/main" id="{150F819B-F07D-46B9-8C06-CB907E7A87E5}"/>
              </a:ext>
            </a:extLst>
          </p:cNvPr>
          <p:cNvSpPr>
            <a:spLocks xmlns:a="http://schemas.openxmlformats.org/drawingml/2006/main" noGrp="1"/>
          </p:cNvSpPr>
          <p:nvPr/>
        </p:nvSpPr>
        <p:spPr>
          <a:xfrm xmlns:a="http://schemas.openxmlformats.org/drawingml/2006/main">
            <a:off x="4038600"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4" name="">
            <a:extLst xmlns:a="http://schemas.openxmlformats.org/drawingml/2006/main">
              <a:ext uri="{FF2B5EF4-FFF2-40B4-BE49-F238E27FC236}">
                <a16:creationId xmlns:a16="http://schemas.microsoft.com/office/drawing/2014/main" id="{E2BDA788-DF55-4F8C-A833-78883CA0A35D}"/>
              </a:ext>
            </a:extLst>
          </p:cNvPr>
          <p:cNvSpPr>
            <a:spLocks xmlns:a="http://schemas.openxmlformats.org/drawingml/2006/main" noGrp="1"/>
          </p:cNvSpPr>
          <p:nvPr/>
        </p:nvSpPr>
        <p:spPr>
          <a:xfrm xmlns:a="http://schemas.openxmlformats.org/drawingml/2006/main">
            <a:off x="4143375"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5" name="">
            <a:extLst xmlns:a="http://schemas.openxmlformats.org/drawingml/2006/main">
              <a:ext uri="{FF2B5EF4-FFF2-40B4-BE49-F238E27FC236}">
                <a16:creationId xmlns:a16="http://schemas.microsoft.com/office/drawing/2014/main" id="{17A77B87-0544-40BF-B811-3000CF84C6DB}"/>
              </a:ext>
            </a:extLst>
          </p:cNvPr>
          <p:cNvSpPr>
            <a:spLocks xmlns:a="http://schemas.openxmlformats.org/drawingml/2006/main" noGrp="1"/>
          </p:cNvSpPr>
          <p:nvPr/>
        </p:nvSpPr>
        <p:spPr>
          <a:xfrm xmlns:a="http://schemas.openxmlformats.org/drawingml/2006/main">
            <a:off x="4248150"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6" name="">
            <a:extLst xmlns:a="http://schemas.openxmlformats.org/drawingml/2006/main">
              <a:ext uri="{FF2B5EF4-FFF2-40B4-BE49-F238E27FC236}">
                <a16:creationId xmlns:a16="http://schemas.microsoft.com/office/drawing/2014/main" id="{CB5C88D2-E354-424E-9052-EBAA9B9EFB02}"/>
              </a:ext>
            </a:extLst>
          </p:cNvPr>
          <p:cNvSpPr>
            <a:spLocks xmlns:a="http://schemas.openxmlformats.org/drawingml/2006/main" noGrp="1"/>
          </p:cNvSpPr>
          <p:nvPr/>
        </p:nvSpPr>
        <p:spPr>
          <a:xfrm xmlns:a="http://schemas.openxmlformats.org/drawingml/2006/main">
            <a:off x="4352925"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7" name="">
            <a:extLst xmlns:a="http://schemas.openxmlformats.org/drawingml/2006/main">
              <a:ext uri="{FF2B5EF4-FFF2-40B4-BE49-F238E27FC236}">
                <a16:creationId xmlns:a16="http://schemas.microsoft.com/office/drawing/2014/main" id="{BDE06914-ED9C-4C14-8C68-02C951C0B95C}"/>
              </a:ext>
            </a:extLst>
          </p:cNvPr>
          <p:cNvSpPr>
            <a:spLocks xmlns:a="http://schemas.openxmlformats.org/drawingml/2006/main" noGrp="1"/>
          </p:cNvSpPr>
          <p:nvPr/>
        </p:nvSpPr>
        <p:spPr>
          <a:xfrm xmlns:a="http://schemas.openxmlformats.org/drawingml/2006/main">
            <a:off x="4457700"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8" name="">
            <a:extLst xmlns:a="http://schemas.openxmlformats.org/drawingml/2006/main">
              <a:ext uri="{FF2B5EF4-FFF2-40B4-BE49-F238E27FC236}">
                <a16:creationId xmlns:a16="http://schemas.microsoft.com/office/drawing/2014/main" id="{E2F62BD4-EB65-45A4-9DA3-948AC0EBCEDD}"/>
              </a:ext>
            </a:extLst>
          </p:cNvPr>
          <p:cNvSpPr>
            <a:spLocks xmlns:a="http://schemas.openxmlformats.org/drawingml/2006/main" noGrp="1"/>
          </p:cNvSpPr>
          <p:nvPr/>
        </p:nvSpPr>
        <p:spPr>
          <a:xfrm xmlns:a="http://schemas.openxmlformats.org/drawingml/2006/main">
            <a:off x="4562475"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9" name="">
            <a:extLst xmlns:a="http://schemas.openxmlformats.org/drawingml/2006/main">
              <a:ext uri="{FF2B5EF4-FFF2-40B4-BE49-F238E27FC236}">
                <a16:creationId xmlns:a16="http://schemas.microsoft.com/office/drawing/2014/main" id="{C1BB449E-A89B-419A-8FA7-EAC0FD2AF5C2}"/>
              </a:ext>
            </a:extLst>
          </p:cNvPr>
          <p:cNvSpPr>
            <a:spLocks xmlns:a="http://schemas.openxmlformats.org/drawingml/2006/main" noGrp="1"/>
          </p:cNvSpPr>
          <p:nvPr/>
        </p:nvSpPr>
        <p:spPr>
          <a:xfrm xmlns:a="http://schemas.openxmlformats.org/drawingml/2006/main">
            <a:off x="4667250"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0" name="">
            <a:extLst xmlns:a="http://schemas.openxmlformats.org/drawingml/2006/main">
              <a:ext uri="{FF2B5EF4-FFF2-40B4-BE49-F238E27FC236}">
                <a16:creationId xmlns:a16="http://schemas.microsoft.com/office/drawing/2014/main" id="{1DDAC909-45C7-43B9-95D4-F4845B4321E7}"/>
              </a:ext>
            </a:extLst>
          </p:cNvPr>
          <p:cNvSpPr>
            <a:spLocks xmlns:a="http://schemas.openxmlformats.org/drawingml/2006/main" noGrp="1"/>
          </p:cNvSpPr>
          <p:nvPr/>
        </p:nvSpPr>
        <p:spPr>
          <a:xfrm xmlns:a="http://schemas.openxmlformats.org/drawingml/2006/main">
            <a:off x="4772025"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1" name="">
            <a:extLst xmlns:a="http://schemas.openxmlformats.org/drawingml/2006/main">
              <a:ext uri="{FF2B5EF4-FFF2-40B4-BE49-F238E27FC236}">
                <a16:creationId xmlns:a16="http://schemas.microsoft.com/office/drawing/2014/main" id="{9AC65A7D-DB37-43FC-A884-9F7F7C9BC633}"/>
              </a:ext>
            </a:extLst>
          </p:cNvPr>
          <p:cNvSpPr>
            <a:spLocks xmlns:a="http://schemas.openxmlformats.org/drawingml/2006/main" noGrp="1"/>
          </p:cNvSpPr>
          <p:nvPr/>
        </p:nvSpPr>
        <p:spPr>
          <a:xfrm xmlns:a="http://schemas.openxmlformats.org/drawingml/2006/main">
            <a:off x="4876800"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2" name="">
            <a:extLst xmlns:a="http://schemas.openxmlformats.org/drawingml/2006/main">
              <a:ext uri="{FF2B5EF4-FFF2-40B4-BE49-F238E27FC236}">
                <a16:creationId xmlns:a16="http://schemas.microsoft.com/office/drawing/2014/main" id="{1A595B4E-AD14-4634-8E2E-3DD4CFCEBE9B}"/>
              </a:ext>
            </a:extLst>
          </p:cNvPr>
          <p:cNvSpPr>
            <a:spLocks xmlns:a="http://schemas.openxmlformats.org/drawingml/2006/main" noGrp="1"/>
          </p:cNvSpPr>
          <p:nvPr/>
        </p:nvSpPr>
        <p:spPr>
          <a:xfrm xmlns:a="http://schemas.openxmlformats.org/drawingml/2006/main">
            <a:off x="4981575"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3" name="">
            <a:extLst xmlns:a="http://schemas.openxmlformats.org/drawingml/2006/main">
              <a:ext uri="{FF2B5EF4-FFF2-40B4-BE49-F238E27FC236}">
                <a16:creationId xmlns:a16="http://schemas.microsoft.com/office/drawing/2014/main" id="{9410D994-8827-433E-B004-03B685ECBD16}"/>
              </a:ext>
            </a:extLst>
          </p:cNvPr>
          <p:cNvSpPr>
            <a:spLocks xmlns:a="http://schemas.openxmlformats.org/drawingml/2006/main" noGrp="1"/>
          </p:cNvSpPr>
          <p:nvPr/>
        </p:nvSpPr>
        <p:spPr>
          <a:xfrm xmlns:a="http://schemas.openxmlformats.org/drawingml/2006/main">
            <a:off x="5086350"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4" name="">
            <a:extLst xmlns:a="http://schemas.openxmlformats.org/drawingml/2006/main">
              <a:ext uri="{FF2B5EF4-FFF2-40B4-BE49-F238E27FC236}">
                <a16:creationId xmlns:a16="http://schemas.microsoft.com/office/drawing/2014/main" id="{7B54BCE2-24B1-4CA2-AC2D-D095595FB263}"/>
              </a:ext>
            </a:extLst>
          </p:cNvPr>
          <p:cNvSpPr>
            <a:spLocks xmlns:a="http://schemas.openxmlformats.org/drawingml/2006/main" noGrp="1"/>
          </p:cNvSpPr>
          <p:nvPr/>
        </p:nvSpPr>
        <p:spPr>
          <a:xfrm xmlns:a="http://schemas.openxmlformats.org/drawingml/2006/main">
            <a:off x="5191125"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5" name="">
            <a:extLst xmlns:a="http://schemas.openxmlformats.org/drawingml/2006/main">
              <a:ext uri="{FF2B5EF4-FFF2-40B4-BE49-F238E27FC236}">
                <a16:creationId xmlns:a16="http://schemas.microsoft.com/office/drawing/2014/main" id="{85423CDF-7539-479B-80F7-EA6573CE17E2}"/>
              </a:ext>
            </a:extLst>
          </p:cNvPr>
          <p:cNvSpPr>
            <a:spLocks xmlns:a="http://schemas.openxmlformats.org/drawingml/2006/main" noGrp="1"/>
          </p:cNvSpPr>
          <p:nvPr/>
        </p:nvSpPr>
        <p:spPr>
          <a:xfrm xmlns:a="http://schemas.openxmlformats.org/drawingml/2006/main">
            <a:off x="5295900"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6" name="">
            <a:extLst xmlns:a="http://schemas.openxmlformats.org/drawingml/2006/main">
              <a:ext uri="{FF2B5EF4-FFF2-40B4-BE49-F238E27FC236}">
                <a16:creationId xmlns:a16="http://schemas.microsoft.com/office/drawing/2014/main" id="{DBCABBFC-EAD0-472E-8FDE-D1F37F5C085C}"/>
              </a:ext>
            </a:extLst>
          </p:cNvPr>
          <p:cNvSpPr>
            <a:spLocks xmlns:a="http://schemas.openxmlformats.org/drawingml/2006/main" noGrp="1"/>
          </p:cNvSpPr>
          <p:nvPr/>
        </p:nvSpPr>
        <p:spPr>
          <a:xfrm xmlns:a="http://schemas.openxmlformats.org/drawingml/2006/main">
            <a:off x="5400675"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7" name="">
            <a:extLst xmlns:a="http://schemas.openxmlformats.org/drawingml/2006/main">
              <a:ext uri="{FF2B5EF4-FFF2-40B4-BE49-F238E27FC236}">
                <a16:creationId xmlns:a16="http://schemas.microsoft.com/office/drawing/2014/main" id="{A2790D09-1ABF-40C6-AE5C-1B9378E55CDC}"/>
              </a:ext>
            </a:extLst>
          </p:cNvPr>
          <p:cNvSpPr>
            <a:spLocks xmlns:a="http://schemas.openxmlformats.org/drawingml/2006/main" noGrp="1"/>
          </p:cNvSpPr>
          <p:nvPr/>
        </p:nvSpPr>
        <p:spPr>
          <a:xfrm xmlns:a="http://schemas.openxmlformats.org/drawingml/2006/main">
            <a:off x="5505450"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8" name="">
            <a:extLst xmlns:a="http://schemas.openxmlformats.org/drawingml/2006/main">
              <a:ext uri="{FF2B5EF4-FFF2-40B4-BE49-F238E27FC236}">
                <a16:creationId xmlns:a16="http://schemas.microsoft.com/office/drawing/2014/main" id="{3B77C35E-2DF6-4BC2-AF59-2298A17EFEB6}"/>
              </a:ext>
            </a:extLst>
          </p:cNvPr>
          <p:cNvSpPr>
            <a:spLocks xmlns:a="http://schemas.openxmlformats.org/drawingml/2006/main" noGrp="1"/>
          </p:cNvSpPr>
          <p:nvPr/>
        </p:nvSpPr>
        <p:spPr>
          <a:xfrm xmlns:a="http://schemas.openxmlformats.org/drawingml/2006/main">
            <a:off x="5610225"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9" name="">
            <a:extLst xmlns:a="http://schemas.openxmlformats.org/drawingml/2006/main">
              <a:ext uri="{FF2B5EF4-FFF2-40B4-BE49-F238E27FC236}">
                <a16:creationId xmlns:a16="http://schemas.microsoft.com/office/drawing/2014/main" id="{DA6577A3-7C00-47EE-A3F6-F4F584D4A91B}"/>
              </a:ext>
            </a:extLst>
          </p:cNvPr>
          <p:cNvSpPr>
            <a:spLocks xmlns:a="http://schemas.openxmlformats.org/drawingml/2006/main" noGrp="1"/>
          </p:cNvSpPr>
          <p:nvPr/>
        </p:nvSpPr>
        <p:spPr>
          <a:xfrm xmlns:a="http://schemas.openxmlformats.org/drawingml/2006/main">
            <a:off x="5715000" y="48196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0" name="">
            <a:extLst xmlns:a="http://schemas.openxmlformats.org/drawingml/2006/main">
              <a:ext uri="{FF2B5EF4-FFF2-40B4-BE49-F238E27FC236}">
                <a16:creationId xmlns:a16="http://schemas.microsoft.com/office/drawing/2014/main" id="{E0145779-5CAF-4A7A-8540-5C69A5FF4186}"/>
              </a:ext>
            </a:extLst>
          </p:cNvPr>
          <p:cNvSpPr>
            <a:spLocks xmlns:a="http://schemas.openxmlformats.org/drawingml/2006/main" noGrp="1"/>
          </p:cNvSpPr>
          <p:nvPr/>
        </p:nvSpPr>
        <p:spPr>
          <a:xfrm xmlns:a="http://schemas.openxmlformats.org/drawingml/2006/main">
            <a:off x="3695700" y="47720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311" name="">
            <a:extLst xmlns:a="http://schemas.openxmlformats.org/drawingml/2006/main">
              <a:ext uri="{FF2B5EF4-FFF2-40B4-BE49-F238E27FC236}">
                <a16:creationId xmlns:a16="http://schemas.microsoft.com/office/drawing/2014/main" id="{DDE0DB87-5E09-4D93-8731-D531C5C39F0A}"/>
              </a:ext>
            </a:extLst>
          </p:cNvPr>
          <p:cNvSpPr>
            <a:spLocks xmlns:a="http://schemas.openxmlformats.org/drawingml/2006/main" noGrp="1"/>
          </p:cNvSpPr>
          <p:nvPr/>
        </p:nvSpPr>
        <p:spPr>
          <a:xfrm xmlns:a="http://schemas.openxmlformats.org/drawingml/2006/main">
            <a:off x="3771900" y="48577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Service/package/combo DTOs</a:t>
            </a:r>
          </a:p>
        </p:txBody>
      </p:sp>
      <p:sp>
        <p:nvSpPr>
          <p:cNvPr id="312" name="">
            <a:extLst xmlns:a="http://schemas.openxmlformats.org/drawingml/2006/main">
              <a:ext uri="{FF2B5EF4-FFF2-40B4-BE49-F238E27FC236}">
                <a16:creationId xmlns:a16="http://schemas.microsoft.com/office/drawing/2014/main" id="{3DE6EC54-3DE5-4DB9-B8C0-F5C698BA5023}"/>
              </a:ext>
            </a:extLst>
          </p:cNvPr>
          <p:cNvSpPr>
            <a:spLocks xmlns:a="http://schemas.openxmlformats.org/drawingml/2006/main" noGrp="1"/>
          </p:cNvSpPr>
          <p:nvPr/>
        </p:nvSpPr>
        <p:spPr>
          <a:xfrm xmlns:a="http://schemas.openxmlformats.org/drawingml/2006/main">
            <a:off x="590550" y="52292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313" name="">
            <a:extLst xmlns:a="http://schemas.openxmlformats.org/drawingml/2006/main">
              <a:ext uri="{FF2B5EF4-FFF2-40B4-BE49-F238E27FC236}">
                <a16:creationId xmlns:a16="http://schemas.microsoft.com/office/drawing/2014/main" id="{90DF00AB-65E1-49A5-AB18-592EB7849A56}"/>
              </a:ext>
            </a:extLst>
          </p:cNvPr>
          <p:cNvSpPr>
            <a:spLocks xmlns:a="http://schemas.openxmlformats.org/drawingml/2006/main" noGrp="1"/>
          </p:cNvSpPr>
          <p:nvPr/>
        </p:nvSpPr>
        <p:spPr>
          <a:xfrm xmlns:a="http://schemas.openxmlformats.org/drawingml/2006/main">
            <a:off x="590550" y="52768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6</a:t>
            </a:r>
          </a:p>
        </p:txBody>
      </p:sp>
      <p:sp>
        <p:nvSpPr>
          <p:cNvPr id="314" name="">
            <a:extLst xmlns:a="http://schemas.openxmlformats.org/drawingml/2006/main">
              <a:ext uri="{FF2B5EF4-FFF2-40B4-BE49-F238E27FC236}">
                <a16:creationId xmlns:a16="http://schemas.microsoft.com/office/drawing/2014/main" id="{CFC7E17D-3BE9-40FE-8E58-E6599605E711}"/>
              </a:ext>
            </a:extLst>
          </p:cNvPr>
          <p:cNvSpPr>
            <a:spLocks xmlns:a="http://schemas.openxmlformats.org/drawingml/2006/main" noGrp="1"/>
          </p:cNvSpPr>
          <p:nvPr/>
        </p:nvSpPr>
        <p:spPr>
          <a:xfrm xmlns:a="http://schemas.openxmlformats.org/drawingml/2006/main">
            <a:off x="3695700" y="5276850"/>
            <a:ext cx="2076450" cy="762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ln>
        </p:spPr>
      </p:sp>
      <p:sp>
        <p:nvSpPr>
          <p:cNvPr id="315" name="">
            <a:extLst xmlns:a="http://schemas.openxmlformats.org/drawingml/2006/main">
              <a:ext uri="{FF2B5EF4-FFF2-40B4-BE49-F238E27FC236}">
                <a16:creationId xmlns:a16="http://schemas.microsoft.com/office/drawing/2014/main" id="{8CE06195-49B3-42E4-A512-E11DF5F90C99}"/>
              </a:ext>
            </a:extLst>
          </p:cNvPr>
          <p:cNvSpPr>
            <a:spLocks xmlns:a="http://schemas.openxmlformats.org/drawingml/2006/main" noGrp="1"/>
          </p:cNvSpPr>
          <p:nvPr/>
        </p:nvSpPr>
        <p:spPr>
          <a:xfrm xmlns:a="http://schemas.openxmlformats.org/drawingml/2006/main">
            <a:off x="3771900" y="50863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94724"/>
          </a:bodyPr>
          <a:lstStyle xmlns:a="http://schemas.openxmlformats.org/drawingml/2006/main"/>
          <a:p xmlns:a="http://schemas.openxmlformats.org/drawingml/2006/main">
            <a:pPr algn="ctr">
              <a:defRPr sz="720" b="1">
                <a:solidFill>
                  <a:srgbClr val="2563EB"/>
                </a:solidFill>
                <a:latin typeface="Poppins"/>
                <a:ea typeface="Poppins"/>
                <a:cs typeface="Poppins"/>
              </a:defRPr>
            </a:pPr>
            <a:r>
              <a:rPr sz="720" b="1">
                <a:solidFill>
                  <a:srgbClr val="2563EB"/>
                </a:solidFill>
                <a:latin typeface="Poppins"/>
                <a:ea typeface="Poppins"/>
                <a:cs typeface="Poppins"/>
              </a:rPr>
              <a:t>GET/POST/PUT/DELETE /customers/vehicles</a:t>
            </a:r>
          </a:p>
        </p:txBody>
      </p:sp>
      <p:sp>
        <p:nvSpPr>
          <p:cNvPr id="316" name="">
            <a:extLst xmlns:a="http://schemas.openxmlformats.org/drawingml/2006/main">
              <a:ext uri="{FF2B5EF4-FFF2-40B4-BE49-F238E27FC236}">
                <a16:creationId xmlns:a16="http://schemas.microsoft.com/office/drawing/2014/main" id="{EAFDEF84-710C-4533-B67A-1DFD9103D734}"/>
              </a:ext>
            </a:extLst>
          </p:cNvPr>
          <p:cNvSpPr>
            <a:spLocks xmlns:a="http://schemas.openxmlformats.org/drawingml/2006/main" noGrp="1"/>
          </p:cNvSpPr>
          <p:nvPr/>
        </p:nvSpPr>
        <p:spPr>
          <a:xfrm xmlns:a="http://schemas.openxmlformats.org/drawingml/2006/main">
            <a:off x="3829050"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7" name="">
            <a:extLst xmlns:a="http://schemas.openxmlformats.org/drawingml/2006/main">
              <a:ext uri="{FF2B5EF4-FFF2-40B4-BE49-F238E27FC236}">
                <a16:creationId xmlns:a16="http://schemas.microsoft.com/office/drawing/2014/main" id="{3CEFBCFD-3DCA-42A2-9EAD-30DCD46FD407}"/>
              </a:ext>
            </a:extLst>
          </p:cNvPr>
          <p:cNvSpPr>
            <a:spLocks xmlns:a="http://schemas.openxmlformats.org/drawingml/2006/main" noGrp="1"/>
          </p:cNvSpPr>
          <p:nvPr/>
        </p:nvSpPr>
        <p:spPr>
          <a:xfrm xmlns:a="http://schemas.openxmlformats.org/drawingml/2006/main">
            <a:off x="3933825"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8" name="">
            <a:extLst xmlns:a="http://schemas.openxmlformats.org/drawingml/2006/main">
              <a:ext uri="{FF2B5EF4-FFF2-40B4-BE49-F238E27FC236}">
                <a16:creationId xmlns:a16="http://schemas.microsoft.com/office/drawing/2014/main" id="{49E4A682-3605-4057-9238-4F8FB662B618}"/>
              </a:ext>
            </a:extLst>
          </p:cNvPr>
          <p:cNvSpPr>
            <a:spLocks xmlns:a="http://schemas.openxmlformats.org/drawingml/2006/main" noGrp="1"/>
          </p:cNvSpPr>
          <p:nvPr/>
        </p:nvSpPr>
        <p:spPr>
          <a:xfrm xmlns:a="http://schemas.openxmlformats.org/drawingml/2006/main">
            <a:off x="4038600"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9" name="">
            <a:extLst xmlns:a="http://schemas.openxmlformats.org/drawingml/2006/main">
              <a:ext uri="{FF2B5EF4-FFF2-40B4-BE49-F238E27FC236}">
                <a16:creationId xmlns:a16="http://schemas.microsoft.com/office/drawing/2014/main" id="{E73C5C5B-6A8B-4C23-8578-26A53D022094}"/>
              </a:ext>
            </a:extLst>
          </p:cNvPr>
          <p:cNvSpPr>
            <a:spLocks xmlns:a="http://schemas.openxmlformats.org/drawingml/2006/main" noGrp="1"/>
          </p:cNvSpPr>
          <p:nvPr/>
        </p:nvSpPr>
        <p:spPr>
          <a:xfrm xmlns:a="http://schemas.openxmlformats.org/drawingml/2006/main">
            <a:off x="4143375"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0" name="">
            <a:extLst xmlns:a="http://schemas.openxmlformats.org/drawingml/2006/main">
              <a:ext uri="{FF2B5EF4-FFF2-40B4-BE49-F238E27FC236}">
                <a16:creationId xmlns:a16="http://schemas.microsoft.com/office/drawing/2014/main" id="{9D985DF5-404D-4C5E-902F-2DE8C6717A22}"/>
              </a:ext>
            </a:extLst>
          </p:cNvPr>
          <p:cNvSpPr>
            <a:spLocks xmlns:a="http://schemas.openxmlformats.org/drawingml/2006/main" noGrp="1"/>
          </p:cNvSpPr>
          <p:nvPr/>
        </p:nvSpPr>
        <p:spPr>
          <a:xfrm xmlns:a="http://schemas.openxmlformats.org/drawingml/2006/main">
            <a:off x="4248150"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1" name="">
            <a:extLst xmlns:a="http://schemas.openxmlformats.org/drawingml/2006/main">
              <a:ext uri="{FF2B5EF4-FFF2-40B4-BE49-F238E27FC236}">
                <a16:creationId xmlns:a16="http://schemas.microsoft.com/office/drawing/2014/main" id="{173CB290-37C5-4CA7-928B-F1F878078E7E}"/>
              </a:ext>
            </a:extLst>
          </p:cNvPr>
          <p:cNvSpPr>
            <a:spLocks xmlns:a="http://schemas.openxmlformats.org/drawingml/2006/main" noGrp="1"/>
          </p:cNvSpPr>
          <p:nvPr/>
        </p:nvSpPr>
        <p:spPr>
          <a:xfrm xmlns:a="http://schemas.openxmlformats.org/drawingml/2006/main">
            <a:off x="4352925"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2" name="">
            <a:extLst xmlns:a="http://schemas.openxmlformats.org/drawingml/2006/main">
              <a:ext uri="{FF2B5EF4-FFF2-40B4-BE49-F238E27FC236}">
                <a16:creationId xmlns:a16="http://schemas.microsoft.com/office/drawing/2014/main" id="{07350D09-1F2C-4D0E-8729-81030A733BF8}"/>
              </a:ext>
            </a:extLst>
          </p:cNvPr>
          <p:cNvSpPr>
            <a:spLocks xmlns:a="http://schemas.openxmlformats.org/drawingml/2006/main" noGrp="1"/>
          </p:cNvSpPr>
          <p:nvPr/>
        </p:nvSpPr>
        <p:spPr>
          <a:xfrm xmlns:a="http://schemas.openxmlformats.org/drawingml/2006/main">
            <a:off x="4457700"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3" name="">
            <a:extLst xmlns:a="http://schemas.openxmlformats.org/drawingml/2006/main">
              <a:ext uri="{FF2B5EF4-FFF2-40B4-BE49-F238E27FC236}">
                <a16:creationId xmlns:a16="http://schemas.microsoft.com/office/drawing/2014/main" id="{43739227-74F0-4CA6-AB03-24D70434B61C}"/>
              </a:ext>
            </a:extLst>
          </p:cNvPr>
          <p:cNvSpPr>
            <a:spLocks xmlns:a="http://schemas.openxmlformats.org/drawingml/2006/main" noGrp="1"/>
          </p:cNvSpPr>
          <p:nvPr/>
        </p:nvSpPr>
        <p:spPr>
          <a:xfrm xmlns:a="http://schemas.openxmlformats.org/drawingml/2006/main">
            <a:off x="4562475"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4" name="">
            <a:extLst xmlns:a="http://schemas.openxmlformats.org/drawingml/2006/main">
              <a:ext uri="{FF2B5EF4-FFF2-40B4-BE49-F238E27FC236}">
                <a16:creationId xmlns:a16="http://schemas.microsoft.com/office/drawing/2014/main" id="{41F0F6AD-064C-408A-A513-BA645270D97E}"/>
              </a:ext>
            </a:extLst>
          </p:cNvPr>
          <p:cNvSpPr>
            <a:spLocks xmlns:a="http://schemas.openxmlformats.org/drawingml/2006/main" noGrp="1"/>
          </p:cNvSpPr>
          <p:nvPr/>
        </p:nvSpPr>
        <p:spPr>
          <a:xfrm xmlns:a="http://schemas.openxmlformats.org/drawingml/2006/main">
            <a:off x="4667250"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5" name="">
            <a:extLst xmlns:a="http://schemas.openxmlformats.org/drawingml/2006/main">
              <a:ext uri="{FF2B5EF4-FFF2-40B4-BE49-F238E27FC236}">
                <a16:creationId xmlns:a16="http://schemas.microsoft.com/office/drawing/2014/main" id="{692F1189-B92D-463A-9921-80896570BEBC}"/>
              </a:ext>
            </a:extLst>
          </p:cNvPr>
          <p:cNvSpPr>
            <a:spLocks xmlns:a="http://schemas.openxmlformats.org/drawingml/2006/main" noGrp="1"/>
          </p:cNvSpPr>
          <p:nvPr/>
        </p:nvSpPr>
        <p:spPr>
          <a:xfrm xmlns:a="http://schemas.openxmlformats.org/drawingml/2006/main">
            <a:off x="4772025"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6" name="">
            <a:extLst xmlns:a="http://schemas.openxmlformats.org/drawingml/2006/main">
              <a:ext uri="{FF2B5EF4-FFF2-40B4-BE49-F238E27FC236}">
                <a16:creationId xmlns:a16="http://schemas.microsoft.com/office/drawing/2014/main" id="{CC182327-DC07-4AFB-AB88-AED3E2E63302}"/>
              </a:ext>
            </a:extLst>
          </p:cNvPr>
          <p:cNvSpPr>
            <a:spLocks xmlns:a="http://schemas.openxmlformats.org/drawingml/2006/main" noGrp="1"/>
          </p:cNvSpPr>
          <p:nvPr/>
        </p:nvSpPr>
        <p:spPr>
          <a:xfrm xmlns:a="http://schemas.openxmlformats.org/drawingml/2006/main">
            <a:off x="4876800"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7" name="">
            <a:extLst xmlns:a="http://schemas.openxmlformats.org/drawingml/2006/main">
              <a:ext uri="{FF2B5EF4-FFF2-40B4-BE49-F238E27FC236}">
                <a16:creationId xmlns:a16="http://schemas.microsoft.com/office/drawing/2014/main" id="{95407979-EBE3-4E4D-B31C-4EE527C7FC20}"/>
              </a:ext>
            </a:extLst>
          </p:cNvPr>
          <p:cNvSpPr>
            <a:spLocks xmlns:a="http://schemas.openxmlformats.org/drawingml/2006/main" noGrp="1"/>
          </p:cNvSpPr>
          <p:nvPr/>
        </p:nvSpPr>
        <p:spPr>
          <a:xfrm xmlns:a="http://schemas.openxmlformats.org/drawingml/2006/main">
            <a:off x="4981575"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8" name="">
            <a:extLst xmlns:a="http://schemas.openxmlformats.org/drawingml/2006/main">
              <a:ext uri="{FF2B5EF4-FFF2-40B4-BE49-F238E27FC236}">
                <a16:creationId xmlns:a16="http://schemas.microsoft.com/office/drawing/2014/main" id="{0204799D-127B-451D-9CC0-3741D1A6C72E}"/>
              </a:ext>
            </a:extLst>
          </p:cNvPr>
          <p:cNvSpPr>
            <a:spLocks xmlns:a="http://schemas.openxmlformats.org/drawingml/2006/main" noGrp="1"/>
          </p:cNvSpPr>
          <p:nvPr/>
        </p:nvSpPr>
        <p:spPr>
          <a:xfrm xmlns:a="http://schemas.openxmlformats.org/drawingml/2006/main">
            <a:off x="5086350"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9" name="">
            <a:extLst xmlns:a="http://schemas.openxmlformats.org/drawingml/2006/main">
              <a:ext uri="{FF2B5EF4-FFF2-40B4-BE49-F238E27FC236}">
                <a16:creationId xmlns:a16="http://schemas.microsoft.com/office/drawing/2014/main" id="{77F497BF-A0FB-470D-AA27-02EC23D22AAA}"/>
              </a:ext>
            </a:extLst>
          </p:cNvPr>
          <p:cNvSpPr>
            <a:spLocks xmlns:a="http://schemas.openxmlformats.org/drawingml/2006/main" noGrp="1"/>
          </p:cNvSpPr>
          <p:nvPr/>
        </p:nvSpPr>
        <p:spPr>
          <a:xfrm xmlns:a="http://schemas.openxmlformats.org/drawingml/2006/main">
            <a:off x="5191125"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0" name="">
            <a:extLst xmlns:a="http://schemas.openxmlformats.org/drawingml/2006/main">
              <a:ext uri="{FF2B5EF4-FFF2-40B4-BE49-F238E27FC236}">
                <a16:creationId xmlns:a16="http://schemas.microsoft.com/office/drawing/2014/main" id="{DC1DEA62-5CB8-42E4-96C6-62A5E4D151D2}"/>
              </a:ext>
            </a:extLst>
          </p:cNvPr>
          <p:cNvSpPr>
            <a:spLocks xmlns:a="http://schemas.openxmlformats.org/drawingml/2006/main" noGrp="1"/>
          </p:cNvSpPr>
          <p:nvPr/>
        </p:nvSpPr>
        <p:spPr>
          <a:xfrm xmlns:a="http://schemas.openxmlformats.org/drawingml/2006/main">
            <a:off x="5295900"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1" name="">
            <a:extLst xmlns:a="http://schemas.openxmlformats.org/drawingml/2006/main">
              <a:ext uri="{FF2B5EF4-FFF2-40B4-BE49-F238E27FC236}">
                <a16:creationId xmlns:a16="http://schemas.microsoft.com/office/drawing/2014/main" id="{DC115685-834E-4370-BC7D-EC2044E723AD}"/>
              </a:ext>
            </a:extLst>
          </p:cNvPr>
          <p:cNvSpPr>
            <a:spLocks xmlns:a="http://schemas.openxmlformats.org/drawingml/2006/main" noGrp="1"/>
          </p:cNvSpPr>
          <p:nvPr/>
        </p:nvSpPr>
        <p:spPr>
          <a:xfrm xmlns:a="http://schemas.openxmlformats.org/drawingml/2006/main">
            <a:off x="5400675"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2" name="">
            <a:extLst xmlns:a="http://schemas.openxmlformats.org/drawingml/2006/main">
              <a:ext uri="{FF2B5EF4-FFF2-40B4-BE49-F238E27FC236}">
                <a16:creationId xmlns:a16="http://schemas.microsoft.com/office/drawing/2014/main" id="{A8171BAC-C7C8-41D7-B053-802E96BC4592}"/>
              </a:ext>
            </a:extLst>
          </p:cNvPr>
          <p:cNvSpPr>
            <a:spLocks xmlns:a="http://schemas.openxmlformats.org/drawingml/2006/main" noGrp="1"/>
          </p:cNvSpPr>
          <p:nvPr/>
        </p:nvSpPr>
        <p:spPr>
          <a:xfrm xmlns:a="http://schemas.openxmlformats.org/drawingml/2006/main">
            <a:off x="5505450"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3" name="">
            <a:extLst xmlns:a="http://schemas.openxmlformats.org/drawingml/2006/main">
              <a:ext uri="{FF2B5EF4-FFF2-40B4-BE49-F238E27FC236}">
                <a16:creationId xmlns:a16="http://schemas.microsoft.com/office/drawing/2014/main" id="{56BAE997-1E14-426B-BA26-A09C60437A40}"/>
              </a:ext>
            </a:extLst>
          </p:cNvPr>
          <p:cNvSpPr>
            <a:spLocks xmlns:a="http://schemas.openxmlformats.org/drawingml/2006/main" noGrp="1"/>
          </p:cNvSpPr>
          <p:nvPr/>
        </p:nvSpPr>
        <p:spPr>
          <a:xfrm xmlns:a="http://schemas.openxmlformats.org/drawingml/2006/main">
            <a:off x="5610225"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4" name="">
            <a:extLst xmlns:a="http://schemas.openxmlformats.org/drawingml/2006/main">
              <a:ext uri="{FF2B5EF4-FFF2-40B4-BE49-F238E27FC236}">
                <a16:creationId xmlns:a16="http://schemas.microsoft.com/office/drawing/2014/main" id="{F55BEDC7-107A-4D9C-82F6-F11ADDA96924}"/>
              </a:ext>
            </a:extLst>
          </p:cNvPr>
          <p:cNvSpPr>
            <a:spLocks xmlns:a="http://schemas.openxmlformats.org/drawingml/2006/main" noGrp="1"/>
          </p:cNvSpPr>
          <p:nvPr/>
        </p:nvSpPr>
        <p:spPr>
          <a:xfrm xmlns:a="http://schemas.openxmlformats.org/drawingml/2006/main">
            <a:off x="5715000" y="5448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5" name="">
            <a:extLst xmlns:a="http://schemas.openxmlformats.org/drawingml/2006/main">
              <a:ext uri="{FF2B5EF4-FFF2-40B4-BE49-F238E27FC236}">
                <a16:creationId xmlns:a16="http://schemas.microsoft.com/office/drawing/2014/main" id="{CBA6D448-1A12-4880-943A-70F786C39F33}"/>
              </a:ext>
            </a:extLst>
          </p:cNvPr>
          <p:cNvSpPr>
            <a:spLocks xmlns:a="http://schemas.openxmlformats.org/drawingml/2006/main" noGrp="1"/>
          </p:cNvSpPr>
          <p:nvPr/>
        </p:nvSpPr>
        <p:spPr>
          <a:xfrm xmlns:a="http://schemas.openxmlformats.org/drawingml/2006/main">
            <a:off x="3695700" y="54006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336" name="">
            <a:extLst xmlns:a="http://schemas.openxmlformats.org/drawingml/2006/main">
              <a:ext uri="{FF2B5EF4-FFF2-40B4-BE49-F238E27FC236}">
                <a16:creationId xmlns:a16="http://schemas.microsoft.com/office/drawing/2014/main" id="{1422CCA3-5C26-48E0-9A27-9D63938CB5DA}"/>
              </a:ext>
            </a:extLst>
          </p:cNvPr>
          <p:cNvSpPr>
            <a:spLocks xmlns:a="http://schemas.openxmlformats.org/drawingml/2006/main" noGrp="1"/>
          </p:cNvSpPr>
          <p:nvPr/>
        </p:nvSpPr>
        <p:spPr>
          <a:xfrm xmlns:a="http://schemas.openxmlformats.org/drawingml/2006/main">
            <a:off x="3771900" y="54864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Vehicle data or duplicate/validation error</a:t>
            </a:r>
          </a:p>
        </p:txBody>
      </p:sp>
      <p:sp>
        <p:nvSpPr>
          <p:cNvPr id="337" name="">
            <a:extLst xmlns:a="http://schemas.openxmlformats.org/drawingml/2006/main">
              <a:ext uri="{FF2B5EF4-FFF2-40B4-BE49-F238E27FC236}">
                <a16:creationId xmlns:a16="http://schemas.microsoft.com/office/drawing/2014/main" id="{EAE5F5F2-0F8D-4AE1-86CD-2967EB20D42E}"/>
              </a:ext>
            </a:extLst>
          </p:cNvPr>
          <p:cNvSpPr>
            <a:spLocks xmlns:a="http://schemas.openxmlformats.org/drawingml/2006/main" noGrp="1"/>
          </p:cNvSpPr>
          <p:nvPr/>
        </p:nvSpPr>
        <p:spPr>
          <a:xfrm xmlns:a="http://schemas.openxmlformats.org/drawingml/2006/main">
            <a:off x="742950" y="5753100"/>
            <a:ext cx="10553700" cy="285750"/>
          </a:xfrm>
          <a:prstGeom xmlns:a="http://schemas.openxmlformats.org/drawingml/2006/main" prst="roundRect">
            <a:avLst>
              <a:gd name="adj" fmla="val 9000"/>
            </a:avLst>
          </a:prstGeom>
          <a:solidFill xmlns:a="http://schemas.openxmlformats.org/drawingml/2006/main">
            <a:srgbClr val="EFF6FF"/>
          </a:solidFill>
          <a:ln xmlns:a="http://schemas.openxmlformats.org/drawingml/2006/main" w="13335">
            <a:solidFill>
              <a:srgbClr val="2563EB"/>
            </a:solidFill>
            <a:prstDash val="solid"/>
          </a:ln>
        </p:spPr>
      </p:sp>
      <p:sp>
        <p:nvSpPr>
          <p:cNvPr id="338" name="">
            <a:extLst xmlns:a="http://schemas.openxmlformats.org/drawingml/2006/main">
              <a:ext uri="{FF2B5EF4-FFF2-40B4-BE49-F238E27FC236}">
                <a16:creationId xmlns:a16="http://schemas.microsoft.com/office/drawing/2014/main" id="{8695DA64-A9CC-47AF-8D23-1AE86213464F}"/>
              </a:ext>
            </a:extLst>
          </p:cNvPr>
          <p:cNvSpPr>
            <a:spLocks xmlns:a="http://schemas.openxmlformats.org/drawingml/2006/main" noGrp="1"/>
          </p:cNvSpPr>
          <p:nvPr/>
        </p:nvSpPr>
        <p:spPr>
          <a:xfrm xmlns:a="http://schemas.openxmlformats.org/drawingml/2006/main">
            <a:off x="895350" y="5810250"/>
            <a:ext cx="10248900" cy="16192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13" b="1">
                <a:solidFill>
                  <a:srgbClr val="2563EB"/>
                </a:solidFill>
                <a:latin typeface="Poppins"/>
                <a:ea typeface="Poppins"/>
                <a:cs typeface="Poppins"/>
              </a:defRPr>
            </a:pPr>
            <a:r>
              <a:rPr sz="713" b="1">
                <a:solidFill>
                  <a:srgbClr val="2563EB"/>
                </a:solidFill>
                <a:latin typeface="Poppins"/>
                <a:ea typeface="Poppins"/>
                <a:cs typeface="Poppins"/>
              </a:rPr>
              <a:t>Registration path: register -&gt; send OTP -&gt; verify OTP -&gt; account ACTIVE + JWT. Login path: credentials or Google ticket -&gt; JWT access/refresh tokens.</a:t>
            </a:r>
          </a:p>
        </p:txBody>
      </p:sp>
      <p:sp>
        <p:nvSpPr>
          <p:cNvPr id="339" name="">
            <a:extLst xmlns:a="http://schemas.openxmlformats.org/drawingml/2006/main">
              <a:ext uri="{FF2B5EF4-FFF2-40B4-BE49-F238E27FC236}">
                <a16:creationId xmlns:a16="http://schemas.microsoft.com/office/drawing/2014/main" id="{9199D158-DF0F-4288-AC8A-A68F15A93154}"/>
              </a:ext>
            </a:extLst>
          </p:cNvPr>
          <p:cNvSpPr>
            <a:spLocks xmlns:a="http://schemas.openxmlformats.org/drawingml/2006/main" noGrp="1"/>
          </p:cNvSpPr>
          <p:nvPr/>
        </p:nvSpPr>
        <p:spPr>
          <a:xfrm xmlns:a="http://schemas.openxmlformats.org/drawingml/2006/main">
            <a:off x="819150" y="6191250"/>
            <a:ext cx="333375" cy="76200"/>
          </a:xfrm>
          <a:prstGeom xmlns:a="http://schemas.openxmlformats.org/drawingml/2006/main" prst="rightArrow">
            <a:avLst/>
          </a:prstGeom>
          <a:solidFill xmlns:a="http://schemas.openxmlformats.org/drawingml/2006/main">
            <a:srgbClr val="0B1220"/>
          </a:solidFill>
          <a:ln xmlns:a="http://schemas.openxmlformats.org/drawingml/2006/main" w="0">
            <a:solidFill>
              <a:srgbClr val="0B1220"/>
            </a:solidFill>
          </a:ln>
        </p:spPr>
      </p:sp>
      <p:sp>
        <p:nvSpPr>
          <p:cNvPr id="340" name="">
            <a:extLst xmlns:a="http://schemas.openxmlformats.org/drawingml/2006/main">
              <a:ext uri="{FF2B5EF4-FFF2-40B4-BE49-F238E27FC236}">
                <a16:creationId xmlns:a16="http://schemas.microsoft.com/office/drawing/2014/main" id="{290DFFB7-1F45-4588-93C1-CB959C00789A}"/>
              </a:ext>
            </a:extLst>
          </p:cNvPr>
          <p:cNvSpPr>
            <a:spLocks xmlns:a="http://schemas.openxmlformats.org/drawingml/2006/main" noGrp="1"/>
          </p:cNvSpPr>
          <p:nvPr/>
        </p:nvSpPr>
        <p:spPr>
          <a:xfrm xmlns:a="http://schemas.openxmlformats.org/drawingml/2006/main">
            <a:off x="1238250" y="6134100"/>
            <a:ext cx="1333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526174"/>
                </a:solidFill>
                <a:latin typeface="Poppins"/>
                <a:ea typeface="Poppins"/>
                <a:cs typeface="Poppins"/>
              </a:defRPr>
            </a:pPr>
            <a:r>
              <a:rPr sz="675" b="0">
                <a:solidFill>
                  <a:srgbClr val="526174"/>
                </a:solidFill>
                <a:latin typeface="Poppins"/>
                <a:ea typeface="Poppins"/>
                <a:cs typeface="Poppins"/>
              </a:rPr>
              <a:t>Request / command</a:t>
            </a:r>
          </a:p>
        </p:txBody>
      </p:sp>
      <p:sp>
        <p:nvSpPr>
          <p:cNvPr id="341" name="">
            <a:extLst xmlns:a="http://schemas.openxmlformats.org/drawingml/2006/main">
              <a:ext uri="{FF2B5EF4-FFF2-40B4-BE49-F238E27FC236}">
                <a16:creationId xmlns:a16="http://schemas.microsoft.com/office/drawing/2014/main" id="{DDE2DA8D-0A33-4CEF-9965-1DF1286F4DA0}"/>
              </a:ext>
            </a:extLst>
          </p:cNvPr>
          <p:cNvSpPr>
            <a:spLocks xmlns:a="http://schemas.openxmlformats.org/drawingml/2006/main" noGrp="1"/>
          </p:cNvSpPr>
          <p:nvPr/>
        </p:nvSpPr>
        <p:spPr>
          <a:xfrm xmlns:a="http://schemas.openxmlformats.org/drawingml/2006/main">
            <a:off x="2914650" y="6229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2" name="">
            <a:extLst xmlns:a="http://schemas.openxmlformats.org/drawingml/2006/main">
              <a:ext uri="{FF2B5EF4-FFF2-40B4-BE49-F238E27FC236}">
                <a16:creationId xmlns:a16="http://schemas.microsoft.com/office/drawing/2014/main" id="{F846CC14-20B6-4EDD-B198-E569809D343B}"/>
              </a:ext>
            </a:extLst>
          </p:cNvPr>
          <p:cNvSpPr>
            <a:spLocks xmlns:a="http://schemas.openxmlformats.org/drawingml/2006/main" noGrp="1"/>
          </p:cNvSpPr>
          <p:nvPr/>
        </p:nvSpPr>
        <p:spPr>
          <a:xfrm xmlns:a="http://schemas.openxmlformats.org/drawingml/2006/main">
            <a:off x="3019425" y="6229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3" name="">
            <a:extLst xmlns:a="http://schemas.openxmlformats.org/drawingml/2006/main">
              <a:ext uri="{FF2B5EF4-FFF2-40B4-BE49-F238E27FC236}">
                <a16:creationId xmlns:a16="http://schemas.microsoft.com/office/drawing/2014/main" id="{65C83AB7-121F-4A97-8698-202808BC1C58}"/>
              </a:ext>
            </a:extLst>
          </p:cNvPr>
          <p:cNvSpPr>
            <a:spLocks xmlns:a="http://schemas.openxmlformats.org/drawingml/2006/main" noGrp="1"/>
          </p:cNvSpPr>
          <p:nvPr/>
        </p:nvSpPr>
        <p:spPr>
          <a:xfrm xmlns:a="http://schemas.openxmlformats.org/drawingml/2006/main">
            <a:off x="2781300" y="61817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344" name="">
            <a:extLst xmlns:a="http://schemas.openxmlformats.org/drawingml/2006/main">
              <a:ext uri="{FF2B5EF4-FFF2-40B4-BE49-F238E27FC236}">
                <a16:creationId xmlns:a16="http://schemas.microsoft.com/office/drawing/2014/main" id="{13F32A90-3A06-487B-875A-4AF4F74F21AB}"/>
              </a:ext>
            </a:extLst>
          </p:cNvPr>
          <p:cNvSpPr>
            <a:spLocks xmlns:a="http://schemas.openxmlformats.org/drawingml/2006/main" noGrp="1"/>
          </p:cNvSpPr>
          <p:nvPr/>
        </p:nvSpPr>
        <p:spPr>
          <a:xfrm xmlns:a="http://schemas.openxmlformats.org/drawingml/2006/main">
            <a:off x="3219450" y="6134100"/>
            <a:ext cx="195262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526174"/>
                </a:solidFill>
                <a:latin typeface="Poppins"/>
                <a:ea typeface="Poppins"/>
                <a:cs typeface="Poppins"/>
              </a:defRPr>
            </a:pPr>
            <a:r>
              <a:rPr sz="675" b="0">
                <a:solidFill>
                  <a:srgbClr val="526174"/>
                </a:solidFill>
                <a:latin typeface="Poppins"/>
                <a:ea typeface="Poppins"/>
                <a:cs typeface="Poppins"/>
              </a:rPr>
              <a:t>Response / callback / event</a:t>
            </a:r>
          </a:p>
        </p:txBody>
      </p:sp>
      <p:sp>
        <p:nvSpPr>
          <p:cNvPr id="345" name="">
            <a:extLst xmlns:a="http://schemas.openxmlformats.org/drawingml/2006/main">
              <a:ext uri="{FF2B5EF4-FFF2-40B4-BE49-F238E27FC236}">
                <a16:creationId xmlns:a16="http://schemas.microsoft.com/office/drawing/2014/main" id="{BB292BA0-46E1-4529-A38A-22979658C408}"/>
              </a:ext>
            </a:extLst>
          </p:cNvPr>
          <p:cNvSpPr>
            <a:spLocks xmlns:a="http://schemas.openxmlformats.org/drawingml/2006/main" noGrp="1"/>
          </p:cNvSpPr>
          <p:nvPr/>
        </p:nvSpPr>
        <p:spPr>
          <a:xfrm xmlns:a="http://schemas.openxmlformats.org/drawingml/2006/main">
            <a:off x="7239000" y="6134100"/>
            <a:ext cx="40386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675" b="0">
                <a:solidFill>
                  <a:srgbClr val="526174"/>
                </a:solidFill>
                <a:latin typeface="Poppins"/>
                <a:ea typeface="Poppins"/>
                <a:cs typeface="Poppins"/>
              </a:defRPr>
            </a:pPr>
            <a:r>
              <a:rPr sz="675" b="0">
                <a:solidFill>
                  <a:srgbClr val="526174"/>
                </a:solidFill>
                <a:latin typeface="Poppins"/>
                <a:ea typeface="Poppins"/>
                <a:cs typeface="Poppins"/>
              </a:rPr>
              <a:t>All endpoints and statuses follow the repository implementation.</a:t>
            </a:r>
          </a:p>
        </p:txBody>
      </p:sp>
    </p:spTree>
    <p:extLst>
      <p:ext uri="{BB962C8B-B14F-4D97-AF65-F5344CB8AC3E}">
        <p14:creationId xmlns:p14="http://schemas.microsoft.com/office/powerpoint/2010/main" val="884723184"/>
      </p:ext>
    </p:extLst>
  </p:cSld>
</p:sld>
</file>

<file path=ppt/slides/slide3.xml><?xml version="1.0" encoding="utf-8"?>
<p:sld xmlns:p="http://schemas.openxmlformats.org/presentationml/2006/main">
  <p:cSld>
    <p:bg>
      <p:bgPr>
        <a:solidFill xmlns:a="http://schemas.openxmlformats.org/drawingml/2006/main">
          <a:srgbClr val="F2F5F9"/>
        </a:solidFill>
      </p:bgPr>
    </p:bg>
    <p:spTree>
      <p:nvGrpSpPr>
        <p:cNvPr id="1" name=""/>
        <p:cNvGrpSpPr/>
        <p:nvPr/>
      </p:nvGrpSpPr>
      <p:grpSpPr>
        <a:xfrm xmlns:a="http://schemas.openxmlformats.org/drawingml/2006/main"/>
      </p:grpSpPr>
      <p:sp>
        <p:nvSpPr>
          <p:cNvPr id="391" name="">
            <a:extLst xmlns:a="http://schemas.openxmlformats.org/drawingml/2006/main">
              <a:ext uri="{FF2B5EF4-FFF2-40B4-BE49-F238E27FC236}">
                <a16:creationId xmlns:a16="http://schemas.microsoft.com/office/drawing/2014/main" id="{692E91EA-90C1-40F8-B1CC-15D32C8D7715}"/>
              </a:ext>
            </a:extLst>
          </p:cNvPr>
          <p:cNvSpPr>
            <a:spLocks xmlns:a="http://schemas.openxmlformats.org/drawingml/2006/main" noGrp="1"/>
          </p:cNvSpPr>
          <p:nvPr/>
        </p:nvSpPr>
        <p:spPr>
          <a:xfrm xmlns:a="http://schemas.openxmlformats.org/drawingml/2006/main">
            <a:off x="457200" y="323850"/>
            <a:ext cx="11277600" cy="6191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 name="">
            <a:extLst xmlns:a="http://schemas.openxmlformats.org/drawingml/2006/main">
              <a:ext uri="{FF2B5EF4-FFF2-40B4-BE49-F238E27FC236}">
                <a16:creationId xmlns:a16="http://schemas.microsoft.com/office/drawing/2014/main" id="{5AC0F13F-8A4D-4190-AA44-3174BC3C0DDA}"/>
              </a:ext>
            </a:extLst>
          </p:cNvPr>
          <p:cNvSpPr>
            <a:spLocks xmlns:a="http://schemas.openxmlformats.org/drawingml/2006/main" noGrp="1"/>
          </p:cNvSpPr>
          <p:nvPr/>
        </p:nvSpPr>
        <p:spPr>
          <a:xfrm xmlns:a="http://schemas.openxmlformats.org/drawingml/2006/main">
            <a:off x="457200" y="323850"/>
            <a:ext cx="76200" cy="6191250"/>
          </a:xfrm>
          <a:prstGeom xmlns:a="http://schemas.openxmlformats.org/drawingml/2006/main" prst="rect">
            <a:avLst/>
          </a:prstGeom>
          <a:solidFill xmlns:a="http://schemas.openxmlformats.org/drawingml/2006/main">
            <a:srgbClr val="FF5A1F"/>
          </a:solidFill>
          <a:ln xmlns:a="http://schemas.openxmlformats.org/drawingml/2006/main" w="0">
            <a:solidFill>
              <a:srgbClr val="FF5A1F"/>
            </a:solidFill>
          </a:ln>
        </p:spPr>
      </p:sp>
      <p:sp>
        <p:nvSpPr>
          <p:cNvPr id="3" name="">
            <a:extLst xmlns:a="http://schemas.openxmlformats.org/drawingml/2006/main">
              <a:ext uri="{FF2B5EF4-FFF2-40B4-BE49-F238E27FC236}">
                <a16:creationId xmlns:a16="http://schemas.microsoft.com/office/drawing/2014/main" id="{41EFF50B-9DFE-4025-A1F5-5A56038B1A30}"/>
              </a:ext>
            </a:extLst>
          </p:cNvPr>
          <p:cNvSpPr>
            <a:spLocks xmlns:a="http://schemas.openxmlformats.org/drawingml/2006/main" noGrp="1"/>
          </p:cNvSpPr>
          <p:nvPr/>
        </p:nvSpPr>
        <p:spPr>
          <a:xfrm xmlns:a="http://schemas.openxmlformats.org/drawingml/2006/main">
            <a:off x="781050" y="552450"/>
            <a:ext cx="857250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325" b="1">
                <a:solidFill>
                  <a:srgbClr val="0B1220"/>
                </a:solidFill>
                <a:latin typeface="Poppins"/>
                <a:ea typeface="Poppins"/>
                <a:cs typeface="Poppins"/>
              </a:defRPr>
            </a:pPr>
            <a:r>
              <a:rPr sz="2325" b="1">
                <a:solidFill>
                  <a:srgbClr val="0B1220"/>
                </a:solidFill>
                <a:latin typeface="Poppins"/>
                <a:ea typeface="Poppins"/>
                <a:cs typeface="Poppins"/>
              </a:rPr>
              <a:t>Booking, Capacity &amp; Payment Flow</a:t>
            </a:r>
          </a:p>
        </p:txBody>
      </p:sp>
      <p:sp>
        <p:nvSpPr>
          <p:cNvPr id="4" name="">
            <a:extLst xmlns:a="http://schemas.openxmlformats.org/drawingml/2006/main">
              <a:ext uri="{FF2B5EF4-FFF2-40B4-BE49-F238E27FC236}">
                <a16:creationId xmlns:a16="http://schemas.microsoft.com/office/drawing/2014/main" id="{B1068BB8-B8A5-4281-B4CC-8ADBD6482C57}"/>
              </a:ext>
            </a:extLst>
          </p:cNvPr>
          <p:cNvSpPr>
            <a:spLocks xmlns:a="http://schemas.openxmlformats.org/drawingml/2006/main" noGrp="1"/>
          </p:cNvSpPr>
          <p:nvPr/>
        </p:nvSpPr>
        <p:spPr>
          <a:xfrm xmlns:a="http://schemas.openxmlformats.org/drawingml/2006/main">
            <a:off x="800100" y="1019175"/>
            <a:ext cx="857250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38" b="0">
                <a:solidFill>
                  <a:srgbClr val="526174"/>
                </a:solidFill>
                <a:latin typeface="Poppins"/>
                <a:ea typeface="Poppins"/>
                <a:cs typeface="Poppins"/>
              </a:defRPr>
            </a:pPr>
            <a:r>
              <a:rPr sz="938" b="0">
                <a:solidFill>
                  <a:srgbClr val="526174"/>
                </a:solidFill>
                <a:latin typeface="Poppins"/>
                <a:ea typeface="Poppins"/>
                <a:cs typeface="Poppins"/>
              </a:rPr>
              <a:t>Booking is held against configured capacity, created as PENDING, then confirmed only after verified payment.</a:t>
            </a:r>
          </a:p>
        </p:txBody>
      </p:sp>
      <p:sp>
        <p:nvSpPr>
          <p:cNvPr id="5" name="">
            <a:extLst xmlns:a="http://schemas.openxmlformats.org/drawingml/2006/main">
              <a:ext uri="{FF2B5EF4-FFF2-40B4-BE49-F238E27FC236}">
                <a16:creationId xmlns:a16="http://schemas.microsoft.com/office/drawing/2014/main" id="{FE534B6B-E459-4B17-AEAA-17969C8F1A7F}"/>
              </a:ext>
            </a:extLst>
          </p:cNvPr>
          <p:cNvSpPr>
            <a:spLocks xmlns:a="http://schemas.openxmlformats.org/drawingml/2006/main" noGrp="1"/>
          </p:cNvSpPr>
          <p:nvPr/>
        </p:nvSpPr>
        <p:spPr>
          <a:xfrm xmlns:a="http://schemas.openxmlformats.org/drawingml/2006/main">
            <a:off x="9906000" y="600075"/>
            <a:ext cx="1381125" cy="266700"/>
          </a:xfrm>
          <a:prstGeom xmlns:a="http://schemas.openxmlformats.org/drawingml/2006/main" prst="roundRect">
            <a:avLst>
              <a:gd name="adj" fmla="val 30000"/>
            </a:avLst>
          </a:prstGeom>
          <a:solidFill xmlns:a="http://schemas.openxmlformats.org/drawingml/2006/main">
            <a:srgbClr val="0B1220"/>
          </a:solidFill>
          <a:ln xmlns:a="http://schemas.openxmlformats.org/drawingml/2006/main" w="13335">
            <a:solidFill>
              <a:srgbClr val="0B1220"/>
            </a:solidFill>
            <a:prstDash val="solid"/>
          </a:ln>
        </p:spPr>
      </p:sp>
      <p:sp>
        <p:nvSpPr>
          <p:cNvPr id="6" name="">
            <a:extLst xmlns:a="http://schemas.openxmlformats.org/drawingml/2006/main">
              <a:ext uri="{FF2B5EF4-FFF2-40B4-BE49-F238E27FC236}">
                <a16:creationId xmlns:a16="http://schemas.microsoft.com/office/drawing/2014/main" id="{75D59FA2-AD19-4D14-A320-1F265BEE29C2}"/>
              </a:ext>
            </a:extLst>
          </p:cNvPr>
          <p:cNvSpPr>
            <a:spLocks xmlns:a="http://schemas.openxmlformats.org/drawingml/2006/main" noGrp="1"/>
          </p:cNvSpPr>
          <p:nvPr/>
        </p:nvSpPr>
        <p:spPr>
          <a:xfrm xmlns:a="http://schemas.openxmlformats.org/drawingml/2006/main">
            <a:off x="10001250" y="638175"/>
            <a:ext cx="119062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13" b="1">
                <a:solidFill>
                  <a:srgbClr val="FFFFFF"/>
                </a:solidFill>
                <a:latin typeface="Poppins"/>
                <a:ea typeface="Poppins"/>
                <a:cs typeface="Poppins"/>
              </a:defRPr>
            </a:pPr>
            <a:r>
              <a:rPr sz="713" b="1">
                <a:solidFill>
                  <a:srgbClr val="FFFFFF"/>
                </a:solidFill>
                <a:latin typeface="Poppins"/>
                <a:ea typeface="Poppins"/>
                <a:cs typeface="Poppins"/>
              </a:rPr>
              <a:t>ORIGIN/DEV  b5ad575</a:t>
            </a:r>
          </a:p>
        </p:txBody>
      </p:sp>
      <p:sp>
        <p:nvSpPr>
          <p:cNvPr id="7" name="">
            <a:extLst xmlns:a="http://schemas.openxmlformats.org/drawingml/2006/main">
              <a:ext uri="{FF2B5EF4-FFF2-40B4-BE49-F238E27FC236}">
                <a16:creationId xmlns:a16="http://schemas.microsoft.com/office/drawing/2014/main" id="{0188EA12-124D-4BAE-BFE3-089355633748}"/>
              </a:ext>
            </a:extLst>
          </p:cNvPr>
          <p:cNvSpPr>
            <a:spLocks xmlns:a="http://schemas.openxmlformats.org/drawingml/2006/main" noGrp="1"/>
          </p:cNvSpPr>
          <p:nvPr/>
        </p:nvSpPr>
        <p:spPr>
          <a:xfrm xmlns:a="http://schemas.openxmlformats.org/drawingml/2006/main">
            <a:off x="781050" y="1390650"/>
            <a:ext cx="1676400" cy="247650"/>
          </a:xfrm>
          <a:prstGeom xmlns:a="http://schemas.openxmlformats.org/drawingml/2006/main" prst="roundRect">
            <a:avLst>
              <a:gd name="adj" fmla="val 30000"/>
            </a:avLst>
          </a:prstGeom>
          <a:solidFill xmlns:a="http://schemas.openxmlformats.org/drawingml/2006/main">
            <a:srgbClr val="2563EB"/>
          </a:solidFill>
          <a:ln xmlns:a="http://schemas.openxmlformats.org/drawingml/2006/main" w="13335">
            <a:solidFill>
              <a:srgbClr val="2563EB"/>
            </a:solidFill>
            <a:prstDash val="solid"/>
          </a:ln>
        </p:spPr>
      </p:sp>
      <p:sp>
        <p:nvSpPr>
          <p:cNvPr id="8" name="">
            <a:extLst xmlns:a="http://schemas.openxmlformats.org/drawingml/2006/main">
              <a:ext uri="{FF2B5EF4-FFF2-40B4-BE49-F238E27FC236}">
                <a16:creationId xmlns:a16="http://schemas.microsoft.com/office/drawing/2014/main" id="{8D0B3B5E-C3CF-4888-8DFA-03A11058FD45}"/>
              </a:ext>
            </a:extLst>
          </p:cNvPr>
          <p:cNvSpPr>
            <a:spLocks xmlns:a="http://schemas.openxmlformats.org/drawingml/2006/main" noGrp="1"/>
          </p:cNvSpPr>
          <p:nvPr/>
        </p:nvSpPr>
        <p:spPr>
          <a:xfrm xmlns:a="http://schemas.openxmlformats.org/drawingml/2006/main">
            <a:off x="8477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CUSTOMER</a:t>
            </a:r>
          </a:p>
        </p:txBody>
      </p:sp>
      <p:sp>
        <p:nvSpPr>
          <p:cNvPr id="9" name="">
            <a:extLst xmlns:a="http://schemas.openxmlformats.org/drawingml/2006/main">
              <a:ext uri="{FF2B5EF4-FFF2-40B4-BE49-F238E27FC236}">
                <a16:creationId xmlns:a16="http://schemas.microsoft.com/office/drawing/2014/main" id="{F33EC555-0024-474A-A789-E4F5B42F42E3}"/>
              </a:ext>
            </a:extLst>
          </p:cNvPr>
          <p:cNvSpPr>
            <a:spLocks xmlns:a="http://schemas.openxmlformats.org/drawingml/2006/main" noGrp="1"/>
          </p:cNvSpPr>
          <p:nvPr/>
        </p:nvSpPr>
        <p:spPr>
          <a:xfrm xmlns:a="http://schemas.openxmlformats.org/drawingml/2006/main">
            <a:off x="8191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Selects service, vehicle, slot</a:t>
            </a:r>
          </a:p>
        </p:txBody>
      </p:sp>
      <p:sp>
        <p:nvSpPr>
          <p:cNvPr id="10" name="">
            <a:extLst xmlns:a="http://schemas.openxmlformats.org/drawingml/2006/main">
              <a:ext uri="{FF2B5EF4-FFF2-40B4-BE49-F238E27FC236}">
                <a16:creationId xmlns:a16="http://schemas.microsoft.com/office/drawing/2014/main" id="{C9AD2878-DA70-4974-93FC-0E6DFF7AA080}"/>
              </a:ext>
            </a:extLst>
          </p:cNvPr>
          <p:cNvSpPr>
            <a:spLocks xmlns:a="http://schemas.openxmlformats.org/drawingml/2006/main" noGrp="1"/>
          </p:cNvSpPr>
          <p:nvPr/>
        </p:nvSpPr>
        <p:spPr>
          <a:xfrm xmlns:a="http://schemas.openxmlformats.org/drawingml/2006/main">
            <a:off x="16097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 name="">
            <a:extLst xmlns:a="http://schemas.openxmlformats.org/drawingml/2006/main">
              <a:ext uri="{FF2B5EF4-FFF2-40B4-BE49-F238E27FC236}">
                <a16:creationId xmlns:a16="http://schemas.microsoft.com/office/drawing/2014/main" id="{BB47207C-BBCF-40F8-BFFD-FA2C812002AC}"/>
              </a:ext>
            </a:extLst>
          </p:cNvPr>
          <p:cNvSpPr>
            <a:spLocks xmlns:a="http://schemas.openxmlformats.org/drawingml/2006/main" noGrp="1"/>
          </p:cNvSpPr>
          <p:nvPr/>
        </p:nvSpPr>
        <p:spPr>
          <a:xfrm xmlns:a="http://schemas.openxmlformats.org/drawingml/2006/main">
            <a:off x="16097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 name="">
            <a:extLst xmlns:a="http://schemas.openxmlformats.org/drawingml/2006/main">
              <a:ext uri="{FF2B5EF4-FFF2-40B4-BE49-F238E27FC236}">
                <a16:creationId xmlns:a16="http://schemas.microsoft.com/office/drawing/2014/main" id="{2F82BADC-1EAA-4595-A15C-E46A0364E01D}"/>
              </a:ext>
            </a:extLst>
          </p:cNvPr>
          <p:cNvSpPr>
            <a:spLocks xmlns:a="http://schemas.openxmlformats.org/drawingml/2006/main" noGrp="1"/>
          </p:cNvSpPr>
          <p:nvPr/>
        </p:nvSpPr>
        <p:spPr>
          <a:xfrm xmlns:a="http://schemas.openxmlformats.org/drawingml/2006/main">
            <a:off x="16097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 name="">
            <a:extLst xmlns:a="http://schemas.openxmlformats.org/drawingml/2006/main">
              <a:ext uri="{FF2B5EF4-FFF2-40B4-BE49-F238E27FC236}">
                <a16:creationId xmlns:a16="http://schemas.microsoft.com/office/drawing/2014/main" id="{722EAF06-2B5C-4809-9188-1B4159C2E6F5}"/>
              </a:ext>
            </a:extLst>
          </p:cNvPr>
          <p:cNvSpPr>
            <a:spLocks xmlns:a="http://schemas.openxmlformats.org/drawingml/2006/main" noGrp="1"/>
          </p:cNvSpPr>
          <p:nvPr/>
        </p:nvSpPr>
        <p:spPr>
          <a:xfrm xmlns:a="http://schemas.openxmlformats.org/drawingml/2006/main">
            <a:off x="16097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 name="">
            <a:extLst xmlns:a="http://schemas.openxmlformats.org/drawingml/2006/main">
              <a:ext uri="{FF2B5EF4-FFF2-40B4-BE49-F238E27FC236}">
                <a16:creationId xmlns:a16="http://schemas.microsoft.com/office/drawing/2014/main" id="{585896FC-5D29-419C-9EBD-1E3E356869C9}"/>
              </a:ext>
            </a:extLst>
          </p:cNvPr>
          <p:cNvSpPr>
            <a:spLocks xmlns:a="http://schemas.openxmlformats.org/drawingml/2006/main" noGrp="1"/>
          </p:cNvSpPr>
          <p:nvPr/>
        </p:nvSpPr>
        <p:spPr>
          <a:xfrm xmlns:a="http://schemas.openxmlformats.org/drawingml/2006/main">
            <a:off x="16097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 name="">
            <a:extLst xmlns:a="http://schemas.openxmlformats.org/drawingml/2006/main">
              <a:ext uri="{FF2B5EF4-FFF2-40B4-BE49-F238E27FC236}">
                <a16:creationId xmlns:a16="http://schemas.microsoft.com/office/drawing/2014/main" id="{F0F150BF-1766-43C9-9DE9-2C0335F42030}"/>
              </a:ext>
            </a:extLst>
          </p:cNvPr>
          <p:cNvSpPr>
            <a:spLocks xmlns:a="http://schemas.openxmlformats.org/drawingml/2006/main" noGrp="1"/>
          </p:cNvSpPr>
          <p:nvPr/>
        </p:nvSpPr>
        <p:spPr>
          <a:xfrm xmlns:a="http://schemas.openxmlformats.org/drawingml/2006/main">
            <a:off x="16097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 name="">
            <a:extLst xmlns:a="http://schemas.openxmlformats.org/drawingml/2006/main">
              <a:ext uri="{FF2B5EF4-FFF2-40B4-BE49-F238E27FC236}">
                <a16:creationId xmlns:a16="http://schemas.microsoft.com/office/drawing/2014/main" id="{E9534109-2125-48A8-9E3B-C58C4549291B}"/>
              </a:ext>
            </a:extLst>
          </p:cNvPr>
          <p:cNvSpPr>
            <a:spLocks xmlns:a="http://schemas.openxmlformats.org/drawingml/2006/main" noGrp="1"/>
          </p:cNvSpPr>
          <p:nvPr/>
        </p:nvSpPr>
        <p:spPr>
          <a:xfrm xmlns:a="http://schemas.openxmlformats.org/drawingml/2006/main">
            <a:off x="16097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7" name="">
            <a:extLst xmlns:a="http://schemas.openxmlformats.org/drawingml/2006/main">
              <a:ext uri="{FF2B5EF4-FFF2-40B4-BE49-F238E27FC236}">
                <a16:creationId xmlns:a16="http://schemas.microsoft.com/office/drawing/2014/main" id="{BD665E32-4431-4E84-AA51-FC6A470A2174}"/>
              </a:ext>
            </a:extLst>
          </p:cNvPr>
          <p:cNvSpPr>
            <a:spLocks xmlns:a="http://schemas.openxmlformats.org/drawingml/2006/main" noGrp="1"/>
          </p:cNvSpPr>
          <p:nvPr/>
        </p:nvSpPr>
        <p:spPr>
          <a:xfrm xmlns:a="http://schemas.openxmlformats.org/drawingml/2006/main">
            <a:off x="16097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8" name="">
            <a:extLst xmlns:a="http://schemas.openxmlformats.org/drawingml/2006/main">
              <a:ext uri="{FF2B5EF4-FFF2-40B4-BE49-F238E27FC236}">
                <a16:creationId xmlns:a16="http://schemas.microsoft.com/office/drawing/2014/main" id="{64B1C13F-69D8-45C5-8AE1-EA8914CF5927}"/>
              </a:ext>
            </a:extLst>
          </p:cNvPr>
          <p:cNvSpPr>
            <a:spLocks xmlns:a="http://schemas.openxmlformats.org/drawingml/2006/main" noGrp="1"/>
          </p:cNvSpPr>
          <p:nvPr/>
        </p:nvSpPr>
        <p:spPr>
          <a:xfrm xmlns:a="http://schemas.openxmlformats.org/drawingml/2006/main">
            <a:off x="16097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9" name="">
            <a:extLst xmlns:a="http://schemas.openxmlformats.org/drawingml/2006/main">
              <a:ext uri="{FF2B5EF4-FFF2-40B4-BE49-F238E27FC236}">
                <a16:creationId xmlns:a16="http://schemas.microsoft.com/office/drawing/2014/main" id="{25A4691C-96DB-46C3-B641-C926B570C1DA}"/>
              </a:ext>
            </a:extLst>
          </p:cNvPr>
          <p:cNvSpPr>
            <a:spLocks xmlns:a="http://schemas.openxmlformats.org/drawingml/2006/main" noGrp="1"/>
          </p:cNvSpPr>
          <p:nvPr/>
        </p:nvSpPr>
        <p:spPr>
          <a:xfrm xmlns:a="http://schemas.openxmlformats.org/drawingml/2006/main">
            <a:off x="16097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0" name="">
            <a:extLst xmlns:a="http://schemas.openxmlformats.org/drawingml/2006/main">
              <a:ext uri="{FF2B5EF4-FFF2-40B4-BE49-F238E27FC236}">
                <a16:creationId xmlns:a16="http://schemas.microsoft.com/office/drawing/2014/main" id="{138FE375-FDA1-4663-AA05-2EA9D1204C24}"/>
              </a:ext>
            </a:extLst>
          </p:cNvPr>
          <p:cNvSpPr>
            <a:spLocks xmlns:a="http://schemas.openxmlformats.org/drawingml/2006/main" noGrp="1"/>
          </p:cNvSpPr>
          <p:nvPr/>
        </p:nvSpPr>
        <p:spPr>
          <a:xfrm xmlns:a="http://schemas.openxmlformats.org/drawingml/2006/main">
            <a:off x="16097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1" name="">
            <a:extLst xmlns:a="http://schemas.openxmlformats.org/drawingml/2006/main">
              <a:ext uri="{FF2B5EF4-FFF2-40B4-BE49-F238E27FC236}">
                <a16:creationId xmlns:a16="http://schemas.microsoft.com/office/drawing/2014/main" id="{F39F362C-3529-4074-896E-47974554CACF}"/>
              </a:ext>
            </a:extLst>
          </p:cNvPr>
          <p:cNvSpPr>
            <a:spLocks xmlns:a="http://schemas.openxmlformats.org/drawingml/2006/main" noGrp="1"/>
          </p:cNvSpPr>
          <p:nvPr/>
        </p:nvSpPr>
        <p:spPr>
          <a:xfrm xmlns:a="http://schemas.openxmlformats.org/drawingml/2006/main">
            <a:off x="16097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2" name="">
            <a:extLst xmlns:a="http://schemas.openxmlformats.org/drawingml/2006/main">
              <a:ext uri="{FF2B5EF4-FFF2-40B4-BE49-F238E27FC236}">
                <a16:creationId xmlns:a16="http://schemas.microsoft.com/office/drawing/2014/main" id="{C5406529-F243-4383-8D97-8C21BD5B8B34}"/>
              </a:ext>
            </a:extLst>
          </p:cNvPr>
          <p:cNvSpPr>
            <a:spLocks xmlns:a="http://schemas.openxmlformats.org/drawingml/2006/main" noGrp="1"/>
          </p:cNvSpPr>
          <p:nvPr/>
        </p:nvSpPr>
        <p:spPr>
          <a:xfrm xmlns:a="http://schemas.openxmlformats.org/drawingml/2006/main">
            <a:off x="16097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3" name="">
            <a:extLst xmlns:a="http://schemas.openxmlformats.org/drawingml/2006/main">
              <a:ext uri="{FF2B5EF4-FFF2-40B4-BE49-F238E27FC236}">
                <a16:creationId xmlns:a16="http://schemas.microsoft.com/office/drawing/2014/main" id="{CA15C0BA-F510-4B6B-8D22-D4DCB8466F62}"/>
              </a:ext>
            </a:extLst>
          </p:cNvPr>
          <p:cNvSpPr>
            <a:spLocks xmlns:a="http://schemas.openxmlformats.org/drawingml/2006/main" noGrp="1"/>
          </p:cNvSpPr>
          <p:nvPr/>
        </p:nvSpPr>
        <p:spPr>
          <a:xfrm xmlns:a="http://schemas.openxmlformats.org/drawingml/2006/main">
            <a:off x="16097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4" name="">
            <a:extLst xmlns:a="http://schemas.openxmlformats.org/drawingml/2006/main">
              <a:ext uri="{FF2B5EF4-FFF2-40B4-BE49-F238E27FC236}">
                <a16:creationId xmlns:a16="http://schemas.microsoft.com/office/drawing/2014/main" id="{7487199A-B05C-44AB-8693-4B78566BC01A}"/>
              </a:ext>
            </a:extLst>
          </p:cNvPr>
          <p:cNvSpPr>
            <a:spLocks xmlns:a="http://schemas.openxmlformats.org/drawingml/2006/main" noGrp="1"/>
          </p:cNvSpPr>
          <p:nvPr/>
        </p:nvSpPr>
        <p:spPr>
          <a:xfrm xmlns:a="http://schemas.openxmlformats.org/drawingml/2006/main">
            <a:off x="16097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5" name="">
            <a:extLst xmlns:a="http://schemas.openxmlformats.org/drawingml/2006/main">
              <a:ext uri="{FF2B5EF4-FFF2-40B4-BE49-F238E27FC236}">
                <a16:creationId xmlns:a16="http://schemas.microsoft.com/office/drawing/2014/main" id="{46B48C8C-EAC1-484E-B411-9D61D1C08011}"/>
              </a:ext>
            </a:extLst>
          </p:cNvPr>
          <p:cNvSpPr>
            <a:spLocks xmlns:a="http://schemas.openxmlformats.org/drawingml/2006/main" noGrp="1"/>
          </p:cNvSpPr>
          <p:nvPr/>
        </p:nvSpPr>
        <p:spPr>
          <a:xfrm xmlns:a="http://schemas.openxmlformats.org/drawingml/2006/main">
            <a:off x="16097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6" name="">
            <a:extLst xmlns:a="http://schemas.openxmlformats.org/drawingml/2006/main">
              <a:ext uri="{FF2B5EF4-FFF2-40B4-BE49-F238E27FC236}">
                <a16:creationId xmlns:a16="http://schemas.microsoft.com/office/drawing/2014/main" id="{5733E0CF-4022-4D0E-8E7A-911C2E2796E3}"/>
              </a:ext>
            </a:extLst>
          </p:cNvPr>
          <p:cNvSpPr>
            <a:spLocks xmlns:a="http://schemas.openxmlformats.org/drawingml/2006/main" noGrp="1"/>
          </p:cNvSpPr>
          <p:nvPr/>
        </p:nvSpPr>
        <p:spPr>
          <a:xfrm xmlns:a="http://schemas.openxmlformats.org/drawingml/2006/main">
            <a:off x="16097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7" name="">
            <a:extLst xmlns:a="http://schemas.openxmlformats.org/drawingml/2006/main">
              <a:ext uri="{FF2B5EF4-FFF2-40B4-BE49-F238E27FC236}">
                <a16:creationId xmlns:a16="http://schemas.microsoft.com/office/drawing/2014/main" id="{1C9FD92E-7549-41FC-AE49-5EE6FF27F49B}"/>
              </a:ext>
            </a:extLst>
          </p:cNvPr>
          <p:cNvSpPr>
            <a:spLocks xmlns:a="http://schemas.openxmlformats.org/drawingml/2006/main" noGrp="1"/>
          </p:cNvSpPr>
          <p:nvPr/>
        </p:nvSpPr>
        <p:spPr>
          <a:xfrm xmlns:a="http://schemas.openxmlformats.org/drawingml/2006/main">
            <a:off x="16097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8" name="">
            <a:extLst xmlns:a="http://schemas.openxmlformats.org/drawingml/2006/main">
              <a:ext uri="{FF2B5EF4-FFF2-40B4-BE49-F238E27FC236}">
                <a16:creationId xmlns:a16="http://schemas.microsoft.com/office/drawing/2014/main" id="{93E6E2BD-8FA5-4509-8944-71E8469008A4}"/>
              </a:ext>
            </a:extLst>
          </p:cNvPr>
          <p:cNvSpPr>
            <a:spLocks xmlns:a="http://schemas.openxmlformats.org/drawingml/2006/main" noGrp="1"/>
          </p:cNvSpPr>
          <p:nvPr/>
        </p:nvSpPr>
        <p:spPr>
          <a:xfrm xmlns:a="http://schemas.openxmlformats.org/drawingml/2006/main">
            <a:off x="16097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9" name="">
            <a:extLst xmlns:a="http://schemas.openxmlformats.org/drawingml/2006/main">
              <a:ext uri="{FF2B5EF4-FFF2-40B4-BE49-F238E27FC236}">
                <a16:creationId xmlns:a16="http://schemas.microsoft.com/office/drawing/2014/main" id="{B2306D85-2604-4582-95E1-96DAE643C4AE}"/>
              </a:ext>
            </a:extLst>
          </p:cNvPr>
          <p:cNvSpPr>
            <a:spLocks xmlns:a="http://schemas.openxmlformats.org/drawingml/2006/main" noGrp="1"/>
          </p:cNvSpPr>
          <p:nvPr/>
        </p:nvSpPr>
        <p:spPr>
          <a:xfrm xmlns:a="http://schemas.openxmlformats.org/drawingml/2006/main">
            <a:off x="16097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0" name="">
            <a:extLst xmlns:a="http://schemas.openxmlformats.org/drawingml/2006/main">
              <a:ext uri="{FF2B5EF4-FFF2-40B4-BE49-F238E27FC236}">
                <a16:creationId xmlns:a16="http://schemas.microsoft.com/office/drawing/2014/main" id="{413C9427-A0F0-4024-A46C-3101ED26FAC8}"/>
              </a:ext>
            </a:extLst>
          </p:cNvPr>
          <p:cNvSpPr>
            <a:spLocks xmlns:a="http://schemas.openxmlformats.org/drawingml/2006/main" noGrp="1"/>
          </p:cNvSpPr>
          <p:nvPr/>
        </p:nvSpPr>
        <p:spPr>
          <a:xfrm xmlns:a="http://schemas.openxmlformats.org/drawingml/2006/main">
            <a:off x="16097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1" name="">
            <a:extLst xmlns:a="http://schemas.openxmlformats.org/drawingml/2006/main">
              <a:ext uri="{FF2B5EF4-FFF2-40B4-BE49-F238E27FC236}">
                <a16:creationId xmlns:a16="http://schemas.microsoft.com/office/drawing/2014/main" id="{A93906AC-C0EF-4F35-9089-279ABEB4042A}"/>
              </a:ext>
            </a:extLst>
          </p:cNvPr>
          <p:cNvSpPr>
            <a:spLocks xmlns:a="http://schemas.openxmlformats.org/drawingml/2006/main" noGrp="1"/>
          </p:cNvSpPr>
          <p:nvPr/>
        </p:nvSpPr>
        <p:spPr>
          <a:xfrm xmlns:a="http://schemas.openxmlformats.org/drawingml/2006/main">
            <a:off x="16097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2" name="">
            <a:extLst xmlns:a="http://schemas.openxmlformats.org/drawingml/2006/main">
              <a:ext uri="{FF2B5EF4-FFF2-40B4-BE49-F238E27FC236}">
                <a16:creationId xmlns:a16="http://schemas.microsoft.com/office/drawing/2014/main" id="{81B15058-6A7B-4515-B4AC-59B63392E3E1}"/>
              </a:ext>
            </a:extLst>
          </p:cNvPr>
          <p:cNvSpPr>
            <a:spLocks xmlns:a="http://schemas.openxmlformats.org/drawingml/2006/main" noGrp="1"/>
          </p:cNvSpPr>
          <p:nvPr/>
        </p:nvSpPr>
        <p:spPr>
          <a:xfrm xmlns:a="http://schemas.openxmlformats.org/drawingml/2006/main">
            <a:off x="16097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3" name="">
            <a:extLst xmlns:a="http://schemas.openxmlformats.org/drawingml/2006/main">
              <a:ext uri="{FF2B5EF4-FFF2-40B4-BE49-F238E27FC236}">
                <a16:creationId xmlns:a16="http://schemas.microsoft.com/office/drawing/2014/main" id="{E41EB07F-F1E5-4DA9-A1DD-4660BA10EA6D}"/>
              </a:ext>
            </a:extLst>
          </p:cNvPr>
          <p:cNvSpPr>
            <a:spLocks xmlns:a="http://schemas.openxmlformats.org/drawingml/2006/main" noGrp="1"/>
          </p:cNvSpPr>
          <p:nvPr/>
        </p:nvSpPr>
        <p:spPr>
          <a:xfrm xmlns:a="http://schemas.openxmlformats.org/drawingml/2006/main">
            <a:off x="16097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4" name="">
            <a:extLst xmlns:a="http://schemas.openxmlformats.org/drawingml/2006/main">
              <a:ext uri="{FF2B5EF4-FFF2-40B4-BE49-F238E27FC236}">
                <a16:creationId xmlns:a16="http://schemas.microsoft.com/office/drawing/2014/main" id="{CA05B24B-5300-4983-8446-B97DD2972C01}"/>
              </a:ext>
            </a:extLst>
          </p:cNvPr>
          <p:cNvSpPr>
            <a:spLocks xmlns:a="http://schemas.openxmlformats.org/drawingml/2006/main" noGrp="1"/>
          </p:cNvSpPr>
          <p:nvPr/>
        </p:nvSpPr>
        <p:spPr>
          <a:xfrm xmlns:a="http://schemas.openxmlformats.org/drawingml/2006/main">
            <a:off x="16097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5" name="">
            <a:extLst xmlns:a="http://schemas.openxmlformats.org/drawingml/2006/main">
              <a:ext uri="{FF2B5EF4-FFF2-40B4-BE49-F238E27FC236}">
                <a16:creationId xmlns:a16="http://schemas.microsoft.com/office/drawing/2014/main" id="{F25DC704-CCF3-42D1-8A70-C984BA32447C}"/>
              </a:ext>
            </a:extLst>
          </p:cNvPr>
          <p:cNvSpPr>
            <a:spLocks xmlns:a="http://schemas.openxmlformats.org/drawingml/2006/main" noGrp="1"/>
          </p:cNvSpPr>
          <p:nvPr/>
        </p:nvSpPr>
        <p:spPr>
          <a:xfrm xmlns:a="http://schemas.openxmlformats.org/drawingml/2006/main">
            <a:off x="16097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6" name="">
            <a:extLst xmlns:a="http://schemas.openxmlformats.org/drawingml/2006/main">
              <a:ext uri="{FF2B5EF4-FFF2-40B4-BE49-F238E27FC236}">
                <a16:creationId xmlns:a16="http://schemas.microsoft.com/office/drawing/2014/main" id="{0503FD50-0188-4251-89F3-963C08B7C35A}"/>
              </a:ext>
            </a:extLst>
          </p:cNvPr>
          <p:cNvSpPr>
            <a:spLocks xmlns:a="http://schemas.openxmlformats.org/drawingml/2006/main" noGrp="1"/>
          </p:cNvSpPr>
          <p:nvPr/>
        </p:nvSpPr>
        <p:spPr>
          <a:xfrm xmlns:a="http://schemas.openxmlformats.org/drawingml/2006/main">
            <a:off x="16097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7" name="">
            <a:extLst xmlns:a="http://schemas.openxmlformats.org/drawingml/2006/main">
              <a:ext uri="{FF2B5EF4-FFF2-40B4-BE49-F238E27FC236}">
                <a16:creationId xmlns:a16="http://schemas.microsoft.com/office/drawing/2014/main" id="{6157149C-26A5-4E6C-98CD-036076DF5FE2}"/>
              </a:ext>
            </a:extLst>
          </p:cNvPr>
          <p:cNvSpPr>
            <a:spLocks xmlns:a="http://schemas.openxmlformats.org/drawingml/2006/main" noGrp="1"/>
          </p:cNvSpPr>
          <p:nvPr/>
        </p:nvSpPr>
        <p:spPr>
          <a:xfrm xmlns:a="http://schemas.openxmlformats.org/drawingml/2006/main">
            <a:off x="16097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8" name="">
            <a:extLst xmlns:a="http://schemas.openxmlformats.org/drawingml/2006/main">
              <a:ext uri="{FF2B5EF4-FFF2-40B4-BE49-F238E27FC236}">
                <a16:creationId xmlns:a16="http://schemas.microsoft.com/office/drawing/2014/main" id="{7C7B06D6-6C68-45C0-80CE-B076D49C4149}"/>
              </a:ext>
            </a:extLst>
          </p:cNvPr>
          <p:cNvSpPr>
            <a:spLocks xmlns:a="http://schemas.openxmlformats.org/drawingml/2006/main" noGrp="1"/>
          </p:cNvSpPr>
          <p:nvPr/>
        </p:nvSpPr>
        <p:spPr>
          <a:xfrm xmlns:a="http://schemas.openxmlformats.org/drawingml/2006/main">
            <a:off x="16097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9" name="">
            <a:extLst xmlns:a="http://schemas.openxmlformats.org/drawingml/2006/main">
              <a:ext uri="{FF2B5EF4-FFF2-40B4-BE49-F238E27FC236}">
                <a16:creationId xmlns:a16="http://schemas.microsoft.com/office/drawing/2014/main" id="{6BA87BB3-B11F-4F47-AFD9-775A37E81180}"/>
              </a:ext>
            </a:extLst>
          </p:cNvPr>
          <p:cNvSpPr>
            <a:spLocks xmlns:a="http://schemas.openxmlformats.org/drawingml/2006/main" noGrp="1"/>
          </p:cNvSpPr>
          <p:nvPr/>
        </p:nvSpPr>
        <p:spPr>
          <a:xfrm xmlns:a="http://schemas.openxmlformats.org/drawingml/2006/main">
            <a:off x="2857500" y="1390650"/>
            <a:ext cx="1676400" cy="247650"/>
          </a:xfrm>
          <a:prstGeom xmlns:a="http://schemas.openxmlformats.org/drawingml/2006/main" prst="roundRect">
            <a:avLst>
              <a:gd name="adj" fmla="val 30000"/>
            </a:avLst>
          </a:prstGeom>
          <a:solidFill xmlns:a="http://schemas.openxmlformats.org/drawingml/2006/main">
            <a:srgbClr val="08BFD3"/>
          </a:solidFill>
          <a:ln xmlns:a="http://schemas.openxmlformats.org/drawingml/2006/main" w="13335">
            <a:solidFill>
              <a:srgbClr val="08BFD3"/>
            </a:solidFill>
            <a:prstDash val="solid"/>
          </a:ln>
        </p:spPr>
      </p:sp>
      <p:sp>
        <p:nvSpPr>
          <p:cNvPr id="40" name="">
            <a:extLst xmlns:a="http://schemas.openxmlformats.org/drawingml/2006/main">
              <a:ext uri="{FF2B5EF4-FFF2-40B4-BE49-F238E27FC236}">
                <a16:creationId xmlns:a16="http://schemas.microsoft.com/office/drawing/2014/main" id="{A9BE2CC3-9D6C-41F3-AE13-5D338D8A6D54}"/>
              </a:ext>
            </a:extLst>
          </p:cNvPr>
          <p:cNvSpPr>
            <a:spLocks xmlns:a="http://schemas.openxmlformats.org/drawingml/2006/main" noGrp="1"/>
          </p:cNvSpPr>
          <p:nvPr/>
        </p:nvSpPr>
        <p:spPr>
          <a:xfrm xmlns:a="http://schemas.openxmlformats.org/drawingml/2006/main">
            <a:off x="292417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NEXT.JS</a:t>
            </a:r>
          </a:p>
        </p:txBody>
      </p:sp>
      <p:sp>
        <p:nvSpPr>
          <p:cNvPr id="41" name="">
            <a:extLst xmlns:a="http://schemas.openxmlformats.org/drawingml/2006/main">
              <a:ext uri="{FF2B5EF4-FFF2-40B4-BE49-F238E27FC236}">
                <a16:creationId xmlns:a16="http://schemas.microsoft.com/office/drawing/2014/main" id="{1294FE66-D0E9-4CCF-AF0A-1571806A64EE}"/>
              </a:ext>
            </a:extLst>
          </p:cNvPr>
          <p:cNvSpPr>
            <a:spLocks xmlns:a="http://schemas.openxmlformats.org/drawingml/2006/main" noGrp="1"/>
          </p:cNvSpPr>
          <p:nvPr/>
        </p:nvSpPr>
        <p:spPr>
          <a:xfrm xmlns:a="http://schemas.openxmlformats.org/drawingml/2006/main">
            <a:off x="289560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Booking and payment pages</a:t>
            </a:r>
          </a:p>
        </p:txBody>
      </p:sp>
      <p:sp>
        <p:nvSpPr>
          <p:cNvPr id="42" name="">
            <a:extLst xmlns:a="http://schemas.openxmlformats.org/drawingml/2006/main">
              <a:ext uri="{FF2B5EF4-FFF2-40B4-BE49-F238E27FC236}">
                <a16:creationId xmlns:a16="http://schemas.microsoft.com/office/drawing/2014/main" id="{901880D9-E422-4F39-AE2A-910F251C00B1}"/>
              </a:ext>
            </a:extLst>
          </p:cNvPr>
          <p:cNvSpPr>
            <a:spLocks xmlns:a="http://schemas.openxmlformats.org/drawingml/2006/main" noGrp="1"/>
          </p:cNvSpPr>
          <p:nvPr/>
        </p:nvSpPr>
        <p:spPr>
          <a:xfrm xmlns:a="http://schemas.openxmlformats.org/drawingml/2006/main">
            <a:off x="368617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3" name="">
            <a:extLst xmlns:a="http://schemas.openxmlformats.org/drawingml/2006/main">
              <a:ext uri="{FF2B5EF4-FFF2-40B4-BE49-F238E27FC236}">
                <a16:creationId xmlns:a16="http://schemas.microsoft.com/office/drawing/2014/main" id="{67BC936C-9B9E-40BE-A78D-B734CCC6AE3A}"/>
              </a:ext>
            </a:extLst>
          </p:cNvPr>
          <p:cNvSpPr>
            <a:spLocks xmlns:a="http://schemas.openxmlformats.org/drawingml/2006/main" noGrp="1"/>
          </p:cNvSpPr>
          <p:nvPr/>
        </p:nvSpPr>
        <p:spPr>
          <a:xfrm xmlns:a="http://schemas.openxmlformats.org/drawingml/2006/main">
            <a:off x="368617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4" name="">
            <a:extLst xmlns:a="http://schemas.openxmlformats.org/drawingml/2006/main">
              <a:ext uri="{FF2B5EF4-FFF2-40B4-BE49-F238E27FC236}">
                <a16:creationId xmlns:a16="http://schemas.microsoft.com/office/drawing/2014/main" id="{CE6EAEE4-3F9D-4D51-9C29-1564345453A2}"/>
              </a:ext>
            </a:extLst>
          </p:cNvPr>
          <p:cNvSpPr>
            <a:spLocks xmlns:a="http://schemas.openxmlformats.org/drawingml/2006/main" noGrp="1"/>
          </p:cNvSpPr>
          <p:nvPr/>
        </p:nvSpPr>
        <p:spPr>
          <a:xfrm xmlns:a="http://schemas.openxmlformats.org/drawingml/2006/main">
            <a:off x="368617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5" name="">
            <a:extLst xmlns:a="http://schemas.openxmlformats.org/drawingml/2006/main">
              <a:ext uri="{FF2B5EF4-FFF2-40B4-BE49-F238E27FC236}">
                <a16:creationId xmlns:a16="http://schemas.microsoft.com/office/drawing/2014/main" id="{9C75ED4E-A0BC-4C6B-A150-B6FABEF0BE15}"/>
              </a:ext>
            </a:extLst>
          </p:cNvPr>
          <p:cNvSpPr>
            <a:spLocks xmlns:a="http://schemas.openxmlformats.org/drawingml/2006/main" noGrp="1"/>
          </p:cNvSpPr>
          <p:nvPr/>
        </p:nvSpPr>
        <p:spPr>
          <a:xfrm xmlns:a="http://schemas.openxmlformats.org/drawingml/2006/main">
            <a:off x="368617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6" name="">
            <a:extLst xmlns:a="http://schemas.openxmlformats.org/drawingml/2006/main">
              <a:ext uri="{FF2B5EF4-FFF2-40B4-BE49-F238E27FC236}">
                <a16:creationId xmlns:a16="http://schemas.microsoft.com/office/drawing/2014/main" id="{87A2908B-2A93-4D96-81E7-666A691D60AE}"/>
              </a:ext>
            </a:extLst>
          </p:cNvPr>
          <p:cNvSpPr>
            <a:spLocks xmlns:a="http://schemas.openxmlformats.org/drawingml/2006/main" noGrp="1"/>
          </p:cNvSpPr>
          <p:nvPr/>
        </p:nvSpPr>
        <p:spPr>
          <a:xfrm xmlns:a="http://schemas.openxmlformats.org/drawingml/2006/main">
            <a:off x="368617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7" name="">
            <a:extLst xmlns:a="http://schemas.openxmlformats.org/drawingml/2006/main">
              <a:ext uri="{FF2B5EF4-FFF2-40B4-BE49-F238E27FC236}">
                <a16:creationId xmlns:a16="http://schemas.microsoft.com/office/drawing/2014/main" id="{A2590831-E26A-4918-8969-703748A35B62}"/>
              </a:ext>
            </a:extLst>
          </p:cNvPr>
          <p:cNvSpPr>
            <a:spLocks xmlns:a="http://schemas.openxmlformats.org/drawingml/2006/main" noGrp="1"/>
          </p:cNvSpPr>
          <p:nvPr/>
        </p:nvSpPr>
        <p:spPr>
          <a:xfrm xmlns:a="http://schemas.openxmlformats.org/drawingml/2006/main">
            <a:off x="368617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8" name="">
            <a:extLst xmlns:a="http://schemas.openxmlformats.org/drawingml/2006/main">
              <a:ext uri="{FF2B5EF4-FFF2-40B4-BE49-F238E27FC236}">
                <a16:creationId xmlns:a16="http://schemas.microsoft.com/office/drawing/2014/main" id="{DDD82FE8-60B9-4A04-AABD-3D9AE6C09BCF}"/>
              </a:ext>
            </a:extLst>
          </p:cNvPr>
          <p:cNvSpPr>
            <a:spLocks xmlns:a="http://schemas.openxmlformats.org/drawingml/2006/main" noGrp="1"/>
          </p:cNvSpPr>
          <p:nvPr/>
        </p:nvSpPr>
        <p:spPr>
          <a:xfrm xmlns:a="http://schemas.openxmlformats.org/drawingml/2006/main">
            <a:off x="368617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9" name="">
            <a:extLst xmlns:a="http://schemas.openxmlformats.org/drawingml/2006/main">
              <a:ext uri="{FF2B5EF4-FFF2-40B4-BE49-F238E27FC236}">
                <a16:creationId xmlns:a16="http://schemas.microsoft.com/office/drawing/2014/main" id="{8AE01329-9751-4470-9188-7B40115121EF}"/>
              </a:ext>
            </a:extLst>
          </p:cNvPr>
          <p:cNvSpPr>
            <a:spLocks xmlns:a="http://schemas.openxmlformats.org/drawingml/2006/main" noGrp="1"/>
          </p:cNvSpPr>
          <p:nvPr/>
        </p:nvSpPr>
        <p:spPr>
          <a:xfrm xmlns:a="http://schemas.openxmlformats.org/drawingml/2006/main">
            <a:off x="368617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0" name="">
            <a:extLst xmlns:a="http://schemas.openxmlformats.org/drawingml/2006/main">
              <a:ext uri="{FF2B5EF4-FFF2-40B4-BE49-F238E27FC236}">
                <a16:creationId xmlns:a16="http://schemas.microsoft.com/office/drawing/2014/main" id="{16D75477-E56C-4FB0-A7F2-ECE96965A6A6}"/>
              </a:ext>
            </a:extLst>
          </p:cNvPr>
          <p:cNvSpPr>
            <a:spLocks xmlns:a="http://schemas.openxmlformats.org/drawingml/2006/main" noGrp="1"/>
          </p:cNvSpPr>
          <p:nvPr/>
        </p:nvSpPr>
        <p:spPr>
          <a:xfrm xmlns:a="http://schemas.openxmlformats.org/drawingml/2006/main">
            <a:off x="368617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1" name="">
            <a:extLst xmlns:a="http://schemas.openxmlformats.org/drawingml/2006/main">
              <a:ext uri="{FF2B5EF4-FFF2-40B4-BE49-F238E27FC236}">
                <a16:creationId xmlns:a16="http://schemas.microsoft.com/office/drawing/2014/main" id="{1A45A4B5-8B9F-431D-8F9D-2E132779B465}"/>
              </a:ext>
            </a:extLst>
          </p:cNvPr>
          <p:cNvSpPr>
            <a:spLocks xmlns:a="http://schemas.openxmlformats.org/drawingml/2006/main" noGrp="1"/>
          </p:cNvSpPr>
          <p:nvPr/>
        </p:nvSpPr>
        <p:spPr>
          <a:xfrm xmlns:a="http://schemas.openxmlformats.org/drawingml/2006/main">
            <a:off x="368617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2" name="">
            <a:extLst xmlns:a="http://schemas.openxmlformats.org/drawingml/2006/main">
              <a:ext uri="{FF2B5EF4-FFF2-40B4-BE49-F238E27FC236}">
                <a16:creationId xmlns:a16="http://schemas.microsoft.com/office/drawing/2014/main" id="{A4328F7E-E3D6-4AC4-B44B-083A49EA9BE4}"/>
              </a:ext>
            </a:extLst>
          </p:cNvPr>
          <p:cNvSpPr>
            <a:spLocks xmlns:a="http://schemas.openxmlformats.org/drawingml/2006/main" noGrp="1"/>
          </p:cNvSpPr>
          <p:nvPr/>
        </p:nvSpPr>
        <p:spPr>
          <a:xfrm xmlns:a="http://schemas.openxmlformats.org/drawingml/2006/main">
            <a:off x="368617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3" name="">
            <a:extLst xmlns:a="http://schemas.openxmlformats.org/drawingml/2006/main">
              <a:ext uri="{FF2B5EF4-FFF2-40B4-BE49-F238E27FC236}">
                <a16:creationId xmlns:a16="http://schemas.microsoft.com/office/drawing/2014/main" id="{FA45A2DF-7FDC-45CD-8FB4-97FDB22F846A}"/>
              </a:ext>
            </a:extLst>
          </p:cNvPr>
          <p:cNvSpPr>
            <a:spLocks xmlns:a="http://schemas.openxmlformats.org/drawingml/2006/main" noGrp="1"/>
          </p:cNvSpPr>
          <p:nvPr/>
        </p:nvSpPr>
        <p:spPr>
          <a:xfrm xmlns:a="http://schemas.openxmlformats.org/drawingml/2006/main">
            <a:off x="368617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4" name="">
            <a:extLst xmlns:a="http://schemas.openxmlformats.org/drawingml/2006/main">
              <a:ext uri="{FF2B5EF4-FFF2-40B4-BE49-F238E27FC236}">
                <a16:creationId xmlns:a16="http://schemas.microsoft.com/office/drawing/2014/main" id="{4D69E53E-5C98-4B21-BD47-B99C62E50815}"/>
              </a:ext>
            </a:extLst>
          </p:cNvPr>
          <p:cNvSpPr>
            <a:spLocks xmlns:a="http://schemas.openxmlformats.org/drawingml/2006/main" noGrp="1"/>
          </p:cNvSpPr>
          <p:nvPr/>
        </p:nvSpPr>
        <p:spPr>
          <a:xfrm xmlns:a="http://schemas.openxmlformats.org/drawingml/2006/main">
            <a:off x="368617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5" name="">
            <a:extLst xmlns:a="http://schemas.openxmlformats.org/drawingml/2006/main">
              <a:ext uri="{FF2B5EF4-FFF2-40B4-BE49-F238E27FC236}">
                <a16:creationId xmlns:a16="http://schemas.microsoft.com/office/drawing/2014/main" id="{593E1B3D-6AC5-4F51-AFB8-67DCE0232F1D}"/>
              </a:ext>
            </a:extLst>
          </p:cNvPr>
          <p:cNvSpPr>
            <a:spLocks xmlns:a="http://schemas.openxmlformats.org/drawingml/2006/main" noGrp="1"/>
          </p:cNvSpPr>
          <p:nvPr/>
        </p:nvSpPr>
        <p:spPr>
          <a:xfrm xmlns:a="http://schemas.openxmlformats.org/drawingml/2006/main">
            <a:off x="368617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6" name="">
            <a:extLst xmlns:a="http://schemas.openxmlformats.org/drawingml/2006/main">
              <a:ext uri="{FF2B5EF4-FFF2-40B4-BE49-F238E27FC236}">
                <a16:creationId xmlns:a16="http://schemas.microsoft.com/office/drawing/2014/main" id="{310E5983-DA3D-4295-B8E0-C9E2402DA3AE}"/>
              </a:ext>
            </a:extLst>
          </p:cNvPr>
          <p:cNvSpPr>
            <a:spLocks xmlns:a="http://schemas.openxmlformats.org/drawingml/2006/main" noGrp="1"/>
          </p:cNvSpPr>
          <p:nvPr/>
        </p:nvSpPr>
        <p:spPr>
          <a:xfrm xmlns:a="http://schemas.openxmlformats.org/drawingml/2006/main">
            <a:off x="368617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7" name="">
            <a:extLst xmlns:a="http://schemas.openxmlformats.org/drawingml/2006/main">
              <a:ext uri="{FF2B5EF4-FFF2-40B4-BE49-F238E27FC236}">
                <a16:creationId xmlns:a16="http://schemas.microsoft.com/office/drawing/2014/main" id="{A439A5C5-24C0-4FEB-8FAF-CF84830A5290}"/>
              </a:ext>
            </a:extLst>
          </p:cNvPr>
          <p:cNvSpPr>
            <a:spLocks xmlns:a="http://schemas.openxmlformats.org/drawingml/2006/main" noGrp="1"/>
          </p:cNvSpPr>
          <p:nvPr/>
        </p:nvSpPr>
        <p:spPr>
          <a:xfrm xmlns:a="http://schemas.openxmlformats.org/drawingml/2006/main">
            <a:off x="368617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8" name="">
            <a:extLst xmlns:a="http://schemas.openxmlformats.org/drawingml/2006/main">
              <a:ext uri="{FF2B5EF4-FFF2-40B4-BE49-F238E27FC236}">
                <a16:creationId xmlns:a16="http://schemas.microsoft.com/office/drawing/2014/main" id="{2527C55B-2CA8-4F39-A8D9-FBB10C8203B9}"/>
              </a:ext>
            </a:extLst>
          </p:cNvPr>
          <p:cNvSpPr>
            <a:spLocks xmlns:a="http://schemas.openxmlformats.org/drawingml/2006/main" noGrp="1"/>
          </p:cNvSpPr>
          <p:nvPr/>
        </p:nvSpPr>
        <p:spPr>
          <a:xfrm xmlns:a="http://schemas.openxmlformats.org/drawingml/2006/main">
            <a:off x="368617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9" name="">
            <a:extLst xmlns:a="http://schemas.openxmlformats.org/drawingml/2006/main">
              <a:ext uri="{FF2B5EF4-FFF2-40B4-BE49-F238E27FC236}">
                <a16:creationId xmlns:a16="http://schemas.microsoft.com/office/drawing/2014/main" id="{387B311A-DF5D-46E6-A348-28F1430C7EEA}"/>
              </a:ext>
            </a:extLst>
          </p:cNvPr>
          <p:cNvSpPr>
            <a:spLocks xmlns:a="http://schemas.openxmlformats.org/drawingml/2006/main" noGrp="1"/>
          </p:cNvSpPr>
          <p:nvPr/>
        </p:nvSpPr>
        <p:spPr>
          <a:xfrm xmlns:a="http://schemas.openxmlformats.org/drawingml/2006/main">
            <a:off x="368617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0" name="">
            <a:extLst xmlns:a="http://schemas.openxmlformats.org/drawingml/2006/main">
              <a:ext uri="{FF2B5EF4-FFF2-40B4-BE49-F238E27FC236}">
                <a16:creationId xmlns:a16="http://schemas.microsoft.com/office/drawing/2014/main" id="{FC221808-BB93-464A-88A7-CC6ABF04F11A}"/>
              </a:ext>
            </a:extLst>
          </p:cNvPr>
          <p:cNvSpPr>
            <a:spLocks xmlns:a="http://schemas.openxmlformats.org/drawingml/2006/main" noGrp="1"/>
          </p:cNvSpPr>
          <p:nvPr/>
        </p:nvSpPr>
        <p:spPr>
          <a:xfrm xmlns:a="http://schemas.openxmlformats.org/drawingml/2006/main">
            <a:off x="368617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1" name="">
            <a:extLst xmlns:a="http://schemas.openxmlformats.org/drawingml/2006/main">
              <a:ext uri="{FF2B5EF4-FFF2-40B4-BE49-F238E27FC236}">
                <a16:creationId xmlns:a16="http://schemas.microsoft.com/office/drawing/2014/main" id="{A5EEB7FB-C541-4359-BC84-110C4DD983F3}"/>
              </a:ext>
            </a:extLst>
          </p:cNvPr>
          <p:cNvSpPr>
            <a:spLocks xmlns:a="http://schemas.openxmlformats.org/drawingml/2006/main" noGrp="1"/>
          </p:cNvSpPr>
          <p:nvPr/>
        </p:nvSpPr>
        <p:spPr>
          <a:xfrm xmlns:a="http://schemas.openxmlformats.org/drawingml/2006/main">
            <a:off x="368617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2" name="">
            <a:extLst xmlns:a="http://schemas.openxmlformats.org/drawingml/2006/main">
              <a:ext uri="{FF2B5EF4-FFF2-40B4-BE49-F238E27FC236}">
                <a16:creationId xmlns:a16="http://schemas.microsoft.com/office/drawing/2014/main" id="{D7A33298-5409-4020-89C4-0DEC7FE9D18D}"/>
              </a:ext>
            </a:extLst>
          </p:cNvPr>
          <p:cNvSpPr>
            <a:spLocks xmlns:a="http://schemas.openxmlformats.org/drawingml/2006/main" noGrp="1"/>
          </p:cNvSpPr>
          <p:nvPr/>
        </p:nvSpPr>
        <p:spPr>
          <a:xfrm xmlns:a="http://schemas.openxmlformats.org/drawingml/2006/main">
            <a:off x="368617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3" name="">
            <a:extLst xmlns:a="http://schemas.openxmlformats.org/drawingml/2006/main">
              <a:ext uri="{FF2B5EF4-FFF2-40B4-BE49-F238E27FC236}">
                <a16:creationId xmlns:a16="http://schemas.microsoft.com/office/drawing/2014/main" id="{91AB9C1C-188B-4982-85DF-D3F3E803C890}"/>
              </a:ext>
            </a:extLst>
          </p:cNvPr>
          <p:cNvSpPr>
            <a:spLocks xmlns:a="http://schemas.openxmlformats.org/drawingml/2006/main" noGrp="1"/>
          </p:cNvSpPr>
          <p:nvPr/>
        </p:nvSpPr>
        <p:spPr>
          <a:xfrm xmlns:a="http://schemas.openxmlformats.org/drawingml/2006/main">
            <a:off x="368617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4" name="">
            <a:extLst xmlns:a="http://schemas.openxmlformats.org/drawingml/2006/main">
              <a:ext uri="{FF2B5EF4-FFF2-40B4-BE49-F238E27FC236}">
                <a16:creationId xmlns:a16="http://schemas.microsoft.com/office/drawing/2014/main" id="{DCD48CF3-D32C-42F4-A1E1-0EA07A457D35}"/>
              </a:ext>
            </a:extLst>
          </p:cNvPr>
          <p:cNvSpPr>
            <a:spLocks xmlns:a="http://schemas.openxmlformats.org/drawingml/2006/main" noGrp="1"/>
          </p:cNvSpPr>
          <p:nvPr/>
        </p:nvSpPr>
        <p:spPr>
          <a:xfrm xmlns:a="http://schemas.openxmlformats.org/drawingml/2006/main">
            <a:off x="368617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5" name="">
            <a:extLst xmlns:a="http://schemas.openxmlformats.org/drawingml/2006/main">
              <a:ext uri="{FF2B5EF4-FFF2-40B4-BE49-F238E27FC236}">
                <a16:creationId xmlns:a16="http://schemas.microsoft.com/office/drawing/2014/main" id="{DB6069E1-1C1C-4F80-B238-B68C4C038A14}"/>
              </a:ext>
            </a:extLst>
          </p:cNvPr>
          <p:cNvSpPr>
            <a:spLocks xmlns:a="http://schemas.openxmlformats.org/drawingml/2006/main" noGrp="1"/>
          </p:cNvSpPr>
          <p:nvPr/>
        </p:nvSpPr>
        <p:spPr>
          <a:xfrm xmlns:a="http://schemas.openxmlformats.org/drawingml/2006/main">
            <a:off x="368617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6" name="">
            <a:extLst xmlns:a="http://schemas.openxmlformats.org/drawingml/2006/main">
              <a:ext uri="{FF2B5EF4-FFF2-40B4-BE49-F238E27FC236}">
                <a16:creationId xmlns:a16="http://schemas.microsoft.com/office/drawing/2014/main" id="{515347F4-0FBC-4E24-9256-4508B74ECD84}"/>
              </a:ext>
            </a:extLst>
          </p:cNvPr>
          <p:cNvSpPr>
            <a:spLocks xmlns:a="http://schemas.openxmlformats.org/drawingml/2006/main" noGrp="1"/>
          </p:cNvSpPr>
          <p:nvPr/>
        </p:nvSpPr>
        <p:spPr>
          <a:xfrm xmlns:a="http://schemas.openxmlformats.org/drawingml/2006/main">
            <a:off x="368617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7" name="">
            <a:extLst xmlns:a="http://schemas.openxmlformats.org/drawingml/2006/main">
              <a:ext uri="{FF2B5EF4-FFF2-40B4-BE49-F238E27FC236}">
                <a16:creationId xmlns:a16="http://schemas.microsoft.com/office/drawing/2014/main" id="{54BCCCDD-C610-4263-99B1-842F13BA12F7}"/>
              </a:ext>
            </a:extLst>
          </p:cNvPr>
          <p:cNvSpPr>
            <a:spLocks xmlns:a="http://schemas.openxmlformats.org/drawingml/2006/main" noGrp="1"/>
          </p:cNvSpPr>
          <p:nvPr/>
        </p:nvSpPr>
        <p:spPr>
          <a:xfrm xmlns:a="http://schemas.openxmlformats.org/drawingml/2006/main">
            <a:off x="368617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8" name="">
            <a:extLst xmlns:a="http://schemas.openxmlformats.org/drawingml/2006/main">
              <a:ext uri="{FF2B5EF4-FFF2-40B4-BE49-F238E27FC236}">
                <a16:creationId xmlns:a16="http://schemas.microsoft.com/office/drawing/2014/main" id="{754FD4DE-A47C-4791-99D1-2AAE6E3E86B1}"/>
              </a:ext>
            </a:extLst>
          </p:cNvPr>
          <p:cNvSpPr>
            <a:spLocks xmlns:a="http://schemas.openxmlformats.org/drawingml/2006/main" noGrp="1"/>
          </p:cNvSpPr>
          <p:nvPr/>
        </p:nvSpPr>
        <p:spPr>
          <a:xfrm xmlns:a="http://schemas.openxmlformats.org/drawingml/2006/main">
            <a:off x="368617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9" name="">
            <a:extLst xmlns:a="http://schemas.openxmlformats.org/drawingml/2006/main">
              <a:ext uri="{FF2B5EF4-FFF2-40B4-BE49-F238E27FC236}">
                <a16:creationId xmlns:a16="http://schemas.microsoft.com/office/drawing/2014/main" id="{1A3EBF4E-C791-4DF6-AFE5-F37634E789B4}"/>
              </a:ext>
            </a:extLst>
          </p:cNvPr>
          <p:cNvSpPr>
            <a:spLocks xmlns:a="http://schemas.openxmlformats.org/drawingml/2006/main" noGrp="1"/>
          </p:cNvSpPr>
          <p:nvPr/>
        </p:nvSpPr>
        <p:spPr>
          <a:xfrm xmlns:a="http://schemas.openxmlformats.org/drawingml/2006/main">
            <a:off x="368617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0" name="">
            <a:extLst xmlns:a="http://schemas.openxmlformats.org/drawingml/2006/main">
              <a:ext uri="{FF2B5EF4-FFF2-40B4-BE49-F238E27FC236}">
                <a16:creationId xmlns:a16="http://schemas.microsoft.com/office/drawing/2014/main" id="{54EA19C7-C36F-483B-9722-39E05B9E7087}"/>
              </a:ext>
            </a:extLst>
          </p:cNvPr>
          <p:cNvSpPr>
            <a:spLocks xmlns:a="http://schemas.openxmlformats.org/drawingml/2006/main" noGrp="1"/>
          </p:cNvSpPr>
          <p:nvPr/>
        </p:nvSpPr>
        <p:spPr>
          <a:xfrm xmlns:a="http://schemas.openxmlformats.org/drawingml/2006/main">
            <a:off x="368617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1" name="">
            <a:extLst xmlns:a="http://schemas.openxmlformats.org/drawingml/2006/main">
              <a:ext uri="{FF2B5EF4-FFF2-40B4-BE49-F238E27FC236}">
                <a16:creationId xmlns:a16="http://schemas.microsoft.com/office/drawing/2014/main" id="{850FEC10-076D-44C3-B977-E5753B98A120}"/>
              </a:ext>
            </a:extLst>
          </p:cNvPr>
          <p:cNvSpPr>
            <a:spLocks xmlns:a="http://schemas.openxmlformats.org/drawingml/2006/main" noGrp="1"/>
          </p:cNvSpPr>
          <p:nvPr/>
        </p:nvSpPr>
        <p:spPr>
          <a:xfrm xmlns:a="http://schemas.openxmlformats.org/drawingml/2006/main">
            <a:off x="4933950" y="1390650"/>
            <a:ext cx="1676400" cy="247650"/>
          </a:xfrm>
          <a:prstGeom xmlns:a="http://schemas.openxmlformats.org/drawingml/2006/main" prst="roundRect">
            <a:avLst>
              <a:gd name="adj" fmla="val 30000"/>
            </a:avLst>
          </a:prstGeom>
          <a:solidFill xmlns:a="http://schemas.openxmlformats.org/drawingml/2006/main">
            <a:srgbClr val="8613B8"/>
          </a:solidFill>
          <a:ln xmlns:a="http://schemas.openxmlformats.org/drawingml/2006/main" w="13335">
            <a:solidFill>
              <a:srgbClr val="8613B8"/>
            </a:solidFill>
            <a:prstDash val="solid"/>
          </a:ln>
        </p:spPr>
      </p:sp>
      <p:sp>
        <p:nvSpPr>
          <p:cNvPr id="72" name="">
            <a:extLst xmlns:a="http://schemas.openxmlformats.org/drawingml/2006/main">
              <a:ext uri="{FF2B5EF4-FFF2-40B4-BE49-F238E27FC236}">
                <a16:creationId xmlns:a16="http://schemas.microsoft.com/office/drawing/2014/main" id="{72FC6898-3B57-4761-932E-678B606390A1}"/>
              </a:ext>
            </a:extLst>
          </p:cNvPr>
          <p:cNvSpPr>
            <a:spLocks xmlns:a="http://schemas.openxmlformats.org/drawingml/2006/main" noGrp="1"/>
          </p:cNvSpPr>
          <p:nvPr/>
        </p:nvSpPr>
        <p:spPr>
          <a:xfrm xmlns:a="http://schemas.openxmlformats.org/drawingml/2006/main">
            <a:off x="50006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BOOKING API</a:t>
            </a:r>
          </a:p>
        </p:txBody>
      </p:sp>
      <p:sp>
        <p:nvSpPr>
          <p:cNvPr id="73" name="">
            <a:extLst xmlns:a="http://schemas.openxmlformats.org/drawingml/2006/main">
              <a:ext uri="{FF2B5EF4-FFF2-40B4-BE49-F238E27FC236}">
                <a16:creationId xmlns:a16="http://schemas.microsoft.com/office/drawing/2014/main" id="{8D32B2A9-05FE-45A6-9F10-03A93AF6F2BF}"/>
              </a:ext>
            </a:extLst>
          </p:cNvPr>
          <p:cNvSpPr>
            <a:spLocks xmlns:a="http://schemas.openxmlformats.org/drawingml/2006/main" noGrp="1"/>
          </p:cNvSpPr>
          <p:nvPr/>
        </p:nvSpPr>
        <p:spPr>
          <a:xfrm xmlns:a="http://schemas.openxmlformats.org/drawingml/2006/main">
            <a:off x="49720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Slot, voucher, booking, payment</a:t>
            </a:r>
          </a:p>
        </p:txBody>
      </p:sp>
      <p:sp>
        <p:nvSpPr>
          <p:cNvPr id="74" name="">
            <a:extLst xmlns:a="http://schemas.openxmlformats.org/drawingml/2006/main">
              <a:ext uri="{FF2B5EF4-FFF2-40B4-BE49-F238E27FC236}">
                <a16:creationId xmlns:a16="http://schemas.microsoft.com/office/drawing/2014/main" id="{4711B4DB-13AE-49A8-A42A-424A37159F02}"/>
              </a:ext>
            </a:extLst>
          </p:cNvPr>
          <p:cNvSpPr>
            <a:spLocks xmlns:a="http://schemas.openxmlformats.org/drawingml/2006/main" noGrp="1"/>
          </p:cNvSpPr>
          <p:nvPr/>
        </p:nvSpPr>
        <p:spPr>
          <a:xfrm xmlns:a="http://schemas.openxmlformats.org/drawingml/2006/main">
            <a:off x="57626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5" name="">
            <a:extLst xmlns:a="http://schemas.openxmlformats.org/drawingml/2006/main">
              <a:ext uri="{FF2B5EF4-FFF2-40B4-BE49-F238E27FC236}">
                <a16:creationId xmlns:a16="http://schemas.microsoft.com/office/drawing/2014/main" id="{2C1EEBD5-50F1-4349-BF9B-D7FCBA1135C8}"/>
              </a:ext>
            </a:extLst>
          </p:cNvPr>
          <p:cNvSpPr>
            <a:spLocks xmlns:a="http://schemas.openxmlformats.org/drawingml/2006/main" noGrp="1"/>
          </p:cNvSpPr>
          <p:nvPr/>
        </p:nvSpPr>
        <p:spPr>
          <a:xfrm xmlns:a="http://schemas.openxmlformats.org/drawingml/2006/main">
            <a:off x="57626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6" name="">
            <a:extLst xmlns:a="http://schemas.openxmlformats.org/drawingml/2006/main">
              <a:ext uri="{FF2B5EF4-FFF2-40B4-BE49-F238E27FC236}">
                <a16:creationId xmlns:a16="http://schemas.microsoft.com/office/drawing/2014/main" id="{523A2BD2-801F-48C2-BC4E-6256F8E98D73}"/>
              </a:ext>
            </a:extLst>
          </p:cNvPr>
          <p:cNvSpPr>
            <a:spLocks xmlns:a="http://schemas.openxmlformats.org/drawingml/2006/main" noGrp="1"/>
          </p:cNvSpPr>
          <p:nvPr/>
        </p:nvSpPr>
        <p:spPr>
          <a:xfrm xmlns:a="http://schemas.openxmlformats.org/drawingml/2006/main">
            <a:off x="57626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7" name="">
            <a:extLst xmlns:a="http://schemas.openxmlformats.org/drawingml/2006/main">
              <a:ext uri="{FF2B5EF4-FFF2-40B4-BE49-F238E27FC236}">
                <a16:creationId xmlns:a16="http://schemas.microsoft.com/office/drawing/2014/main" id="{B3D0294F-EDF2-45A7-BB06-E0A80D53767B}"/>
              </a:ext>
            </a:extLst>
          </p:cNvPr>
          <p:cNvSpPr>
            <a:spLocks xmlns:a="http://schemas.openxmlformats.org/drawingml/2006/main" noGrp="1"/>
          </p:cNvSpPr>
          <p:nvPr/>
        </p:nvSpPr>
        <p:spPr>
          <a:xfrm xmlns:a="http://schemas.openxmlformats.org/drawingml/2006/main">
            <a:off x="57626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8" name="">
            <a:extLst xmlns:a="http://schemas.openxmlformats.org/drawingml/2006/main">
              <a:ext uri="{FF2B5EF4-FFF2-40B4-BE49-F238E27FC236}">
                <a16:creationId xmlns:a16="http://schemas.microsoft.com/office/drawing/2014/main" id="{FBCD7800-D4FC-4229-A679-B0C5A459E5C4}"/>
              </a:ext>
            </a:extLst>
          </p:cNvPr>
          <p:cNvSpPr>
            <a:spLocks xmlns:a="http://schemas.openxmlformats.org/drawingml/2006/main" noGrp="1"/>
          </p:cNvSpPr>
          <p:nvPr/>
        </p:nvSpPr>
        <p:spPr>
          <a:xfrm xmlns:a="http://schemas.openxmlformats.org/drawingml/2006/main">
            <a:off x="57626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9" name="">
            <a:extLst xmlns:a="http://schemas.openxmlformats.org/drawingml/2006/main">
              <a:ext uri="{FF2B5EF4-FFF2-40B4-BE49-F238E27FC236}">
                <a16:creationId xmlns:a16="http://schemas.microsoft.com/office/drawing/2014/main" id="{6FAC7642-9749-4AF9-AE16-C6138964FA10}"/>
              </a:ext>
            </a:extLst>
          </p:cNvPr>
          <p:cNvSpPr>
            <a:spLocks xmlns:a="http://schemas.openxmlformats.org/drawingml/2006/main" noGrp="1"/>
          </p:cNvSpPr>
          <p:nvPr/>
        </p:nvSpPr>
        <p:spPr>
          <a:xfrm xmlns:a="http://schemas.openxmlformats.org/drawingml/2006/main">
            <a:off x="57626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0" name="">
            <a:extLst xmlns:a="http://schemas.openxmlformats.org/drawingml/2006/main">
              <a:ext uri="{FF2B5EF4-FFF2-40B4-BE49-F238E27FC236}">
                <a16:creationId xmlns:a16="http://schemas.microsoft.com/office/drawing/2014/main" id="{5713BBA8-9972-40BF-B73E-50E0AADDC967}"/>
              </a:ext>
            </a:extLst>
          </p:cNvPr>
          <p:cNvSpPr>
            <a:spLocks xmlns:a="http://schemas.openxmlformats.org/drawingml/2006/main" noGrp="1"/>
          </p:cNvSpPr>
          <p:nvPr/>
        </p:nvSpPr>
        <p:spPr>
          <a:xfrm xmlns:a="http://schemas.openxmlformats.org/drawingml/2006/main">
            <a:off x="57626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1" name="">
            <a:extLst xmlns:a="http://schemas.openxmlformats.org/drawingml/2006/main">
              <a:ext uri="{FF2B5EF4-FFF2-40B4-BE49-F238E27FC236}">
                <a16:creationId xmlns:a16="http://schemas.microsoft.com/office/drawing/2014/main" id="{9F584E35-36E3-40C6-A249-B7DF61B2F77E}"/>
              </a:ext>
            </a:extLst>
          </p:cNvPr>
          <p:cNvSpPr>
            <a:spLocks xmlns:a="http://schemas.openxmlformats.org/drawingml/2006/main" noGrp="1"/>
          </p:cNvSpPr>
          <p:nvPr/>
        </p:nvSpPr>
        <p:spPr>
          <a:xfrm xmlns:a="http://schemas.openxmlformats.org/drawingml/2006/main">
            <a:off x="57626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2" name="">
            <a:extLst xmlns:a="http://schemas.openxmlformats.org/drawingml/2006/main">
              <a:ext uri="{FF2B5EF4-FFF2-40B4-BE49-F238E27FC236}">
                <a16:creationId xmlns:a16="http://schemas.microsoft.com/office/drawing/2014/main" id="{0C902908-E1A1-4FA6-9D2F-0840E93C4123}"/>
              </a:ext>
            </a:extLst>
          </p:cNvPr>
          <p:cNvSpPr>
            <a:spLocks xmlns:a="http://schemas.openxmlformats.org/drawingml/2006/main" noGrp="1"/>
          </p:cNvSpPr>
          <p:nvPr/>
        </p:nvSpPr>
        <p:spPr>
          <a:xfrm xmlns:a="http://schemas.openxmlformats.org/drawingml/2006/main">
            <a:off x="57626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3" name="">
            <a:extLst xmlns:a="http://schemas.openxmlformats.org/drawingml/2006/main">
              <a:ext uri="{FF2B5EF4-FFF2-40B4-BE49-F238E27FC236}">
                <a16:creationId xmlns:a16="http://schemas.microsoft.com/office/drawing/2014/main" id="{C45B746B-58FD-4991-929C-5008AE6E133E}"/>
              </a:ext>
            </a:extLst>
          </p:cNvPr>
          <p:cNvSpPr>
            <a:spLocks xmlns:a="http://schemas.openxmlformats.org/drawingml/2006/main" noGrp="1"/>
          </p:cNvSpPr>
          <p:nvPr/>
        </p:nvSpPr>
        <p:spPr>
          <a:xfrm xmlns:a="http://schemas.openxmlformats.org/drawingml/2006/main">
            <a:off x="57626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4" name="">
            <a:extLst xmlns:a="http://schemas.openxmlformats.org/drawingml/2006/main">
              <a:ext uri="{FF2B5EF4-FFF2-40B4-BE49-F238E27FC236}">
                <a16:creationId xmlns:a16="http://schemas.microsoft.com/office/drawing/2014/main" id="{F0CA09C3-7A38-4F69-8F2B-236772BCA93A}"/>
              </a:ext>
            </a:extLst>
          </p:cNvPr>
          <p:cNvSpPr>
            <a:spLocks xmlns:a="http://schemas.openxmlformats.org/drawingml/2006/main" noGrp="1"/>
          </p:cNvSpPr>
          <p:nvPr/>
        </p:nvSpPr>
        <p:spPr>
          <a:xfrm xmlns:a="http://schemas.openxmlformats.org/drawingml/2006/main">
            <a:off x="57626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5" name="">
            <a:extLst xmlns:a="http://schemas.openxmlformats.org/drawingml/2006/main">
              <a:ext uri="{FF2B5EF4-FFF2-40B4-BE49-F238E27FC236}">
                <a16:creationId xmlns:a16="http://schemas.microsoft.com/office/drawing/2014/main" id="{49667914-681E-4445-BCC1-4D573943AAEF}"/>
              </a:ext>
            </a:extLst>
          </p:cNvPr>
          <p:cNvSpPr>
            <a:spLocks xmlns:a="http://schemas.openxmlformats.org/drawingml/2006/main" noGrp="1"/>
          </p:cNvSpPr>
          <p:nvPr/>
        </p:nvSpPr>
        <p:spPr>
          <a:xfrm xmlns:a="http://schemas.openxmlformats.org/drawingml/2006/main">
            <a:off x="57626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6" name="">
            <a:extLst xmlns:a="http://schemas.openxmlformats.org/drawingml/2006/main">
              <a:ext uri="{FF2B5EF4-FFF2-40B4-BE49-F238E27FC236}">
                <a16:creationId xmlns:a16="http://schemas.microsoft.com/office/drawing/2014/main" id="{009F3D11-4A52-44BA-882B-437E811CA6A4}"/>
              </a:ext>
            </a:extLst>
          </p:cNvPr>
          <p:cNvSpPr>
            <a:spLocks xmlns:a="http://schemas.openxmlformats.org/drawingml/2006/main" noGrp="1"/>
          </p:cNvSpPr>
          <p:nvPr/>
        </p:nvSpPr>
        <p:spPr>
          <a:xfrm xmlns:a="http://schemas.openxmlformats.org/drawingml/2006/main">
            <a:off x="57626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7" name="">
            <a:extLst xmlns:a="http://schemas.openxmlformats.org/drawingml/2006/main">
              <a:ext uri="{FF2B5EF4-FFF2-40B4-BE49-F238E27FC236}">
                <a16:creationId xmlns:a16="http://schemas.microsoft.com/office/drawing/2014/main" id="{F097E3D9-70D8-4957-B6DF-9B937C1F9AD3}"/>
              </a:ext>
            </a:extLst>
          </p:cNvPr>
          <p:cNvSpPr>
            <a:spLocks xmlns:a="http://schemas.openxmlformats.org/drawingml/2006/main" noGrp="1"/>
          </p:cNvSpPr>
          <p:nvPr/>
        </p:nvSpPr>
        <p:spPr>
          <a:xfrm xmlns:a="http://schemas.openxmlformats.org/drawingml/2006/main">
            <a:off x="57626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8" name="">
            <a:extLst xmlns:a="http://schemas.openxmlformats.org/drawingml/2006/main">
              <a:ext uri="{FF2B5EF4-FFF2-40B4-BE49-F238E27FC236}">
                <a16:creationId xmlns:a16="http://schemas.microsoft.com/office/drawing/2014/main" id="{29C47B6C-FD40-4DAD-8868-878428B597D5}"/>
              </a:ext>
            </a:extLst>
          </p:cNvPr>
          <p:cNvSpPr>
            <a:spLocks xmlns:a="http://schemas.openxmlformats.org/drawingml/2006/main" noGrp="1"/>
          </p:cNvSpPr>
          <p:nvPr/>
        </p:nvSpPr>
        <p:spPr>
          <a:xfrm xmlns:a="http://schemas.openxmlformats.org/drawingml/2006/main">
            <a:off x="57626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9" name="">
            <a:extLst xmlns:a="http://schemas.openxmlformats.org/drawingml/2006/main">
              <a:ext uri="{FF2B5EF4-FFF2-40B4-BE49-F238E27FC236}">
                <a16:creationId xmlns:a16="http://schemas.microsoft.com/office/drawing/2014/main" id="{8ACE811B-D0FA-45CE-8A70-69585F7EB572}"/>
              </a:ext>
            </a:extLst>
          </p:cNvPr>
          <p:cNvSpPr>
            <a:spLocks xmlns:a="http://schemas.openxmlformats.org/drawingml/2006/main" noGrp="1"/>
          </p:cNvSpPr>
          <p:nvPr/>
        </p:nvSpPr>
        <p:spPr>
          <a:xfrm xmlns:a="http://schemas.openxmlformats.org/drawingml/2006/main">
            <a:off x="57626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0" name="">
            <a:extLst xmlns:a="http://schemas.openxmlformats.org/drawingml/2006/main">
              <a:ext uri="{FF2B5EF4-FFF2-40B4-BE49-F238E27FC236}">
                <a16:creationId xmlns:a16="http://schemas.microsoft.com/office/drawing/2014/main" id="{B7FE6F25-F21C-4316-A769-930F84B8BB8B}"/>
              </a:ext>
            </a:extLst>
          </p:cNvPr>
          <p:cNvSpPr>
            <a:spLocks xmlns:a="http://schemas.openxmlformats.org/drawingml/2006/main" noGrp="1"/>
          </p:cNvSpPr>
          <p:nvPr/>
        </p:nvSpPr>
        <p:spPr>
          <a:xfrm xmlns:a="http://schemas.openxmlformats.org/drawingml/2006/main">
            <a:off x="57626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1" name="">
            <a:extLst xmlns:a="http://schemas.openxmlformats.org/drawingml/2006/main">
              <a:ext uri="{FF2B5EF4-FFF2-40B4-BE49-F238E27FC236}">
                <a16:creationId xmlns:a16="http://schemas.microsoft.com/office/drawing/2014/main" id="{48F73F0A-0646-4D22-91DB-8E9E9C8DDA6E}"/>
              </a:ext>
            </a:extLst>
          </p:cNvPr>
          <p:cNvSpPr>
            <a:spLocks xmlns:a="http://schemas.openxmlformats.org/drawingml/2006/main" noGrp="1"/>
          </p:cNvSpPr>
          <p:nvPr/>
        </p:nvSpPr>
        <p:spPr>
          <a:xfrm xmlns:a="http://schemas.openxmlformats.org/drawingml/2006/main">
            <a:off x="57626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2" name="">
            <a:extLst xmlns:a="http://schemas.openxmlformats.org/drawingml/2006/main">
              <a:ext uri="{FF2B5EF4-FFF2-40B4-BE49-F238E27FC236}">
                <a16:creationId xmlns:a16="http://schemas.microsoft.com/office/drawing/2014/main" id="{AB395A12-C323-4286-8533-82B367DF6EC1}"/>
              </a:ext>
            </a:extLst>
          </p:cNvPr>
          <p:cNvSpPr>
            <a:spLocks xmlns:a="http://schemas.openxmlformats.org/drawingml/2006/main" noGrp="1"/>
          </p:cNvSpPr>
          <p:nvPr/>
        </p:nvSpPr>
        <p:spPr>
          <a:xfrm xmlns:a="http://schemas.openxmlformats.org/drawingml/2006/main">
            <a:off x="57626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3" name="">
            <a:extLst xmlns:a="http://schemas.openxmlformats.org/drawingml/2006/main">
              <a:ext uri="{FF2B5EF4-FFF2-40B4-BE49-F238E27FC236}">
                <a16:creationId xmlns:a16="http://schemas.microsoft.com/office/drawing/2014/main" id="{68C9EF95-5115-48D7-B837-47B769759274}"/>
              </a:ext>
            </a:extLst>
          </p:cNvPr>
          <p:cNvSpPr>
            <a:spLocks xmlns:a="http://schemas.openxmlformats.org/drawingml/2006/main" noGrp="1"/>
          </p:cNvSpPr>
          <p:nvPr/>
        </p:nvSpPr>
        <p:spPr>
          <a:xfrm xmlns:a="http://schemas.openxmlformats.org/drawingml/2006/main">
            <a:off x="57626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4" name="">
            <a:extLst xmlns:a="http://schemas.openxmlformats.org/drawingml/2006/main">
              <a:ext uri="{FF2B5EF4-FFF2-40B4-BE49-F238E27FC236}">
                <a16:creationId xmlns:a16="http://schemas.microsoft.com/office/drawing/2014/main" id="{0D6EA0BE-8F21-4F1C-8E7F-4957A2F7BFDB}"/>
              </a:ext>
            </a:extLst>
          </p:cNvPr>
          <p:cNvSpPr>
            <a:spLocks xmlns:a="http://schemas.openxmlformats.org/drawingml/2006/main" noGrp="1"/>
          </p:cNvSpPr>
          <p:nvPr/>
        </p:nvSpPr>
        <p:spPr>
          <a:xfrm xmlns:a="http://schemas.openxmlformats.org/drawingml/2006/main">
            <a:off x="57626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5" name="">
            <a:extLst xmlns:a="http://schemas.openxmlformats.org/drawingml/2006/main">
              <a:ext uri="{FF2B5EF4-FFF2-40B4-BE49-F238E27FC236}">
                <a16:creationId xmlns:a16="http://schemas.microsoft.com/office/drawing/2014/main" id="{ED9D3ABF-A3D1-4E20-B2F1-AFDFDDD18CF4}"/>
              </a:ext>
            </a:extLst>
          </p:cNvPr>
          <p:cNvSpPr>
            <a:spLocks xmlns:a="http://schemas.openxmlformats.org/drawingml/2006/main" noGrp="1"/>
          </p:cNvSpPr>
          <p:nvPr/>
        </p:nvSpPr>
        <p:spPr>
          <a:xfrm xmlns:a="http://schemas.openxmlformats.org/drawingml/2006/main">
            <a:off x="57626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6" name="">
            <a:extLst xmlns:a="http://schemas.openxmlformats.org/drawingml/2006/main">
              <a:ext uri="{FF2B5EF4-FFF2-40B4-BE49-F238E27FC236}">
                <a16:creationId xmlns:a16="http://schemas.microsoft.com/office/drawing/2014/main" id="{A1F12BC2-7539-4AAA-AB47-9E23921BC67D}"/>
              </a:ext>
            </a:extLst>
          </p:cNvPr>
          <p:cNvSpPr>
            <a:spLocks xmlns:a="http://schemas.openxmlformats.org/drawingml/2006/main" noGrp="1"/>
          </p:cNvSpPr>
          <p:nvPr/>
        </p:nvSpPr>
        <p:spPr>
          <a:xfrm xmlns:a="http://schemas.openxmlformats.org/drawingml/2006/main">
            <a:off x="57626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7" name="">
            <a:extLst xmlns:a="http://schemas.openxmlformats.org/drawingml/2006/main">
              <a:ext uri="{FF2B5EF4-FFF2-40B4-BE49-F238E27FC236}">
                <a16:creationId xmlns:a16="http://schemas.microsoft.com/office/drawing/2014/main" id="{95C0F333-CB17-4909-A853-03970C94DF8A}"/>
              </a:ext>
            </a:extLst>
          </p:cNvPr>
          <p:cNvSpPr>
            <a:spLocks xmlns:a="http://schemas.openxmlformats.org/drawingml/2006/main" noGrp="1"/>
          </p:cNvSpPr>
          <p:nvPr/>
        </p:nvSpPr>
        <p:spPr>
          <a:xfrm xmlns:a="http://schemas.openxmlformats.org/drawingml/2006/main">
            <a:off x="57626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8" name="">
            <a:extLst xmlns:a="http://schemas.openxmlformats.org/drawingml/2006/main">
              <a:ext uri="{FF2B5EF4-FFF2-40B4-BE49-F238E27FC236}">
                <a16:creationId xmlns:a16="http://schemas.microsoft.com/office/drawing/2014/main" id="{4A648A3C-A6C6-4954-9B7C-EB6F54429BB1}"/>
              </a:ext>
            </a:extLst>
          </p:cNvPr>
          <p:cNvSpPr>
            <a:spLocks xmlns:a="http://schemas.openxmlformats.org/drawingml/2006/main" noGrp="1"/>
          </p:cNvSpPr>
          <p:nvPr/>
        </p:nvSpPr>
        <p:spPr>
          <a:xfrm xmlns:a="http://schemas.openxmlformats.org/drawingml/2006/main">
            <a:off x="57626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9" name="">
            <a:extLst xmlns:a="http://schemas.openxmlformats.org/drawingml/2006/main">
              <a:ext uri="{FF2B5EF4-FFF2-40B4-BE49-F238E27FC236}">
                <a16:creationId xmlns:a16="http://schemas.microsoft.com/office/drawing/2014/main" id="{E92A6C47-22C0-4CDE-94D3-E03B1F48CF1C}"/>
              </a:ext>
            </a:extLst>
          </p:cNvPr>
          <p:cNvSpPr>
            <a:spLocks xmlns:a="http://schemas.openxmlformats.org/drawingml/2006/main" noGrp="1"/>
          </p:cNvSpPr>
          <p:nvPr/>
        </p:nvSpPr>
        <p:spPr>
          <a:xfrm xmlns:a="http://schemas.openxmlformats.org/drawingml/2006/main">
            <a:off x="57626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0" name="">
            <a:extLst xmlns:a="http://schemas.openxmlformats.org/drawingml/2006/main">
              <a:ext uri="{FF2B5EF4-FFF2-40B4-BE49-F238E27FC236}">
                <a16:creationId xmlns:a16="http://schemas.microsoft.com/office/drawing/2014/main" id="{D962A757-C830-4823-9375-BCABD05B6AFD}"/>
              </a:ext>
            </a:extLst>
          </p:cNvPr>
          <p:cNvSpPr>
            <a:spLocks xmlns:a="http://schemas.openxmlformats.org/drawingml/2006/main" noGrp="1"/>
          </p:cNvSpPr>
          <p:nvPr/>
        </p:nvSpPr>
        <p:spPr>
          <a:xfrm xmlns:a="http://schemas.openxmlformats.org/drawingml/2006/main">
            <a:off x="57626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1" name="">
            <a:extLst xmlns:a="http://schemas.openxmlformats.org/drawingml/2006/main">
              <a:ext uri="{FF2B5EF4-FFF2-40B4-BE49-F238E27FC236}">
                <a16:creationId xmlns:a16="http://schemas.microsoft.com/office/drawing/2014/main" id="{9A069065-AD28-40AA-835E-085833DF1F80}"/>
              </a:ext>
            </a:extLst>
          </p:cNvPr>
          <p:cNvSpPr>
            <a:spLocks xmlns:a="http://schemas.openxmlformats.org/drawingml/2006/main" noGrp="1"/>
          </p:cNvSpPr>
          <p:nvPr/>
        </p:nvSpPr>
        <p:spPr>
          <a:xfrm xmlns:a="http://schemas.openxmlformats.org/drawingml/2006/main">
            <a:off x="57626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2" name="">
            <a:extLst xmlns:a="http://schemas.openxmlformats.org/drawingml/2006/main">
              <a:ext uri="{FF2B5EF4-FFF2-40B4-BE49-F238E27FC236}">
                <a16:creationId xmlns:a16="http://schemas.microsoft.com/office/drawing/2014/main" id="{D4DB34BE-D48D-4D9E-948E-B3048B9FE92B}"/>
              </a:ext>
            </a:extLst>
          </p:cNvPr>
          <p:cNvSpPr>
            <a:spLocks xmlns:a="http://schemas.openxmlformats.org/drawingml/2006/main" noGrp="1"/>
          </p:cNvSpPr>
          <p:nvPr/>
        </p:nvSpPr>
        <p:spPr>
          <a:xfrm xmlns:a="http://schemas.openxmlformats.org/drawingml/2006/main">
            <a:off x="57626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3" name="">
            <a:extLst xmlns:a="http://schemas.openxmlformats.org/drawingml/2006/main">
              <a:ext uri="{FF2B5EF4-FFF2-40B4-BE49-F238E27FC236}">
                <a16:creationId xmlns:a16="http://schemas.microsoft.com/office/drawing/2014/main" id="{C6FDE7CB-EAD0-432E-B183-1C1CECAA71A6}"/>
              </a:ext>
            </a:extLst>
          </p:cNvPr>
          <p:cNvSpPr>
            <a:spLocks xmlns:a="http://schemas.openxmlformats.org/drawingml/2006/main" noGrp="1"/>
          </p:cNvSpPr>
          <p:nvPr/>
        </p:nvSpPr>
        <p:spPr>
          <a:xfrm xmlns:a="http://schemas.openxmlformats.org/drawingml/2006/main">
            <a:off x="7010400" y="1390650"/>
            <a:ext cx="1676400" cy="247650"/>
          </a:xfrm>
          <a:prstGeom xmlns:a="http://schemas.openxmlformats.org/drawingml/2006/main" prst="roundRect">
            <a:avLst>
              <a:gd name="adj" fmla="val 30000"/>
            </a:avLst>
          </a:prstGeom>
          <a:solidFill xmlns:a="http://schemas.openxmlformats.org/drawingml/2006/main">
            <a:srgbClr val="16A34A"/>
          </a:solidFill>
          <a:ln xmlns:a="http://schemas.openxmlformats.org/drawingml/2006/main" w="13335">
            <a:solidFill>
              <a:srgbClr val="16A34A"/>
            </a:solidFill>
            <a:prstDash val="solid"/>
          </a:ln>
        </p:spPr>
      </p:sp>
      <p:sp>
        <p:nvSpPr>
          <p:cNvPr id="104" name="">
            <a:extLst xmlns:a="http://schemas.openxmlformats.org/drawingml/2006/main">
              <a:ext uri="{FF2B5EF4-FFF2-40B4-BE49-F238E27FC236}">
                <a16:creationId xmlns:a16="http://schemas.microsoft.com/office/drawing/2014/main" id="{8C6B5215-5CA4-44DC-B126-0DBC1FF71F11}"/>
              </a:ext>
            </a:extLst>
          </p:cNvPr>
          <p:cNvSpPr>
            <a:spLocks xmlns:a="http://schemas.openxmlformats.org/drawingml/2006/main" noGrp="1"/>
          </p:cNvSpPr>
          <p:nvPr/>
        </p:nvSpPr>
        <p:spPr>
          <a:xfrm xmlns:a="http://schemas.openxmlformats.org/drawingml/2006/main">
            <a:off x="707707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POSTGRESQL</a:t>
            </a:r>
          </a:p>
        </p:txBody>
      </p:sp>
      <p:sp>
        <p:nvSpPr>
          <p:cNvPr id="105" name="">
            <a:extLst xmlns:a="http://schemas.openxmlformats.org/drawingml/2006/main">
              <a:ext uri="{FF2B5EF4-FFF2-40B4-BE49-F238E27FC236}">
                <a16:creationId xmlns:a16="http://schemas.microsoft.com/office/drawing/2014/main" id="{8DAB09C5-5941-4A29-BECD-487CA9510197}"/>
              </a:ext>
            </a:extLst>
          </p:cNvPr>
          <p:cNvSpPr>
            <a:spLocks xmlns:a="http://schemas.openxmlformats.org/drawingml/2006/main" noGrp="1"/>
          </p:cNvSpPr>
          <p:nvPr/>
        </p:nvSpPr>
        <p:spPr>
          <a:xfrm xmlns:a="http://schemas.openxmlformats.org/drawingml/2006/main">
            <a:off x="704850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Hold, booking, payment, assignment</a:t>
            </a:r>
          </a:p>
        </p:txBody>
      </p:sp>
      <p:sp>
        <p:nvSpPr>
          <p:cNvPr id="106" name="">
            <a:extLst xmlns:a="http://schemas.openxmlformats.org/drawingml/2006/main">
              <a:ext uri="{FF2B5EF4-FFF2-40B4-BE49-F238E27FC236}">
                <a16:creationId xmlns:a16="http://schemas.microsoft.com/office/drawing/2014/main" id="{78D8F2C8-7999-47F0-8675-DEEB8917BE99}"/>
              </a:ext>
            </a:extLst>
          </p:cNvPr>
          <p:cNvSpPr>
            <a:spLocks xmlns:a="http://schemas.openxmlformats.org/drawingml/2006/main" noGrp="1"/>
          </p:cNvSpPr>
          <p:nvPr/>
        </p:nvSpPr>
        <p:spPr>
          <a:xfrm xmlns:a="http://schemas.openxmlformats.org/drawingml/2006/main">
            <a:off x="783907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7" name="">
            <a:extLst xmlns:a="http://schemas.openxmlformats.org/drawingml/2006/main">
              <a:ext uri="{FF2B5EF4-FFF2-40B4-BE49-F238E27FC236}">
                <a16:creationId xmlns:a16="http://schemas.microsoft.com/office/drawing/2014/main" id="{928B3D53-E3BD-4189-AE50-4343D4E54A9A}"/>
              </a:ext>
            </a:extLst>
          </p:cNvPr>
          <p:cNvSpPr>
            <a:spLocks xmlns:a="http://schemas.openxmlformats.org/drawingml/2006/main" noGrp="1"/>
          </p:cNvSpPr>
          <p:nvPr/>
        </p:nvSpPr>
        <p:spPr>
          <a:xfrm xmlns:a="http://schemas.openxmlformats.org/drawingml/2006/main">
            <a:off x="783907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8" name="">
            <a:extLst xmlns:a="http://schemas.openxmlformats.org/drawingml/2006/main">
              <a:ext uri="{FF2B5EF4-FFF2-40B4-BE49-F238E27FC236}">
                <a16:creationId xmlns:a16="http://schemas.microsoft.com/office/drawing/2014/main" id="{3FF2CB11-AA30-4571-9574-B3B69E5C4D5E}"/>
              </a:ext>
            </a:extLst>
          </p:cNvPr>
          <p:cNvSpPr>
            <a:spLocks xmlns:a="http://schemas.openxmlformats.org/drawingml/2006/main" noGrp="1"/>
          </p:cNvSpPr>
          <p:nvPr/>
        </p:nvSpPr>
        <p:spPr>
          <a:xfrm xmlns:a="http://schemas.openxmlformats.org/drawingml/2006/main">
            <a:off x="783907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9" name="">
            <a:extLst xmlns:a="http://schemas.openxmlformats.org/drawingml/2006/main">
              <a:ext uri="{FF2B5EF4-FFF2-40B4-BE49-F238E27FC236}">
                <a16:creationId xmlns:a16="http://schemas.microsoft.com/office/drawing/2014/main" id="{EA0592CB-63C3-4AC4-B478-74B16AE570D8}"/>
              </a:ext>
            </a:extLst>
          </p:cNvPr>
          <p:cNvSpPr>
            <a:spLocks xmlns:a="http://schemas.openxmlformats.org/drawingml/2006/main" noGrp="1"/>
          </p:cNvSpPr>
          <p:nvPr/>
        </p:nvSpPr>
        <p:spPr>
          <a:xfrm xmlns:a="http://schemas.openxmlformats.org/drawingml/2006/main">
            <a:off x="783907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0" name="">
            <a:extLst xmlns:a="http://schemas.openxmlformats.org/drawingml/2006/main">
              <a:ext uri="{FF2B5EF4-FFF2-40B4-BE49-F238E27FC236}">
                <a16:creationId xmlns:a16="http://schemas.microsoft.com/office/drawing/2014/main" id="{4450F94C-C9E2-4427-94A0-852E1171F6C3}"/>
              </a:ext>
            </a:extLst>
          </p:cNvPr>
          <p:cNvSpPr>
            <a:spLocks xmlns:a="http://schemas.openxmlformats.org/drawingml/2006/main" noGrp="1"/>
          </p:cNvSpPr>
          <p:nvPr/>
        </p:nvSpPr>
        <p:spPr>
          <a:xfrm xmlns:a="http://schemas.openxmlformats.org/drawingml/2006/main">
            <a:off x="783907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1" name="">
            <a:extLst xmlns:a="http://schemas.openxmlformats.org/drawingml/2006/main">
              <a:ext uri="{FF2B5EF4-FFF2-40B4-BE49-F238E27FC236}">
                <a16:creationId xmlns:a16="http://schemas.microsoft.com/office/drawing/2014/main" id="{53780C23-F379-46E8-891A-9E897D4E6CD4}"/>
              </a:ext>
            </a:extLst>
          </p:cNvPr>
          <p:cNvSpPr>
            <a:spLocks xmlns:a="http://schemas.openxmlformats.org/drawingml/2006/main" noGrp="1"/>
          </p:cNvSpPr>
          <p:nvPr/>
        </p:nvSpPr>
        <p:spPr>
          <a:xfrm xmlns:a="http://schemas.openxmlformats.org/drawingml/2006/main">
            <a:off x="783907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2" name="">
            <a:extLst xmlns:a="http://schemas.openxmlformats.org/drawingml/2006/main">
              <a:ext uri="{FF2B5EF4-FFF2-40B4-BE49-F238E27FC236}">
                <a16:creationId xmlns:a16="http://schemas.microsoft.com/office/drawing/2014/main" id="{95FCDAE8-7054-46E5-9841-29B8B0D1C88E}"/>
              </a:ext>
            </a:extLst>
          </p:cNvPr>
          <p:cNvSpPr>
            <a:spLocks xmlns:a="http://schemas.openxmlformats.org/drawingml/2006/main" noGrp="1"/>
          </p:cNvSpPr>
          <p:nvPr/>
        </p:nvSpPr>
        <p:spPr>
          <a:xfrm xmlns:a="http://schemas.openxmlformats.org/drawingml/2006/main">
            <a:off x="783907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3" name="">
            <a:extLst xmlns:a="http://schemas.openxmlformats.org/drawingml/2006/main">
              <a:ext uri="{FF2B5EF4-FFF2-40B4-BE49-F238E27FC236}">
                <a16:creationId xmlns:a16="http://schemas.microsoft.com/office/drawing/2014/main" id="{F13F9D5F-0ED3-4354-B360-C4BF15A03066}"/>
              </a:ext>
            </a:extLst>
          </p:cNvPr>
          <p:cNvSpPr>
            <a:spLocks xmlns:a="http://schemas.openxmlformats.org/drawingml/2006/main" noGrp="1"/>
          </p:cNvSpPr>
          <p:nvPr/>
        </p:nvSpPr>
        <p:spPr>
          <a:xfrm xmlns:a="http://schemas.openxmlformats.org/drawingml/2006/main">
            <a:off x="783907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4" name="">
            <a:extLst xmlns:a="http://schemas.openxmlformats.org/drawingml/2006/main">
              <a:ext uri="{FF2B5EF4-FFF2-40B4-BE49-F238E27FC236}">
                <a16:creationId xmlns:a16="http://schemas.microsoft.com/office/drawing/2014/main" id="{F126F90B-7E1F-4065-A674-86DC14D9B214}"/>
              </a:ext>
            </a:extLst>
          </p:cNvPr>
          <p:cNvSpPr>
            <a:spLocks xmlns:a="http://schemas.openxmlformats.org/drawingml/2006/main" noGrp="1"/>
          </p:cNvSpPr>
          <p:nvPr/>
        </p:nvSpPr>
        <p:spPr>
          <a:xfrm xmlns:a="http://schemas.openxmlformats.org/drawingml/2006/main">
            <a:off x="783907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5" name="">
            <a:extLst xmlns:a="http://schemas.openxmlformats.org/drawingml/2006/main">
              <a:ext uri="{FF2B5EF4-FFF2-40B4-BE49-F238E27FC236}">
                <a16:creationId xmlns:a16="http://schemas.microsoft.com/office/drawing/2014/main" id="{C1ECF554-D789-41AB-8FC5-D9810334F4F2}"/>
              </a:ext>
            </a:extLst>
          </p:cNvPr>
          <p:cNvSpPr>
            <a:spLocks xmlns:a="http://schemas.openxmlformats.org/drawingml/2006/main" noGrp="1"/>
          </p:cNvSpPr>
          <p:nvPr/>
        </p:nvSpPr>
        <p:spPr>
          <a:xfrm xmlns:a="http://schemas.openxmlformats.org/drawingml/2006/main">
            <a:off x="783907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6" name="">
            <a:extLst xmlns:a="http://schemas.openxmlformats.org/drawingml/2006/main">
              <a:ext uri="{FF2B5EF4-FFF2-40B4-BE49-F238E27FC236}">
                <a16:creationId xmlns:a16="http://schemas.microsoft.com/office/drawing/2014/main" id="{6518F92D-BFEA-414A-AEEA-D5B96C8202E2}"/>
              </a:ext>
            </a:extLst>
          </p:cNvPr>
          <p:cNvSpPr>
            <a:spLocks xmlns:a="http://schemas.openxmlformats.org/drawingml/2006/main" noGrp="1"/>
          </p:cNvSpPr>
          <p:nvPr/>
        </p:nvSpPr>
        <p:spPr>
          <a:xfrm xmlns:a="http://schemas.openxmlformats.org/drawingml/2006/main">
            <a:off x="783907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7" name="">
            <a:extLst xmlns:a="http://schemas.openxmlformats.org/drawingml/2006/main">
              <a:ext uri="{FF2B5EF4-FFF2-40B4-BE49-F238E27FC236}">
                <a16:creationId xmlns:a16="http://schemas.microsoft.com/office/drawing/2014/main" id="{B5D45567-0F62-4D4B-9B29-EE5884E740A3}"/>
              </a:ext>
            </a:extLst>
          </p:cNvPr>
          <p:cNvSpPr>
            <a:spLocks xmlns:a="http://schemas.openxmlformats.org/drawingml/2006/main" noGrp="1"/>
          </p:cNvSpPr>
          <p:nvPr/>
        </p:nvSpPr>
        <p:spPr>
          <a:xfrm xmlns:a="http://schemas.openxmlformats.org/drawingml/2006/main">
            <a:off x="783907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8" name="">
            <a:extLst xmlns:a="http://schemas.openxmlformats.org/drawingml/2006/main">
              <a:ext uri="{FF2B5EF4-FFF2-40B4-BE49-F238E27FC236}">
                <a16:creationId xmlns:a16="http://schemas.microsoft.com/office/drawing/2014/main" id="{F27267DB-1287-45CC-A27E-44C2A416A18E}"/>
              </a:ext>
            </a:extLst>
          </p:cNvPr>
          <p:cNvSpPr>
            <a:spLocks xmlns:a="http://schemas.openxmlformats.org/drawingml/2006/main" noGrp="1"/>
          </p:cNvSpPr>
          <p:nvPr/>
        </p:nvSpPr>
        <p:spPr>
          <a:xfrm xmlns:a="http://schemas.openxmlformats.org/drawingml/2006/main">
            <a:off x="783907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9" name="">
            <a:extLst xmlns:a="http://schemas.openxmlformats.org/drawingml/2006/main">
              <a:ext uri="{FF2B5EF4-FFF2-40B4-BE49-F238E27FC236}">
                <a16:creationId xmlns:a16="http://schemas.microsoft.com/office/drawing/2014/main" id="{56762AF6-7584-44DB-803B-61FC394EB3EC}"/>
              </a:ext>
            </a:extLst>
          </p:cNvPr>
          <p:cNvSpPr>
            <a:spLocks xmlns:a="http://schemas.openxmlformats.org/drawingml/2006/main" noGrp="1"/>
          </p:cNvSpPr>
          <p:nvPr/>
        </p:nvSpPr>
        <p:spPr>
          <a:xfrm xmlns:a="http://schemas.openxmlformats.org/drawingml/2006/main">
            <a:off x="783907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0" name="">
            <a:extLst xmlns:a="http://schemas.openxmlformats.org/drawingml/2006/main">
              <a:ext uri="{FF2B5EF4-FFF2-40B4-BE49-F238E27FC236}">
                <a16:creationId xmlns:a16="http://schemas.microsoft.com/office/drawing/2014/main" id="{561D9556-5C23-4DEF-8CD9-9A8F18E25B28}"/>
              </a:ext>
            </a:extLst>
          </p:cNvPr>
          <p:cNvSpPr>
            <a:spLocks xmlns:a="http://schemas.openxmlformats.org/drawingml/2006/main" noGrp="1"/>
          </p:cNvSpPr>
          <p:nvPr/>
        </p:nvSpPr>
        <p:spPr>
          <a:xfrm xmlns:a="http://schemas.openxmlformats.org/drawingml/2006/main">
            <a:off x="783907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1" name="">
            <a:extLst xmlns:a="http://schemas.openxmlformats.org/drawingml/2006/main">
              <a:ext uri="{FF2B5EF4-FFF2-40B4-BE49-F238E27FC236}">
                <a16:creationId xmlns:a16="http://schemas.microsoft.com/office/drawing/2014/main" id="{979C94EE-A3FB-4AF8-8AAA-F1233D09B991}"/>
              </a:ext>
            </a:extLst>
          </p:cNvPr>
          <p:cNvSpPr>
            <a:spLocks xmlns:a="http://schemas.openxmlformats.org/drawingml/2006/main" noGrp="1"/>
          </p:cNvSpPr>
          <p:nvPr/>
        </p:nvSpPr>
        <p:spPr>
          <a:xfrm xmlns:a="http://schemas.openxmlformats.org/drawingml/2006/main">
            <a:off x="783907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2" name="">
            <a:extLst xmlns:a="http://schemas.openxmlformats.org/drawingml/2006/main">
              <a:ext uri="{FF2B5EF4-FFF2-40B4-BE49-F238E27FC236}">
                <a16:creationId xmlns:a16="http://schemas.microsoft.com/office/drawing/2014/main" id="{3A9E7C58-FA2B-418D-A8F3-AA7BAAA46C55}"/>
              </a:ext>
            </a:extLst>
          </p:cNvPr>
          <p:cNvSpPr>
            <a:spLocks xmlns:a="http://schemas.openxmlformats.org/drawingml/2006/main" noGrp="1"/>
          </p:cNvSpPr>
          <p:nvPr/>
        </p:nvSpPr>
        <p:spPr>
          <a:xfrm xmlns:a="http://schemas.openxmlformats.org/drawingml/2006/main">
            <a:off x="783907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3" name="">
            <a:extLst xmlns:a="http://schemas.openxmlformats.org/drawingml/2006/main">
              <a:ext uri="{FF2B5EF4-FFF2-40B4-BE49-F238E27FC236}">
                <a16:creationId xmlns:a16="http://schemas.microsoft.com/office/drawing/2014/main" id="{2543FF0E-B1B8-4D99-8141-34FE76D43808}"/>
              </a:ext>
            </a:extLst>
          </p:cNvPr>
          <p:cNvSpPr>
            <a:spLocks xmlns:a="http://schemas.openxmlformats.org/drawingml/2006/main" noGrp="1"/>
          </p:cNvSpPr>
          <p:nvPr/>
        </p:nvSpPr>
        <p:spPr>
          <a:xfrm xmlns:a="http://schemas.openxmlformats.org/drawingml/2006/main">
            <a:off x="783907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4" name="">
            <a:extLst xmlns:a="http://schemas.openxmlformats.org/drawingml/2006/main">
              <a:ext uri="{FF2B5EF4-FFF2-40B4-BE49-F238E27FC236}">
                <a16:creationId xmlns:a16="http://schemas.microsoft.com/office/drawing/2014/main" id="{E12D6F76-F370-4095-A062-83D29B2AD43F}"/>
              </a:ext>
            </a:extLst>
          </p:cNvPr>
          <p:cNvSpPr>
            <a:spLocks xmlns:a="http://schemas.openxmlformats.org/drawingml/2006/main" noGrp="1"/>
          </p:cNvSpPr>
          <p:nvPr/>
        </p:nvSpPr>
        <p:spPr>
          <a:xfrm xmlns:a="http://schemas.openxmlformats.org/drawingml/2006/main">
            <a:off x="783907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5" name="">
            <a:extLst xmlns:a="http://schemas.openxmlformats.org/drawingml/2006/main">
              <a:ext uri="{FF2B5EF4-FFF2-40B4-BE49-F238E27FC236}">
                <a16:creationId xmlns:a16="http://schemas.microsoft.com/office/drawing/2014/main" id="{EE2844A2-1EE9-4DE3-B6D6-23823707591E}"/>
              </a:ext>
            </a:extLst>
          </p:cNvPr>
          <p:cNvSpPr>
            <a:spLocks xmlns:a="http://schemas.openxmlformats.org/drawingml/2006/main" noGrp="1"/>
          </p:cNvSpPr>
          <p:nvPr/>
        </p:nvSpPr>
        <p:spPr>
          <a:xfrm xmlns:a="http://schemas.openxmlformats.org/drawingml/2006/main">
            <a:off x="783907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6" name="">
            <a:extLst xmlns:a="http://schemas.openxmlformats.org/drawingml/2006/main">
              <a:ext uri="{FF2B5EF4-FFF2-40B4-BE49-F238E27FC236}">
                <a16:creationId xmlns:a16="http://schemas.microsoft.com/office/drawing/2014/main" id="{2ACFF95A-4118-44C5-9A84-0E2B2822FBAE}"/>
              </a:ext>
            </a:extLst>
          </p:cNvPr>
          <p:cNvSpPr>
            <a:spLocks xmlns:a="http://schemas.openxmlformats.org/drawingml/2006/main" noGrp="1"/>
          </p:cNvSpPr>
          <p:nvPr/>
        </p:nvSpPr>
        <p:spPr>
          <a:xfrm xmlns:a="http://schemas.openxmlformats.org/drawingml/2006/main">
            <a:off x="783907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7" name="">
            <a:extLst xmlns:a="http://schemas.openxmlformats.org/drawingml/2006/main">
              <a:ext uri="{FF2B5EF4-FFF2-40B4-BE49-F238E27FC236}">
                <a16:creationId xmlns:a16="http://schemas.microsoft.com/office/drawing/2014/main" id="{84822B39-6CCC-428E-8A98-773225432FF3}"/>
              </a:ext>
            </a:extLst>
          </p:cNvPr>
          <p:cNvSpPr>
            <a:spLocks xmlns:a="http://schemas.openxmlformats.org/drawingml/2006/main" noGrp="1"/>
          </p:cNvSpPr>
          <p:nvPr/>
        </p:nvSpPr>
        <p:spPr>
          <a:xfrm xmlns:a="http://schemas.openxmlformats.org/drawingml/2006/main">
            <a:off x="783907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8" name="">
            <a:extLst xmlns:a="http://schemas.openxmlformats.org/drawingml/2006/main">
              <a:ext uri="{FF2B5EF4-FFF2-40B4-BE49-F238E27FC236}">
                <a16:creationId xmlns:a16="http://schemas.microsoft.com/office/drawing/2014/main" id="{DCC5EBC0-E9BE-4D17-87C3-961585AF5854}"/>
              </a:ext>
            </a:extLst>
          </p:cNvPr>
          <p:cNvSpPr>
            <a:spLocks xmlns:a="http://schemas.openxmlformats.org/drawingml/2006/main" noGrp="1"/>
          </p:cNvSpPr>
          <p:nvPr/>
        </p:nvSpPr>
        <p:spPr>
          <a:xfrm xmlns:a="http://schemas.openxmlformats.org/drawingml/2006/main">
            <a:off x="783907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9" name="">
            <a:extLst xmlns:a="http://schemas.openxmlformats.org/drawingml/2006/main">
              <a:ext uri="{FF2B5EF4-FFF2-40B4-BE49-F238E27FC236}">
                <a16:creationId xmlns:a16="http://schemas.microsoft.com/office/drawing/2014/main" id="{AF9E6F54-FA05-478D-84E8-90456488C417}"/>
              </a:ext>
            </a:extLst>
          </p:cNvPr>
          <p:cNvSpPr>
            <a:spLocks xmlns:a="http://schemas.openxmlformats.org/drawingml/2006/main" noGrp="1"/>
          </p:cNvSpPr>
          <p:nvPr/>
        </p:nvSpPr>
        <p:spPr>
          <a:xfrm xmlns:a="http://schemas.openxmlformats.org/drawingml/2006/main">
            <a:off x="783907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0" name="">
            <a:extLst xmlns:a="http://schemas.openxmlformats.org/drawingml/2006/main">
              <a:ext uri="{FF2B5EF4-FFF2-40B4-BE49-F238E27FC236}">
                <a16:creationId xmlns:a16="http://schemas.microsoft.com/office/drawing/2014/main" id="{8DA236B0-D064-4FE2-A345-D5C84350B894}"/>
              </a:ext>
            </a:extLst>
          </p:cNvPr>
          <p:cNvSpPr>
            <a:spLocks xmlns:a="http://schemas.openxmlformats.org/drawingml/2006/main" noGrp="1"/>
          </p:cNvSpPr>
          <p:nvPr/>
        </p:nvSpPr>
        <p:spPr>
          <a:xfrm xmlns:a="http://schemas.openxmlformats.org/drawingml/2006/main">
            <a:off x="783907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1" name="">
            <a:extLst xmlns:a="http://schemas.openxmlformats.org/drawingml/2006/main">
              <a:ext uri="{FF2B5EF4-FFF2-40B4-BE49-F238E27FC236}">
                <a16:creationId xmlns:a16="http://schemas.microsoft.com/office/drawing/2014/main" id="{BA116A27-61DB-476D-8AA0-BBACC0D9A928}"/>
              </a:ext>
            </a:extLst>
          </p:cNvPr>
          <p:cNvSpPr>
            <a:spLocks xmlns:a="http://schemas.openxmlformats.org/drawingml/2006/main" noGrp="1"/>
          </p:cNvSpPr>
          <p:nvPr/>
        </p:nvSpPr>
        <p:spPr>
          <a:xfrm xmlns:a="http://schemas.openxmlformats.org/drawingml/2006/main">
            <a:off x="783907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2" name="">
            <a:extLst xmlns:a="http://schemas.openxmlformats.org/drawingml/2006/main">
              <a:ext uri="{FF2B5EF4-FFF2-40B4-BE49-F238E27FC236}">
                <a16:creationId xmlns:a16="http://schemas.microsoft.com/office/drawing/2014/main" id="{9DF102F8-E276-40FC-BA11-52ACC53FF702}"/>
              </a:ext>
            </a:extLst>
          </p:cNvPr>
          <p:cNvSpPr>
            <a:spLocks xmlns:a="http://schemas.openxmlformats.org/drawingml/2006/main" noGrp="1"/>
          </p:cNvSpPr>
          <p:nvPr/>
        </p:nvSpPr>
        <p:spPr>
          <a:xfrm xmlns:a="http://schemas.openxmlformats.org/drawingml/2006/main">
            <a:off x="783907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3" name="">
            <a:extLst xmlns:a="http://schemas.openxmlformats.org/drawingml/2006/main">
              <a:ext uri="{FF2B5EF4-FFF2-40B4-BE49-F238E27FC236}">
                <a16:creationId xmlns:a16="http://schemas.microsoft.com/office/drawing/2014/main" id="{3BA980C1-7C22-4DD6-ACE0-7694568F9C2E}"/>
              </a:ext>
            </a:extLst>
          </p:cNvPr>
          <p:cNvSpPr>
            <a:spLocks xmlns:a="http://schemas.openxmlformats.org/drawingml/2006/main" noGrp="1"/>
          </p:cNvSpPr>
          <p:nvPr/>
        </p:nvSpPr>
        <p:spPr>
          <a:xfrm xmlns:a="http://schemas.openxmlformats.org/drawingml/2006/main">
            <a:off x="783907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4" name="">
            <a:extLst xmlns:a="http://schemas.openxmlformats.org/drawingml/2006/main">
              <a:ext uri="{FF2B5EF4-FFF2-40B4-BE49-F238E27FC236}">
                <a16:creationId xmlns:a16="http://schemas.microsoft.com/office/drawing/2014/main" id="{82084832-B73F-4A3C-B345-5A12651F2AB9}"/>
              </a:ext>
            </a:extLst>
          </p:cNvPr>
          <p:cNvSpPr>
            <a:spLocks xmlns:a="http://schemas.openxmlformats.org/drawingml/2006/main" noGrp="1"/>
          </p:cNvSpPr>
          <p:nvPr/>
        </p:nvSpPr>
        <p:spPr>
          <a:xfrm xmlns:a="http://schemas.openxmlformats.org/drawingml/2006/main">
            <a:off x="783907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5" name="">
            <a:extLst xmlns:a="http://schemas.openxmlformats.org/drawingml/2006/main">
              <a:ext uri="{FF2B5EF4-FFF2-40B4-BE49-F238E27FC236}">
                <a16:creationId xmlns:a16="http://schemas.microsoft.com/office/drawing/2014/main" id="{0A711945-2DA8-492E-9E50-4C348B794EB3}"/>
              </a:ext>
            </a:extLst>
          </p:cNvPr>
          <p:cNvSpPr>
            <a:spLocks xmlns:a="http://schemas.openxmlformats.org/drawingml/2006/main" noGrp="1"/>
          </p:cNvSpPr>
          <p:nvPr/>
        </p:nvSpPr>
        <p:spPr>
          <a:xfrm xmlns:a="http://schemas.openxmlformats.org/drawingml/2006/main">
            <a:off x="9086850" y="1390650"/>
            <a:ext cx="1676400" cy="247650"/>
          </a:xfrm>
          <a:prstGeom xmlns:a="http://schemas.openxmlformats.org/drawingml/2006/main" prst="roundRect">
            <a:avLst>
              <a:gd name="adj" fmla="val 30000"/>
            </a:avLst>
          </a:prstGeom>
          <a:solidFill xmlns:a="http://schemas.openxmlformats.org/drawingml/2006/main">
            <a:srgbClr val="FF5A1F"/>
          </a:solidFill>
          <a:ln xmlns:a="http://schemas.openxmlformats.org/drawingml/2006/main" w="13335">
            <a:solidFill>
              <a:srgbClr val="FF5A1F"/>
            </a:solidFill>
            <a:prstDash val="solid"/>
          </a:ln>
        </p:spPr>
      </p:sp>
      <p:sp>
        <p:nvSpPr>
          <p:cNvPr id="136" name="">
            <a:extLst xmlns:a="http://schemas.openxmlformats.org/drawingml/2006/main">
              <a:ext uri="{FF2B5EF4-FFF2-40B4-BE49-F238E27FC236}">
                <a16:creationId xmlns:a16="http://schemas.microsoft.com/office/drawing/2014/main" id="{8007CE70-7A80-4B2D-9134-26B2AA2918E8}"/>
              </a:ext>
            </a:extLst>
          </p:cNvPr>
          <p:cNvSpPr>
            <a:spLocks xmlns:a="http://schemas.openxmlformats.org/drawingml/2006/main" noGrp="1"/>
          </p:cNvSpPr>
          <p:nvPr/>
        </p:nvSpPr>
        <p:spPr>
          <a:xfrm xmlns:a="http://schemas.openxmlformats.org/drawingml/2006/main">
            <a:off x="91535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PAYMENT</a:t>
            </a:r>
          </a:p>
        </p:txBody>
      </p:sp>
      <p:sp>
        <p:nvSpPr>
          <p:cNvPr id="137" name="">
            <a:extLst xmlns:a="http://schemas.openxmlformats.org/drawingml/2006/main">
              <a:ext uri="{FF2B5EF4-FFF2-40B4-BE49-F238E27FC236}">
                <a16:creationId xmlns:a16="http://schemas.microsoft.com/office/drawing/2014/main" id="{08FD4889-E6CC-4279-9871-C0ABDAD0DD0E}"/>
              </a:ext>
            </a:extLst>
          </p:cNvPr>
          <p:cNvSpPr>
            <a:spLocks xmlns:a="http://schemas.openxmlformats.org/drawingml/2006/main" noGrp="1"/>
          </p:cNvSpPr>
          <p:nvPr/>
        </p:nvSpPr>
        <p:spPr>
          <a:xfrm xmlns:a="http://schemas.openxmlformats.org/drawingml/2006/main">
            <a:off x="91249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SePay/VietQR or VNPay</a:t>
            </a:r>
          </a:p>
        </p:txBody>
      </p:sp>
      <p:sp>
        <p:nvSpPr>
          <p:cNvPr id="138" name="">
            <a:extLst xmlns:a="http://schemas.openxmlformats.org/drawingml/2006/main">
              <a:ext uri="{FF2B5EF4-FFF2-40B4-BE49-F238E27FC236}">
                <a16:creationId xmlns:a16="http://schemas.microsoft.com/office/drawing/2014/main" id="{29C5D20E-1729-4A33-96FD-2A54EFBAF988}"/>
              </a:ext>
            </a:extLst>
          </p:cNvPr>
          <p:cNvSpPr>
            <a:spLocks xmlns:a="http://schemas.openxmlformats.org/drawingml/2006/main" noGrp="1"/>
          </p:cNvSpPr>
          <p:nvPr/>
        </p:nvSpPr>
        <p:spPr>
          <a:xfrm xmlns:a="http://schemas.openxmlformats.org/drawingml/2006/main">
            <a:off x="99155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9" name="">
            <a:extLst xmlns:a="http://schemas.openxmlformats.org/drawingml/2006/main">
              <a:ext uri="{FF2B5EF4-FFF2-40B4-BE49-F238E27FC236}">
                <a16:creationId xmlns:a16="http://schemas.microsoft.com/office/drawing/2014/main" id="{484086A1-0983-4C48-913F-D64B9B84E4C9}"/>
              </a:ext>
            </a:extLst>
          </p:cNvPr>
          <p:cNvSpPr>
            <a:spLocks xmlns:a="http://schemas.openxmlformats.org/drawingml/2006/main" noGrp="1"/>
          </p:cNvSpPr>
          <p:nvPr/>
        </p:nvSpPr>
        <p:spPr>
          <a:xfrm xmlns:a="http://schemas.openxmlformats.org/drawingml/2006/main">
            <a:off x="99155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0" name="">
            <a:extLst xmlns:a="http://schemas.openxmlformats.org/drawingml/2006/main">
              <a:ext uri="{FF2B5EF4-FFF2-40B4-BE49-F238E27FC236}">
                <a16:creationId xmlns:a16="http://schemas.microsoft.com/office/drawing/2014/main" id="{2AA391B5-7C4E-4E97-8BA9-98D7AB7FDE8F}"/>
              </a:ext>
            </a:extLst>
          </p:cNvPr>
          <p:cNvSpPr>
            <a:spLocks xmlns:a="http://schemas.openxmlformats.org/drawingml/2006/main" noGrp="1"/>
          </p:cNvSpPr>
          <p:nvPr/>
        </p:nvSpPr>
        <p:spPr>
          <a:xfrm xmlns:a="http://schemas.openxmlformats.org/drawingml/2006/main">
            <a:off x="99155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1" name="">
            <a:extLst xmlns:a="http://schemas.openxmlformats.org/drawingml/2006/main">
              <a:ext uri="{FF2B5EF4-FFF2-40B4-BE49-F238E27FC236}">
                <a16:creationId xmlns:a16="http://schemas.microsoft.com/office/drawing/2014/main" id="{5A8B8977-B4D8-44FC-8F33-383DC6BCA286}"/>
              </a:ext>
            </a:extLst>
          </p:cNvPr>
          <p:cNvSpPr>
            <a:spLocks xmlns:a="http://schemas.openxmlformats.org/drawingml/2006/main" noGrp="1"/>
          </p:cNvSpPr>
          <p:nvPr/>
        </p:nvSpPr>
        <p:spPr>
          <a:xfrm xmlns:a="http://schemas.openxmlformats.org/drawingml/2006/main">
            <a:off x="99155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2" name="">
            <a:extLst xmlns:a="http://schemas.openxmlformats.org/drawingml/2006/main">
              <a:ext uri="{FF2B5EF4-FFF2-40B4-BE49-F238E27FC236}">
                <a16:creationId xmlns:a16="http://schemas.microsoft.com/office/drawing/2014/main" id="{B3971351-A227-4507-B072-00B72B66ABF3}"/>
              </a:ext>
            </a:extLst>
          </p:cNvPr>
          <p:cNvSpPr>
            <a:spLocks xmlns:a="http://schemas.openxmlformats.org/drawingml/2006/main" noGrp="1"/>
          </p:cNvSpPr>
          <p:nvPr/>
        </p:nvSpPr>
        <p:spPr>
          <a:xfrm xmlns:a="http://schemas.openxmlformats.org/drawingml/2006/main">
            <a:off x="99155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3" name="">
            <a:extLst xmlns:a="http://schemas.openxmlformats.org/drawingml/2006/main">
              <a:ext uri="{FF2B5EF4-FFF2-40B4-BE49-F238E27FC236}">
                <a16:creationId xmlns:a16="http://schemas.microsoft.com/office/drawing/2014/main" id="{5C8BD55F-E3AA-4E91-B89A-930846A4F18C}"/>
              </a:ext>
            </a:extLst>
          </p:cNvPr>
          <p:cNvSpPr>
            <a:spLocks xmlns:a="http://schemas.openxmlformats.org/drawingml/2006/main" noGrp="1"/>
          </p:cNvSpPr>
          <p:nvPr/>
        </p:nvSpPr>
        <p:spPr>
          <a:xfrm xmlns:a="http://schemas.openxmlformats.org/drawingml/2006/main">
            <a:off x="99155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4" name="">
            <a:extLst xmlns:a="http://schemas.openxmlformats.org/drawingml/2006/main">
              <a:ext uri="{FF2B5EF4-FFF2-40B4-BE49-F238E27FC236}">
                <a16:creationId xmlns:a16="http://schemas.microsoft.com/office/drawing/2014/main" id="{D97D8E21-45BD-4831-9F45-C1AE668109DA}"/>
              </a:ext>
            </a:extLst>
          </p:cNvPr>
          <p:cNvSpPr>
            <a:spLocks xmlns:a="http://schemas.openxmlformats.org/drawingml/2006/main" noGrp="1"/>
          </p:cNvSpPr>
          <p:nvPr/>
        </p:nvSpPr>
        <p:spPr>
          <a:xfrm xmlns:a="http://schemas.openxmlformats.org/drawingml/2006/main">
            <a:off x="99155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5" name="">
            <a:extLst xmlns:a="http://schemas.openxmlformats.org/drawingml/2006/main">
              <a:ext uri="{FF2B5EF4-FFF2-40B4-BE49-F238E27FC236}">
                <a16:creationId xmlns:a16="http://schemas.microsoft.com/office/drawing/2014/main" id="{38E09FC5-41F3-4120-ACCA-28C7FD0B26D6}"/>
              </a:ext>
            </a:extLst>
          </p:cNvPr>
          <p:cNvSpPr>
            <a:spLocks xmlns:a="http://schemas.openxmlformats.org/drawingml/2006/main" noGrp="1"/>
          </p:cNvSpPr>
          <p:nvPr/>
        </p:nvSpPr>
        <p:spPr>
          <a:xfrm xmlns:a="http://schemas.openxmlformats.org/drawingml/2006/main">
            <a:off x="99155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6" name="">
            <a:extLst xmlns:a="http://schemas.openxmlformats.org/drawingml/2006/main">
              <a:ext uri="{FF2B5EF4-FFF2-40B4-BE49-F238E27FC236}">
                <a16:creationId xmlns:a16="http://schemas.microsoft.com/office/drawing/2014/main" id="{FD6C8E83-CD40-40E3-AA2E-104DF3E28625}"/>
              </a:ext>
            </a:extLst>
          </p:cNvPr>
          <p:cNvSpPr>
            <a:spLocks xmlns:a="http://schemas.openxmlformats.org/drawingml/2006/main" noGrp="1"/>
          </p:cNvSpPr>
          <p:nvPr/>
        </p:nvSpPr>
        <p:spPr>
          <a:xfrm xmlns:a="http://schemas.openxmlformats.org/drawingml/2006/main">
            <a:off x="99155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7" name="">
            <a:extLst xmlns:a="http://schemas.openxmlformats.org/drawingml/2006/main">
              <a:ext uri="{FF2B5EF4-FFF2-40B4-BE49-F238E27FC236}">
                <a16:creationId xmlns:a16="http://schemas.microsoft.com/office/drawing/2014/main" id="{7AC32B99-BC9F-4B86-9817-4192D9A536A9}"/>
              </a:ext>
            </a:extLst>
          </p:cNvPr>
          <p:cNvSpPr>
            <a:spLocks xmlns:a="http://schemas.openxmlformats.org/drawingml/2006/main" noGrp="1"/>
          </p:cNvSpPr>
          <p:nvPr/>
        </p:nvSpPr>
        <p:spPr>
          <a:xfrm xmlns:a="http://schemas.openxmlformats.org/drawingml/2006/main">
            <a:off x="99155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8" name="">
            <a:extLst xmlns:a="http://schemas.openxmlformats.org/drawingml/2006/main">
              <a:ext uri="{FF2B5EF4-FFF2-40B4-BE49-F238E27FC236}">
                <a16:creationId xmlns:a16="http://schemas.microsoft.com/office/drawing/2014/main" id="{EA3E191F-BF91-458E-909C-16E48E644982}"/>
              </a:ext>
            </a:extLst>
          </p:cNvPr>
          <p:cNvSpPr>
            <a:spLocks xmlns:a="http://schemas.openxmlformats.org/drawingml/2006/main" noGrp="1"/>
          </p:cNvSpPr>
          <p:nvPr/>
        </p:nvSpPr>
        <p:spPr>
          <a:xfrm xmlns:a="http://schemas.openxmlformats.org/drawingml/2006/main">
            <a:off x="99155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9" name="">
            <a:extLst xmlns:a="http://schemas.openxmlformats.org/drawingml/2006/main">
              <a:ext uri="{FF2B5EF4-FFF2-40B4-BE49-F238E27FC236}">
                <a16:creationId xmlns:a16="http://schemas.microsoft.com/office/drawing/2014/main" id="{67EC7FFD-BF86-4A9D-BD27-2CE7AA626AE7}"/>
              </a:ext>
            </a:extLst>
          </p:cNvPr>
          <p:cNvSpPr>
            <a:spLocks xmlns:a="http://schemas.openxmlformats.org/drawingml/2006/main" noGrp="1"/>
          </p:cNvSpPr>
          <p:nvPr/>
        </p:nvSpPr>
        <p:spPr>
          <a:xfrm xmlns:a="http://schemas.openxmlformats.org/drawingml/2006/main">
            <a:off x="99155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0" name="">
            <a:extLst xmlns:a="http://schemas.openxmlformats.org/drawingml/2006/main">
              <a:ext uri="{FF2B5EF4-FFF2-40B4-BE49-F238E27FC236}">
                <a16:creationId xmlns:a16="http://schemas.microsoft.com/office/drawing/2014/main" id="{9DE09904-36CF-41C7-A2A6-355421933A28}"/>
              </a:ext>
            </a:extLst>
          </p:cNvPr>
          <p:cNvSpPr>
            <a:spLocks xmlns:a="http://schemas.openxmlformats.org/drawingml/2006/main" noGrp="1"/>
          </p:cNvSpPr>
          <p:nvPr/>
        </p:nvSpPr>
        <p:spPr>
          <a:xfrm xmlns:a="http://schemas.openxmlformats.org/drawingml/2006/main">
            <a:off x="99155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1" name="">
            <a:extLst xmlns:a="http://schemas.openxmlformats.org/drawingml/2006/main">
              <a:ext uri="{FF2B5EF4-FFF2-40B4-BE49-F238E27FC236}">
                <a16:creationId xmlns:a16="http://schemas.microsoft.com/office/drawing/2014/main" id="{9398E16A-C079-4E29-9364-A7D1E7E0009D}"/>
              </a:ext>
            </a:extLst>
          </p:cNvPr>
          <p:cNvSpPr>
            <a:spLocks xmlns:a="http://schemas.openxmlformats.org/drawingml/2006/main" noGrp="1"/>
          </p:cNvSpPr>
          <p:nvPr/>
        </p:nvSpPr>
        <p:spPr>
          <a:xfrm xmlns:a="http://schemas.openxmlformats.org/drawingml/2006/main">
            <a:off x="99155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2" name="">
            <a:extLst xmlns:a="http://schemas.openxmlformats.org/drawingml/2006/main">
              <a:ext uri="{FF2B5EF4-FFF2-40B4-BE49-F238E27FC236}">
                <a16:creationId xmlns:a16="http://schemas.microsoft.com/office/drawing/2014/main" id="{D74252E0-5217-453B-89ED-82D3DCC1A846}"/>
              </a:ext>
            </a:extLst>
          </p:cNvPr>
          <p:cNvSpPr>
            <a:spLocks xmlns:a="http://schemas.openxmlformats.org/drawingml/2006/main" noGrp="1"/>
          </p:cNvSpPr>
          <p:nvPr/>
        </p:nvSpPr>
        <p:spPr>
          <a:xfrm xmlns:a="http://schemas.openxmlformats.org/drawingml/2006/main">
            <a:off x="99155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3" name="">
            <a:extLst xmlns:a="http://schemas.openxmlformats.org/drawingml/2006/main">
              <a:ext uri="{FF2B5EF4-FFF2-40B4-BE49-F238E27FC236}">
                <a16:creationId xmlns:a16="http://schemas.microsoft.com/office/drawing/2014/main" id="{B9355F44-923F-4FD8-AF1C-81DB9DC30808}"/>
              </a:ext>
            </a:extLst>
          </p:cNvPr>
          <p:cNvSpPr>
            <a:spLocks xmlns:a="http://schemas.openxmlformats.org/drawingml/2006/main" noGrp="1"/>
          </p:cNvSpPr>
          <p:nvPr/>
        </p:nvSpPr>
        <p:spPr>
          <a:xfrm xmlns:a="http://schemas.openxmlformats.org/drawingml/2006/main">
            <a:off x="99155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4" name="">
            <a:extLst xmlns:a="http://schemas.openxmlformats.org/drawingml/2006/main">
              <a:ext uri="{FF2B5EF4-FFF2-40B4-BE49-F238E27FC236}">
                <a16:creationId xmlns:a16="http://schemas.microsoft.com/office/drawing/2014/main" id="{4E241F1F-C346-41D9-90BC-213E3A979393}"/>
              </a:ext>
            </a:extLst>
          </p:cNvPr>
          <p:cNvSpPr>
            <a:spLocks xmlns:a="http://schemas.openxmlformats.org/drawingml/2006/main" noGrp="1"/>
          </p:cNvSpPr>
          <p:nvPr/>
        </p:nvSpPr>
        <p:spPr>
          <a:xfrm xmlns:a="http://schemas.openxmlformats.org/drawingml/2006/main">
            <a:off x="99155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5" name="">
            <a:extLst xmlns:a="http://schemas.openxmlformats.org/drawingml/2006/main">
              <a:ext uri="{FF2B5EF4-FFF2-40B4-BE49-F238E27FC236}">
                <a16:creationId xmlns:a16="http://schemas.microsoft.com/office/drawing/2014/main" id="{DE5636EB-CA2F-42BD-9D2E-A96F58365BC4}"/>
              </a:ext>
            </a:extLst>
          </p:cNvPr>
          <p:cNvSpPr>
            <a:spLocks xmlns:a="http://schemas.openxmlformats.org/drawingml/2006/main" noGrp="1"/>
          </p:cNvSpPr>
          <p:nvPr/>
        </p:nvSpPr>
        <p:spPr>
          <a:xfrm xmlns:a="http://schemas.openxmlformats.org/drawingml/2006/main">
            <a:off x="99155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6" name="">
            <a:extLst xmlns:a="http://schemas.openxmlformats.org/drawingml/2006/main">
              <a:ext uri="{FF2B5EF4-FFF2-40B4-BE49-F238E27FC236}">
                <a16:creationId xmlns:a16="http://schemas.microsoft.com/office/drawing/2014/main" id="{924C964A-0444-438C-8173-D4275C34AD87}"/>
              </a:ext>
            </a:extLst>
          </p:cNvPr>
          <p:cNvSpPr>
            <a:spLocks xmlns:a="http://schemas.openxmlformats.org/drawingml/2006/main" noGrp="1"/>
          </p:cNvSpPr>
          <p:nvPr/>
        </p:nvSpPr>
        <p:spPr>
          <a:xfrm xmlns:a="http://schemas.openxmlformats.org/drawingml/2006/main">
            <a:off x="99155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7" name="">
            <a:extLst xmlns:a="http://schemas.openxmlformats.org/drawingml/2006/main">
              <a:ext uri="{FF2B5EF4-FFF2-40B4-BE49-F238E27FC236}">
                <a16:creationId xmlns:a16="http://schemas.microsoft.com/office/drawing/2014/main" id="{FF4D1AA3-C22D-4785-A3D6-15F07AA42C4E}"/>
              </a:ext>
            </a:extLst>
          </p:cNvPr>
          <p:cNvSpPr>
            <a:spLocks xmlns:a="http://schemas.openxmlformats.org/drawingml/2006/main" noGrp="1"/>
          </p:cNvSpPr>
          <p:nvPr/>
        </p:nvSpPr>
        <p:spPr>
          <a:xfrm xmlns:a="http://schemas.openxmlformats.org/drawingml/2006/main">
            <a:off x="99155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8" name="">
            <a:extLst xmlns:a="http://schemas.openxmlformats.org/drawingml/2006/main">
              <a:ext uri="{FF2B5EF4-FFF2-40B4-BE49-F238E27FC236}">
                <a16:creationId xmlns:a16="http://schemas.microsoft.com/office/drawing/2014/main" id="{03E072E5-5B5D-44EC-9C78-FD0D9F78B924}"/>
              </a:ext>
            </a:extLst>
          </p:cNvPr>
          <p:cNvSpPr>
            <a:spLocks xmlns:a="http://schemas.openxmlformats.org/drawingml/2006/main" noGrp="1"/>
          </p:cNvSpPr>
          <p:nvPr/>
        </p:nvSpPr>
        <p:spPr>
          <a:xfrm xmlns:a="http://schemas.openxmlformats.org/drawingml/2006/main">
            <a:off x="99155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9" name="">
            <a:extLst xmlns:a="http://schemas.openxmlformats.org/drawingml/2006/main">
              <a:ext uri="{FF2B5EF4-FFF2-40B4-BE49-F238E27FC236}">
                <a16:creationId xmlns:a16="http://schemas.microsoft.com/office/drawing/2014/main" id="{8C02E894-E824-4E78-9299-71A46F5D72BA}"/>
              </a:ext>
            </a:extLst>
          </p:cNvPr>
          <p:cNvSpPr>
            <a:spLocks xmlns:a="http://schemas.openxmlformats.org/drawingml/2006/main" noGrp="1"/>
          </p:cNvSpPr>
          <p:nvPr/>
        </p:nvSpPr>
        <p:spPr>
          <a:xfrm xmlns:a="http://schemas.openxmlformats.org/drawingml/2006/main">
            <a:off x="99155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0" name="">
            <a:extLst xmlns:a="http://schemas.openxmlformats.org/drawingml/2006/main">
              <a:ext uri="{FF2B5EF4-FFF2-40B4-BE49-F238E27FC236}">
                <a16:creationId xmlns:a16="http://schemas.microsoft.com/office/drawing/2014/main" id="{CAC99BF6-1817-4250-9D1A-24427286DF5D}"/>
              </a:ext>
            </a:extLst>
          </p:cNvPr>
          <p:cNvSpPr>
            <a:spLocks xmlns:a="http://schemas.openxmlformats.org/drawingml/2006/main" noGrp="1"/>
          </p:cNvSpPr>
          <p:nvPr/>
        </p:nvSpPr>
        <p:spPr>
          <a:xfrm xmlns:a="http://schemas.openxmlformats.org/drawingml/2006/main">
            <a:off x="99155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1" name="">
            <a:extLst xmlns:a="http://schemas.openxmlformats.org/drawingml/2006/main">
              <a:ext uri="{FF2B5EF4-FFF2-40B4-BE49-F238E27FC236}">
                <a16:creationId xmlns:a16="http://schemas.microsoft.com/office/drawing/2014/main" id="{CB201529-4B3F-488F-BD82-D7AA2DC87E4E}"/>
              </a:ext>
            </a:extLst>
          </p:cNvPr>
          <p:cNvSpPr>
            <a:spLocks xmlns:a="http://schemas.openxmlformats.org/drawingml/2006/main" noGrp="1"/>
          </p:cNvSpPr>
          <p:nvPr/>
        </p:nvSpPr>
        <p:spPr>
          <a:xfrm xmlns:a="http://schemas.openxmlformats.org/drawingml/2006/main">
            <a:off x="99155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2" name="">
            <a:extLst xmlns:a="http://schemas.openxmlformats.org/drawingml/2006/main">
              <a:ext uri="{FF2B5EF4-FFF2-40B4-BE49-F238E27FC236}">
                <a16:creationId xmlns:a16="http://schemas.microsoft.com/office/drawing/2014/main" id="{BA7AB1F6-23C1-4B91-8C20-DC41F81F2AEA}"/>
              </a:ext>
            </a:extLst>
          </p:cNvPr>
          <p:cNvSpPr>
            <a:spLocks xmlns:a="http://schemas.openxmlformats.org/drawingml/2006/main" noGrp="1"/>
          </p:cNvSpPr>
          <p:nvPr/>
        </p:nvSpPr>
        <p:spPr>
          <a:xfrm xmlns:a="http://schemas.openxmlformats.org/drawingml/2006/main">
            <a:off x="99155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3" name="">
            <a:extLst xmlns:a="http://schemas.openxmlformats.org/drawingml/2006/main">
              <a:ext uri="{FF2B5EF4-FFF2-40B4-BE49-F238E27FC236}">
                <a16:creationId xmlns:a16="http://schemas.microsoft.com/office/drawing/2014/main" id="{A17671E4-F395-4B32-8A20-4FDCBE40E996}"/>
              </a:ext>
            </a:extLst>
          </p:cNvPr>
          <p:cNvSpPr>
            <a:spLocks xmlns:a="http://schemas.openxmlformats.org/drawingml/2006/main" noGrp="1"/>
          </p:cNvSpPr>
          <p:nvPr/>
        </p:nvSpPr>
        <p:spPr>
          <a:xfrm xmlns:a="http://schemas.openxmlformats.org/drawingml/2006/main">
            <a:off x="99155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4" name="">
            <a:extLst xmlns:a="http://schemas.openxmlformats.org/drawingml/2006/main">
              <a:ext uri="{FF2B5EF4-FFF2-40B4-BE49-F238E27FC236}">
                <a16:creationId xmlns:a16="http://schemas.microsoft.com/office/drawing/2014/main" id="{A4B67FE8-C5A8-4E82-B4C5-2E3BD9680942}"/>
              </a:ext>
            </a:extLst>
          </p:cNvPr>
          <p:cNvSpPr>
            <a:spLocks xmlns:a="http://schemas.openxmlformats.org/drawingml/2006/main" noGrp="1"/>
          </p:cNvSpPr>
          <p:nvPr/>
        </p:nvSpPr>
        <p:spPr>
          <a:xfrm xmlns:a="http://schemas.openxmlformats.org/drawingml/2006/main">
            <a:off x="99155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5" name="">
            <a:extLst xmlns:a="http://schemas.openxmlformats.org/drawingml/2006/main">
              <a:ext uri="{FF2B5EF4-FFF2-40B4-BE49-F238E27FC236}">
                <a16:creationId xmlns:a16="http://schemas.microsoft.com/office/drawing/2014/main" id="{4DA7BA9E-23B5-4F91-A6B4-C534AFFC6B45}"/>
              </a:ext>
            </a:extLst>
          </p:cNvPr>
          <p:cNvSpPr>
            <a:spLocks xmlns:a="http://schemas.openxmlformats.org/drawingml/2006/main" noGrp="1"/>
          </p:cNvSpPr>
          <p:nvPr/>
        </p:nvSpPr>
        <p:spPr>
          <a:xfrm xmlns:a="http://schemas.openxmlformats.org/drawingml/2006/main">
            <a:off x="99155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6" name="">
            <a:extLst xmlns:a="http://schemas.openxmlformats.org/drawingml/2006/main">
              <a:ext uri="{FF2B5EF4-FFF2-40B4-BE49-F238E27FC236}">
                <a16:creationId xmlns:a16="http://schemas.microsoft.com/office/drawing/2014/main" id="{2EDB13EC-43CA-41DD-BA9C-3B4F4C27F8B7}"/>
              </a:ext>
            </a:extLst>
          </p:cNvPr>
          <p:cNvSpPr>
            <a:spLocks xmlns:a="http://schemas.openxmlformats.org/drawingml/2006/main" noGrp="1"/>
          </p:cNvSpPr>
          <p:nvPr/>
        </p:nvSpPr>
        <p:spPr>
          <a:xfrm xmlns:a="http://schemas.openxmlformats.org/drawingml/2006/main">
            <a:off x="99155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7" name="">
            <a:extLst xmlns:a="http://schemas.openxmlformats.org/drawingml/2006/main">
              <a:ext uri="{FF2B5EF4-FFF2-40B4-BE49-F238E27FC236}">
                <a16:creationId xmlns:a16="http://schemas.microsoft.com/office/drawing/2014/main" id="{B756F74B-C6EE-4870-81B0-28EBDCE077D1}"/>
              </a:ext>
            </a:extLst>
          </p:cNvPr>
          <p:cNvSpPr>
            <a:spLocks xmlns:a="http://schemas.openxmlformats.org/drawingml/2006/main" noGrp="1"/>
          </p:cNvSpPr>
          <p:nvPr/>
        </p:nvSpPr>
        <p:spPr>
          <a:xfrm xmlns:a="http://schemas.openxmlformats.org/drawingml/2006/main">
            <a:off x="590550" y="1990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168" name="">
            <a:extLst xmlns:a="http://schemas.openxmlformats.org/drawingml/2006/main">
              <a:ext uri="{FF2B5EF4-FFF2-40B4-BE49-F238E27FC236}">
                <a16:creationId xmlns:a16="http://schemas.microsoft.com/office/drawing/2014/main" id="{165F377B-7131-4E45-BA17-BD0227899D15}"/>
              </a:ext>
            </a:extLst>
          </p:cNvPr>
          <p:cNvSpPr>
            <a:spLocks xmlns:a="http://schemas.openxmlformats.org/drawingml/2006/main" noGrp="1"/>
          </p:cNvSpPr>
          <p:nvPr/>
        </p:nvSpPr>
        <p:spPr>
          <a:xfrm xmlns:a="http://schemas.openxmlformats.org/drawingml/2006/main">
            <a:off x="590550" y="2038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1</a:t>
            </a:r>
          </a:p>
        </p:txBody>
      </p:sp>
      <p:sp>
        <p:nvSpPr>
          <p:cNvPr id="169" name="">
            <a:extLst xmlns:a="http://schemas.openxmlformats.org/drawingml/2006/main">
              <a:ext uri="{FF2B5EF4-FFF2-40B4-BE49-F238E27FC236}">
                <a16:creationId xmlns:a16="http://schemas.microsoft.com/office/drawing/2014/main" id="{536D4C3D-7253-4447-A49F-0686CCBA2FFB}"/>
              </a:ext>
            </a:extLst>
          </p:cNvPr>
          <p:cNvSpPr>
            <a:spLocks xmlns:a="http://schemas.openxmlformats.org/drawingml/2006/main" noGrp="1"/>
          </p:cNvSpPr>
          <p:nvPr/>
        </p:nvSpPr>
        <p:spPr>
          <a:xfrm xmlns:a="http://schemas.openxmlformats.org/drawingml/2006/main">
            <a:off x="3695700" y="2038350"/>
            <a:ext cx="2076450" cy="76200"/>
          </a:xfrm>
          <a:prstGeom xmlns:a="http://schemas.openxmlformats.org/drawingml/2006/main" prst="rightArrow">
            <a:avLst/>
          </a:prstGeom>
          <a:solidFill xmlns:a="http://schemas.openxmlformats.org/drawingml/2006/main">
            <a:srgbClr val="08BFD3"/>
          </a:solidFill>
          <a:ln xmlns:a="http://schemas.openxmlformats.org/drawingml/2006/main" w="0">
            <a:solidFill>
              <a:srgbClr val="08BFD3"/>
            </a:solidFill>
          </a:ln>
        </p:spPr>
      </p:sp>
      <p:sp>
        <p:nvSpPr>
          <p:cNvPr id="170" name="">
            <a:extLst xmlns:a="http://schemas.openxmlformats.org/drawingml/2006/main">
              <a:ext uri="{FF2B5EF4-FFF2-40B4-BE49-F238E27FC236}">
                <a16:creationId xmlns:a16="http://schemas.microsoft.com/office/drawing/2014/main" id="{DBE7FB73-FA72-412B-974A-642BE3127449}"/>
              </a:ext>
            </a:extLst>
          </p:cNvPr>
          <p:cNvSpPr>
            <a:spLocks xmlns:a="http://schemas.openxmlformats.org/drawingml/2006/main" noGrp="1"/>
          </p:cNvSpPr>
          <p:nvPr/>
        </p:nvSpPr>
        <p:spPr>
          <a:xfrm xmlns:a="http://schemas.openxmlformats.org/drawingml/2006/main">
            <a:off x="3771900" y="18478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08BFD3"/>
                </a:solidFill>
                <a:latin typeface="Poppins"/>
                <a:ea typeface="Poppins"/>
                <a:cs typeface="Poppins"/>
              </a:defRPr>
            </a:pPr>
            <a:r>
              <a:rPr sz="720" b="1">
                <a:solidFill>
                  <a:srgbClr val="08BFD3"/>
                </a:solidFill>
                <a:latin typeface="Poppins"/>
                <a:ea typeface="Poppins"/>
                <a:cs typeface="Poppins"/>
              </a:rPr>
              <a:t>GET /slots/availability?date&amp;times</a:t>
            </a:r>
          </a:p>
        </p:txBody>
      </p:sp>
      <p:sp>
        <p:nvSpPr>
          <p:cNvPr id="171" name="">
            <a:extLst xmlns:a="http://schemas.openxmlformats.org/drawingml/2006/main">
              <a:ext uri="{FF2B5EF4-FFF2-40B4-BE49-F238E27FC236}">
                <a16:creationId xmlns:a16="http://schemas.microsoft.com/office/drawing/2014/main" id="{CCB46FD1-8918-4678-8209-25BD097685C9}"/>
              </a:ext>
            </a:extLst>
          </p:cNvPr>
          <p:cNvSpPr>
            <a:spLocks xmlns:a="http://schemas.openxmlformats.org/drawingml/2006/main" noGrp="1"/>
          </p:cNvSpPr>
          <p:nvPr/>
        </p:nvSpPr>
        <p:spPr>
          <a:xfrm xmlns:a="http://schemas.openxmlformats.org/drawingml/2006/main">
            <a:off x="38290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2" name="">
            <a:extLst xmlns:a="http://schemas.openxmlformats.org/drawingml/2006/main">
              <a:ext uri="{FF2B5EF4-FFF2-40B4-BE49-F238E27FC236}">
                <a16:creationId xmlns:a16="http://schemas.microsoft.com/office/drawing/2014/main" id="{B9934D47-7A35-4D6F-96DF-D3DF858F0F25}"/>
              </a:ext>
            </a:extLst>
          </p:cNvPr>
          <p:cNvSpPr>
            <a:spLocks xmlns:a="http://schemas.openxmlformats.org/drawingml/2006/main" noGrp="1"/>
          </p:cNvSpPr>
          <p:nvPr/>
        </p:nvSpPr>
        <p:spPr>
          <a:xfrm xmlns:a="http://schemas.openxmlformats.org/drawingml/2006/main">
            <a:off x="39338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3" name="">
            <a:extLst xmlns:a="http://schemas.openxmlformats.org/drawingml/2006/main">
              <a:ext uri="{FF2B5EF4-FFF2-40B4-BE49-F238E27FC236}">
                <a16:creationId xmlns:a16="http://schemas.microsoft.com/office/drawing/2014/main" id="{4D05453B-4555-44A0-901A-F935FFE1C226}"/>
              </a:ext>
            </a:extLst>
          </p:cNvPr>
          <p:cNvSpPr>
            <a:spLocks xmlns:a="http://schemas.openxmlformats.org/drawingml/2006/main" noGrp="1"/>
          </p:cNvSpPr>
          <p:nvPr/>
        </p:nvSpPr>
        <p:spPr>
          <a:xfrm xmlns:a="http://schemas.openxmlformats.org/drawingml/2006/main">
            <a:off x="40386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4" name="">
            <a:extLst xmlns:a="http://schemas.openxmlformats.org/drawingml/2006/main">
              <a:ext uri="{FF2B5EF4-FFF2-40B4-BE49-F238E27FC236}">
                <a16:creationId xmlns:a16="http://schemas.microsoft.com/office/drawing/2014/main" id="{20E57B40-8E33-4A2C-82E1-B0B0BD7DB569}"/>
              </a:ext>
            </a:extLst>
          </p:cNvPr>
          <p:cNvSpPr>
            <a:spLocks xmlns:a="http://schemas.openxmlformats.org/drawingml/2006/main" noGrp="1"/>
          </p:cNvSpPr>
          <p:nvPr/>
        </p:nvSpPr>
        <p:spPr>
          <a:xfrm xmlns:a="http://schemas.openxmlformats.org/drawingml/2006/main">
            <a:off x="41433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5" name="">
            <a:extLst xmlns:a="http://schemas.openxmlformats.org/drawingml/2006/main">
              <a:ext uri="{FF2B5EF4-FFF2-40B4-BE49-F238E27FC236}">
                <a16:creationId xmlns:a16="http://schemas.microsoft.com/office/drawing/2014/main" id="{605C4FF9-B26F-43B8-8F8F-64D61B3E6F77}"/>
              </a:ext>
            </a:extLst>
          </p:cNvPr>
          <p:cNvSpPr>
            <a:spLocks xmlns:a="http://schemas.openxmlformats.org/drawingml/2006/main" noGrp="1"/>
          </p:cNvSpPr>
          <p:nvPr/>
        </p:nvSpPr>
        <p:spPr>
          <a:xfrm xmlns:a="http://schemas.openxmlformats.org/drawingml/2006/main">
            <a:off x="42481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6" name="">
            <a:extLst xmlns:a="http://schemas.openxmlformats.org/drawingml/2006/main">
              <a:ext uri="{FF2B5EF4-FFF2-40B4-BE49-F238E27FC236}">
                <a16:creationId xmlns:a16="http://schemas.microsoft.com/office/drawing/2014/main" id="{7AB0E51D-5F2C-4CCE-A045-F99FBEF8AD7F}"/>
              </a:ext>
            </a:extLst>
          </p:cNvPr>
          <p:cNvSpPr>
            <a:spLocks xmlns:a="http://schemas.openxmlformats.org/drawingml/2006/main" noGrp="1"/>
          </p:cNvSpPr>
          <p:nvPr/>
        </p:nvSpPr>
        <p:spPr>
          <a:xfrm xmlns:a="http://schemas.openxmlformats.org/drawingml/2006/main">
            <a:off x="43529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7" name="">
            <a:extLst xmlns:a="http://schemas.openxmlformats.org/drawingml/2006/main">
              <a:ext uri="{FF2B5EF4-FFF2-40B4-BE49-F238E27FC236}">
                <a16:creationId xmlns:a16="http://schemas.microsoft.com/office/drawing/2014/main" id="{DF268E62-257F-4F60-8031-CF37DD244710}"/>
              </a:ext>
            </a:extLst>
          </p:cNvPr>
          <p:cNvSpPr>
            <a:spLocks xmlns:a="http://schemas.openxmlformats.org/drawingml/2006/main" noGrp="1"/>
          </p:cNvSpPr>
          <p:nvPr/>
        </p:nvSpPr>
        <p:spPr>
          <a:xfrm xmlns:a="http://schemas.openxmlformats.org/drawingml/2006/main">
            <a:off x="44577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8" name="">
            <a:extLst xmlns:a="http://schemas.openxmlformats.org/drawingml/2006/main">
              <a:ext uri="{FF2B5EF4-FFF2-40B4-BE49-F238E27FC236}">
                <a16:creationId xmlns:a16="http://schemas.microsoft.com/office/drawing/2014/main" id="{318C1FB5-959A-4DC4-B201-3DF4BC2B8680}"/>
              </a:ext>
            </a:extLst>
          </p:cNvPr>
          <p:cNvSpPr>
            <a:spLocks xmlns:a="http://schemas.openxmlformats.org/drawingml/2006/main" noGrp="1"/>
          </p:cNvSpPr>
          <p:nvPr/>
        </p:nvSpPr>
        <p:spPr>
          <a:xfrm xmlns:a="http://schemas.openxmlformats.org/drawingml/2006/main">
            <a:off x="45624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9" name="">
            <a:extLst xmlns:a="http://schemas.openxmlformats.org/drawingml/2006/main">
              <a:ext uri="{FF2B5EF4-FFF2-40B4-BE49-F238E27FC236}">
                <a16:creationId xmlns:a16="http://schemas.microsoft.com/office/drawing/2014/main" id="{6795245C-A10A-4A62-8253-43CBAFBFD5D2}"/>
              </a:ext>
            </a:extLst>
          </p:cNvPr>
          <p:cNvSpPr>
            <a:spLocks xmlns:a="http://schemas.openxmlformats.org/drawingml/2006/main" noGrp="1"/>
          </p:cNvSpPr>
          <p:nvPr/>
        </p:nvSpPr>
        <p:spPr>
          <a:xfrm xmlns:a="http://schemas.openxmlformats.org/drawingml/2006/main">
            <a:off x="46672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0" name="">
            <a:extLst xmlns:a="http://schemas.openxmlformats.org/drawingml/2006/main">
              <a:ext uri="{FF2B5EF4-FFF2-40B4-BE49-F238E27FC236}">
                <a16:creationId xmlns:a16="http://schemas.microsoft.com/office/drawing/2014/main" id="{C9CE2F5C-FBDD-48E2-81BC-2CD8B16EBE7E}"/>
              </a:ext>
            </a:extLst>
          </p:cNvPr>
          <p:cNvSpPr>
            <a:spLocks xmlns:a="http://schemas.openxmlformats.org/drawingml/2006/main" noGrp="1"/>
          </p:cNvSpPr>
          <p:nvPr/>
        </p:nvSpPr>
        <p:spPr>
          <a:xfrm xmlns:a="http://schemas.openxmlformats.org/drawingml/2006/main">
            <a:off x="47720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1" name="">
            <a:extLst xmlns:a="http://schemas.openxmlformats.org/drawingml/2006/main">
              <a:ext uri="{FF2B5EF4-FFF2-40B4-BE49-F238E27FC236}">
                <a16:creationId xmlns:a16="http://schemas.microsoft.com/office/drawing/2014/main" id="{3D01474C-9BF5-4604-8F98-6378AD6A1C54}"/>
              </a:ext>
            </a:extLst>
          </p:cNvPr>
          <p:cNvSpPr>
            <a:spLocks xmlns:a="http://schemas.openxmlformats.org/drawingml/2006/main" noGrp="1"/>
          </p:cNvSpPr>
          <p:nvPr/>
        </p:nvSpPr>
        <p:spPr>
          <a:xfrm xmlns:a="http://schemas.openxmlformats.org/drawingml/2006/main">
            <a:off x="48768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2" name="">
            <a:extLst xmlns:a="http://schemas.openxmlformats.org/drawingml/2006/main">
              <a:ext uri="{FF2B5EF4-FFF2-40B4-BE49-F238E27FC236}">
                <a16:creationId xmlns:a16="http://schemas.microsoft.com/office/drawing/2014/main" id="{BC51A31A-FE5A-48E0-9C73-BF3268E494AA}"/>
              </a:ext>
            </a:extLst>
          </p:cNvPr>
          <p:cNvSpPr>
            <a:spLocks xmlns:a="http://schemas.openxmlformats.org/drawingml/2006/main" noGrp="1"/>
          </p:cNvSpPr>
          <p:nvPr/>
        </p:nvSpPr>
        <p:spPr>
          <a:xfrm xmlns:a="http://schemas.openxmlformats.org/drawingml/2006/main">
            <a:off x="49815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3" name="">
            <a:extLst xmlns:a="http://schemas.openxmlformats.org/drawingml/2006/main">
              <a:ext uri="{FF2B5EF4-FFF2-40B4-BE49-F238E27FC236}">
                <a16:creationId xmlns:a16="http://schemas.microsoft.com/office/drawing/2014/main" id="{C4847B37-69FD-44CB-885F-65AD102D57B8}"/>
              </a:ext>
            </a:extLst>
          </p:cNvPr>
          <p:cNvSpPr>
            <a:spLocks xmlns:a="http://schemas.openxmlformats.org/drawingml/2006/main" noGrp="1"/>
          </p:cNvSpPr>
          <p:nvPr/>
        </p:nvSpPr>
        <p:spPr>
          <a:xfrm xmlns:a="http://schemas.openxmlformats.org/drawingml/2006/main">
            <a:off x="50863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4" name="">
            <a:extLst xmlns:a="http://schemas.openxmlformats.org/drawingml/2006/main">
              <a:ext uri="{FF2B5EF4-FFF2-40B4-BE49-F238E27FC236}">
                <a16:creationId xmlns:a16="http://schemas.microsoft.com/office/drawing/2014/main" id="{97746750-0D99-4DB9-B737-609F4E0E61D8}"/>
              </a:ext>
            </a:extLst>
          </p:cNvPr>
          <p:cNvSpPr>
            <a:spLocks xmlns:a="http://schemas.openxmlformats.org/drawingml/2006/main" noGrp="1"/>
          </p:cNvSpPr>
          <p:nvPr/>
        </p:nvSpPr>
        <p:spPr>
          <a:xfrm xmlns:a="http://schemas.openxmlformats.org/drawingml/2006/main">
            <a:off x="51911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5" name="">
            <a:extLst xmlns:a="http://schemas.openxmlformats.org/drawingml/2006/main">
              <a:ext uri="{FF2B5EF4-FFF2-40B4-BE49-F238E27FC236}">
                <a16:creationId xmlns:a16="http://schemas.microsoft.com/office/drawing/2014/main" id="{95DF7693-ABC2-4719-B607-7A59586C4120}"/>
              </a:ext>
            </a:extLst>
          </p:cNvPr>
          <p:cNvSpPr>
            <a:spLocks xmlns:a="http://schemas.openxmlformats.org/drawingml/2006/main" noGrp="1"/>
          </p:cNvSpPr>
          <p:nvPr/>
        </p:nvSpPr>
        <p:spPr>
          <a:xfrm xmlns:a="http://schemas.openxmlformats.org/drawingml/2006/main">
            <a:off x="52959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6" name="">
            <a:extLst xmlns:a="http://schemas.openxmlformats.org/drawingml/2006/main">
              <a:ext uri="{FF2B5EF4-FFF2-40B4-BE49-F238E27FC236}">
                <a16:creationId xmlns:a16="http://schemas.microsoft.com/office/drawing/2014/main" id="{4F8B97E5-D5A0-4555-A06D-7428038A2B22}"/>
              </a:ext>
            </a:extLst>
          </p:cNvPr>
          <p:cNvSpPr>
            <a:spLocks xmlns:a="http://schemas.openxmlformats.org/drawingml/2006/main" noGrp="1"/>
          </p:cNvSpPr>
          <p:nvPr/>
        </p:nvSpPr>
        <p:spPr>
          <a:xfrm xmlns:a="http://schemas.openxmlformats.org/drawingml/2006/main">
            <a:off x="54006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7" name="">
            <a:extLst xmlns:a="http://schemas.openxmlformats.org/drawingml/2006/main">
              <a:ext uri="{FF2B5EF4-FFF2-40B4-BE49-F238E27FC236}">
                <a16:creationId xmlns:a16="http://schemas.microsoft.com/office/drawing/2014/main" id="{020F91BA-E150-4407-8A27-B5686D0EFEC3}"/>
              </a:ext>
            </a:extLst>
          </p:cNvPr>
          <p:cNvSpPr>
            <a:spLocks xmlns:a="http://schemas.openxmlformats.org/drawingml/2006/main" noGrp="1"/>
          </p:cNvSpPr>
          <p:nvPr/>
        </p:nvSpPr>
        <p:spPr>
          <a:xfrm xmlns:a="http://schemas.openxmlformats.org/drawingml/2006/main">
            <a:off x="55054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8" name="">
            <a:extLst xmlns:a="http://schemas.openxmlformats.org/drawingml/2006/main">
              <a:ext uri="{FF2B5EF4-FFF2-40B4-BE49-F238E27FC236}">
                <a16:creationId xmlns:a16="http://schemas.microsoft.com/office/drawing/2014/main" id="{8282B68D-A30D-4F0F-B717-E7D5AF97FAB7}"/>
              </a:ext>
            </a:extLst>
          </p:cNvPr>
          <p:cNvSpPr>
            <a:spLocks xmlns:a="http://schemas.openxmlformats.org/drawingml/2006/main" noGrp="1"/>
          </p:cNvSpPr>
          <p:nvPr/>
        </p:nvSpPr>
        <p:spPr>
          <a:xfrm xmlns:a="http://schemas.openxmlformats.org/drawingml/2006/main">
            <a:off x="56102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9" name="">
            <a:extLst xmlns:a="http://schemas.openxmlformats.org/drawingml/2006/main">
              <a:ext uri="{FF2B5EF4-FFF2-40B4-BE49-F238E27FC236}">
                <a16:creationId xmlns:a16="http://schemas.microsoft.com/office/drawing/2014/main" id="{4303A02E-E434-4E84-AEF8-E99DB1C32B58}"/>
              </a:ext>
            </a:extLst>
          </p:cNvPr>
          <p:cNvSpPr>
            <a:spLocks xmlns:a="http://schemas.openxmlformats.org/drawingml/2006/main" noGrp="1"/>
          </p:cNvSpPr>
          <p:nvPr/>
        </p:nvSpPr>
        <p:spPr>
          <a:xfrm xmlns:a="http://schemas.openxmlformats.org/drawingml/2006/main">
            <a:off x="57150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0" name="">
            <a:extLst xmlns:a="http://schemas.openxmlformats.org/drawingml/2006/main">
              <a:ext uri="{FF2B5EF4-FFF2-40B4-BE49-F238E27FC236}">
                <a16:creationId xmlns:a16="http://schemas.microsoft.com/office/drawing/2014/main" id="{8F963E67-B087-4310-A1DA-871B1F0F3C0F}"/>
              </a:ext>
            </a:extLst>
          </p:cNvPr>
          <p:cNvSpPr>
            <a:spLocks xmlns:a="http://schemas.openxmlformats.org/drawingml/2006/main" noGrp="1"/>
          </p:cNvSpPr>
          <p:nvPr/>
        </p:nvSpPr>
        <p:spPr>
          <a:xfrm xmlns:a="http://schemas.openxmlformats.org/drawingml/2006/main">
            <a:off x="3695700" y="21621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191" name="">
            <a:extLst xmlns:a="http://schemas.openxmlformats.org/drawingml/2006/main">
              <a:ext uri="{FF2B5EF4-FFF2-40B4-BE49-F238E27FC236}">
                <a16:creationId xmlns:a16="http://schemas.microsoft.com/office/drawing/2014/main" id="{145BBF9E-821A-465A-BE82-11DDE90C998C}"/>
              </a:ext>
            </a:extLst>
          </p:cNvPr>
          <p:cNvSpPr>
            <a:spLocks xmlns:a="http://schemas.openxmlformats.org/drawingml/2006/main" noGrp="1"/>
          </p:cNvSpPr>
          <p:nvPr/>
        </p:nvSpPr>
        <p:spPr>
          <a:xfrm xmlns:a="http://schemas.openxmlformats.org/drawingml/2006/main">
            <a:off x="3771900" y="22479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capacity, holds, remaining, available</a:t>
            </a:r>
          </a:p>
        </p:txBody>
      </p:sp>
      <p:sp>
        <p:nvSpPr>
          <p:cNvPr id="192" name="">
            <a:extLst xmlns:a="http://schemas.openxmlformats.org/drawingml/2006/main">
              <a:ext uri="{FF2B5EF4-FFF2-40B4-BE49-F238E27FC236}">
                <a16:creationId xmlns:a16="http://schemas.microsoft.com/office/drawing/2014/main" id="{B4DDD052-8C3D-43AB-AB8F-64B69AD8BCCF}"/>
              </a:ext>
            </a:extLst>
          </p:cNvPr>
          <p:cNvSpPr>
            <a:spLocks xmlns:a="http://schemas.openxmlformats.org/drawingml/2006/main" noGrp="1"/>
          </p:cNvSpPr>
          <p:nvPr/>
        </p:nvSpPr>
        <p:spPr>
          <a:xfrm xmlns:a="http://schemas.openxmlformats.org/drawingml/2006/main">
            <a:off x="590550" y="25622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193" name="">
            <a:extLst xmlns:a="http://schemas.openxmlformats.org/drawingml/2006/main">
              <a:ext uri="{FF2B5EF4-FFF2-40B4-BE49-F238E27FC236}">
                <a16:creationId xmlns:a16="http://schemas.microsoft.com/office/drawing/2014/main" id="{EDE838F6-7D35-495C-910D-E260012FAB5F}"/>
              </a:ext>
            </a:extLst>
          </p:cNvPr>
          <p:cNvSpPr>
            <a:spLocks xmlns:a="http://schemas.openxmlformats.org/drawingml/2006/main" noGrp="1"/>
          </p:cNvSpPr>
          <p:nvPr/>
        </p:nvSpPr>
        <p:spPr>
          <a:xfrm xmlns:a="http://schemas.openxmlformats.org/drawingml/2006/main">
            <a:off x="590550" y="26098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2</a:t>
            </a:r>
          </a:p>
        </p:txBody>
      </p:sp>
      <p:sp>
        <p:nvSpPr>
          <p:cNvPr id="194" name="">
            <a:extLst xmlns:a="http://schemas.openxmlformats.org/drawingml/2006/main">
              <a:ext uri="{FF2B5EF4-FFF2-40B4-BE49-F238E27FC236}">
                <a16:creationId xmlns:a16="http://schemas.microsoft.com/office/drawing/2014/main" id="{C3DE2337-C4C9-4C1E-B1A9-33EF2D1C34DE}"/>
              </a:ext>
            </a:extLst>
          </p:cNvPr>
          <p:cNvSpPr>
            <a:spLocks xmlns:a="http://schemas.openxmlformats.org/drawingml/2006/main" noGrp="1"/>
          </p:cNvSpPr>
          <p:nvPr/>
        </p:nvSpPr>
        <p:spPr>
          <a:xfrm xmlns:a="http://schemas.openxmlformats.org/drawingml/2006/main">
            <a:off x="3695700" y="2609850"/>
            <a:ext cx="2076450" cy="76200"/>
          </a:xfrm>
          <a:prstGeom xmlns:a="http://schemas.openxmlformats.org/drawingml/2006/main" prst="rightArrow">
            <a:avLst/>
          </a:prstGeom>
          <a:solidFill xmlns:a="http://schemas.openxmlformats.org/drawingml/2006/main">
            <a:srgbClr val="08BFD3"/>
          </a:solidFill>
          <a:ln xmlns:a="http://schemas.openxmlformats.org/drawingml/2006/main" w="0">
            <a:solidFill>
              <a:srgbClr val="08BFD3"/>
            </a:solidFill>
          </a:ln>
        </p:spPr>
      </p:sp>
      <p:sp>
        <p:nvSpPr>
          <p:cNvPr id="195" name="">
            <a:extLst xmlns:a="http://schemas.openxmlformats.org/drawingml/2006/main">
              <a:ext uri="{FF2B5EF4-FFF2-40B4-BE49-F238E27FC236}">
                <a16:creationId xmlns:a16="http://schemas.microsoft.com/office/drawing/2014/main" id="{D1955331-56D7-4D4D-9C07-E587762A2A46}"/>
              </a:ext>
            </a:extLst>
          </p:cNvPr>
          <p:cNvSpPr>
            <a:spLocks xmlns:a="http://schemas.openxmlformats.org/drawingml/2006/main" noGrp="1"/>
          </p:cNvSpPr>
          <p:nvPr/>
        </p:nvSpPr>
        <p:spPr>
          <a:xfrm xmlns:a="http://schemas.openxmlformats.org/drawingml/2006/main">
            <a:off x="3771900" y="24193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08BFD3"/>
                </a:solidFill>
                <a:latin typeface="Poppins"/>
                <a:ea typeface="Poppins"/>
                <a:cs typeface="Poppins"/>
              </a:defRPr>
            </a:pPr>
            <a:r>
              <a:rPr sz="720" b="1">
                <a:solidFill>
                  <a:srgbClr val="08BFD3"/>
                </a:solidFill>
                <a:latin typeface="Poppins"/>
                <a:ea typeface="Poppins"/>
                <a:cs typeface="Poppins"/>
              </a:rPr>
              <a:t>POST /slots/hold</a:t>
            </a:r>
          </a:p>
        </p:txBody>
      </p:sp>
      <p:sp>
        <p:nvSpPr>
          <p:cNvPr id="196" name="">
            <a:extLst xmlns:a="http://schemas.openxmlformats.org/drawingml/2006/main">
              <a:ext uri="{FF2B5EF4-FFF2-40B4-BE49-F238E27FC236}">
                <a16:creationId xmlns:a16="http://schemas.microsoft.com/office/drawing/2014/main" id="{BB70E8BF-0E06-46AA-A7F6-BAFF659DA8E4}"/>
              </a:ext>
            </a:extLst>
          </p:cNvPr>
          <p:cNvSpPr>
            <a:spLocks xmlns:a="http://schemas.openxmlformats.org/drawingml/2006/main" noGrp="1"/>
          </p:cNvSpPr>
          <p:nvPr/>
        </p:nvSpPr>
        <p:spPr>
          <a:xfrm xmlns:a="http://schemas.openxmlformats.org/drawingml/2006/main">
            <a:off x="38290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7" name="">
            <a:extLst xmlns:a="http://schemas.openxmlformats.org/drawingml/2006/main">
              <a:ext uri="{FF2B5EF4-FFF2-40B4-BE49-F238E27FC236}">
                <a16:creationId xmlns:a16="http://schemas.microsoft.com/office/drawing/2014/main" id="{6F7DD198-E301-4FB2-8CD4-59DE5DD542A1}"/>
              </a:ext>
            </a:extLst>
          </p:cNvPr>
          <p:cNvSpPr>
            <a:spLocks xmlns:a="http://schemas.openxmlformats.org/drawingml/2006/main" noGrp="1"/>
          </p:cNvSpPr>
          <p:nvPr/>
        </p:nvSpPr>
        <p:spPr>
          <a:xfrm xmlns:a="http://schemas.openxmlformats.org/drawingml/2006/main">
            <a:off x="39338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8" name="">
            <a:extLst xmlns:a="http://schemas.openxmlformats.org/drawingml/2006/main">
              <a:ext uri="{FF2B5EF4-FFF2-40B4-BE49-F238E27FC236}">
                <a16:creationId xmlns:a16="http://schemas.microsoft.com/office/drawing/2014/main" id="{363CA078-1FC6-46DF-8E0F-12AC1706293D}"/>
              </a:ext>
            </a:extLst>
          </p:cNvPr>
          <p:cNvSpPr>
            <a:spLocks xmlns:a="http://schemas.openxmlformats.org/drawingml/2006/main" noGrp="1"/>
          </p:cNvSpPr>
          <p:nvPr/>
        </p:nvSpPr>
        <p:spPr>
          <a:xfrm xmlns:a="http://schemas.openxmlformats.org/drawingml/2006/main">
            <a:off x="40386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9" name="">
            <a:extLst xmlns:a="http://schemas.openxmlformats.org/drawingml/2006/main">
              <a:ext uri="{FF2B5EF4-FFF2-40B4-BE49-F238E27FC236}">
                <a16:creationId xmlns:a16="http://schemas.microsoft.com/office/drawing/2014/main" id="{AD7288A4-3AAA-4B24-A8AD-7F0095F5A711}"/>
              </a:ext>
            </a:extLst>
          </p:cNvPr>
          <p:cNvSpPr>
            <a:spLocks xmlns:a="http://schemas.openxmlformats.org/drawingml/2006/main" noGrp="1"/>
          </p:cNvSpPr>
          <p:nvPr/>
        </p:nvSpPr>
        <p:spPr>
          <a:xfrm xmlns:a="http://schemas.openxmlformats.org/drawingml/2006/main">
            <a:off x="41433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0" name="">
            <a:extLst xmlns:a="http://schemas.openxmlformats.org/drawingml/2006/main">
              <a:ext uri="{FF2B5EF4-FFF2-40B4-BE49-F238E27FC236}">
                <a16:creationId xmlns:a16="http://schemas.microsoft.com/office/drawing/2014/main" id="{4461941B-0113-4B42-879D-90E072FA41B1}"/>
              </a:ext>
            </a:extLst>
          </p:cNvPr>
          <p:cNvSpPr>
            <a:spLocks xmlns:a="http://schemas.openxmlformats.org/drawingml/2006/main" noGrp="1"/>
          </p:cNvSpPr>
          <p:nvPr/>
        </p:nvSpPr>
        <p:spPr>
          <a:xfrm xmlns:a="http://schemas.openxmlformats.org/drawingml/2006/main">
            <a:off x="42481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1" name="">
            <a:extLst xmlns:a="http://schemas.openxmlformats.org/drawingml/2006/main">
              <a:ext uri="{FF2B5EF4-FFF2-40B4-BE49-F238E27FC236}">
                <a16:creationId xmlns:a16="http://schemas.microsoft.com/office/drawing/2014/main" id="{60BEA2CD-57C9-470B-B245-59339E73D0A7}"/>
              </a:ext>
            </a:extLst>
          </p:cNvPr>
          <p:cNvSpPr>
            <a:spLocks xmlns:a="http://schemas.openxmlformats.org/drawingml/2006/main" noGrp="1"/>
          </p:cNvSpPr>
          <p:nvPr/>
        </p:nvSpPr>
        <p:spPr>
          <a:xfrm xmlns:a="http://schemas.openxmlformats.org/drawingml/2006/main">
            <a:off x="43529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2" name="">
            <a:extLst xmlns:a="http://schemas.openxmlformats.org/drawingml/2006/main">
              <a:ext uri="{FF2B5EF4-FFF2-40B4-BE49-F238E27FC236}">
                <a16:creationId xmlns:a16="http://schemas.microsoft.com/office/drawing/2014/main" id="{AB2E2D47-863C-4B99-BF8A-9030267DE5F5}"/>
              </a:ext>
            </a:extLst>
          </p:cNvPr>
          <p:cNvSpPr>
            <a:spLocks xmlns:a="http://schemas.openxmlformats.org/drawingml/2006/main" noGrp="1"/>
          </p:cNvSpPr>
          <p:nvPr/>
        </p:nvSpPr>
        <p:spPr>
          <a:xfrm xmlns:a="http://schemas.openxmlformats.org/drawingml/2006/main">
            <a:off x="44577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3" name="">
            <a:extLst xmlns:a="http://schemas.openxmlformats.org/drawingml/2006/main">
              <a:ext uri="{FF2B5EF4-FFF2-40B4-BE49-F238E27FC236}">
                <a16:creationId xmlns:a16="http://schemas.microsoft.com/office/drawing/2014/main" id="{9100A2D2-7BB8-4486-A050-5467B90E652B}"/>
              </a:ext>
            </a:extLst>
          </p:cNvPr>
          <p:cNvSpPr>
            <a:spLocks xmlns:a="http://schemas.openxmlformats.org/drawingml/2006/main" noGrp="1"/>
          </p:cNvSpPr>
          <p:nvPr/>
        </p:nvSpPr>
        <p:spPr>
          <a:xfrm xmlns:a="http://schemas.openxmlformats.org/drawingml/2006/main">
            <a:off x="45624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4" name="">
            <a:extLst xmlns:a="http://schemas.openxmlformats.org/drawingml/2006/main">
              <a:ext uri="{FF2B5EF4-FFF2-40B4-BE49-F238E27FC236}">
                <a16:creationId xmlns:a16="http://schemas.microsoft.com/office/drawing/2014/main" id="{87A2BD6B-2EBC-4659-B19D-F3969FFAD1A7}"/>
              </a:ext>
            </a:extLst>
          </p:cNvPr>
          <p:cNvSpPr>
            <a:spLocks xmlns:a="http://schemas.openxmlformats.org/drawingml/2006/main" noGrp="1"/>
          </p:cNvSpPr>
          <p:nvPr/>
        </p:nvSpPr>
        <p:spPr>
          <a:xfrm xmlns:a="http://schemas.openxmlformats.org/drawingml/2006/main">
            <a:off x="46672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5" name="">
            <a:extLst xmlns:a="http://schemas.openxmlformats.org/drawingml/2006/main">
              <a:ext uri="{FF2B5EF4-FFF2-40B4-BE49-F238E27FC236}">
                <a16:creationId xmlns:a16="http://schemas.microsoft.com/office/drawing/2014/main" id="{6B4E2A75-D66D-45E8-984F-A365E472E33F}"/>
              </a:ext>
            </a:extLst>
          </p:cNvPr>
          <p:cNvSpPr>
            <a:spLocks xmlns:a="http://schemas.openxmlformats.org/drawingml/2006/main" noGrp="1"/>
          </p:cNvSpPr>
          <p:nvPr/>
        </p:nvSpPr>
        <p:spPr>
          <a:xfrm xmlns:a="http://schemas.openxmlformats.org/drawingml/2006/main">
            <a:off x="47720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6" name="">
            <a:extLst xmlns:a="http://schemas.openxmlformats.org/drawingml/2006/main">
              <a:ext uri="{FF2B5EF4-FFF2-40B4-BE49-F238E27FC236}">
                <a16:creationId xmlns:a16="http://schemas.microsoft.com/office/drawing/2014/main" id="{4FEA2E04-DFDD-4EC2-A9F5-F72DAFEF0A09}"/>
              </a:ext>
            </a:extLst>
          </p:cNvPr>
          <p:cNvSpPr>
            <a:spLocks xmlns:a="http://schemas.openxmlformats.org/drawingml/2006/main" noGrp="1"/>
          </p:cNvSpPr>
          <p:nvPr/>
        </p:nvSpPr>
        <p:spPr>
          <a:xfrm xmlns:a="http://schemas.openxmlformats.org/drawingml/2006/main">
            <a:off x="48768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7" name="">
            <a:extLst xmlns:a="http://schemas.openxmlformats.org/drawingml/2006/main">
              <a:ext uri="{FF2B5EF4-FFF2-40B4-BE49-F238E27FC236}">
                <a16:creationId xmlns:a16="http://schemas.microsoft.com/office/drawing/2014/main" id="{7E8B195E-6814-4FB2-95C6-5CCDA5ACBE27}"/>
              </a:ext>
            </a:extLst>
          </p:cNvPr>
          <p:cNvSpPr>
            <a:spLocks xmlns:a="http://schemas.openxmlformats.org/drawingml/2006/main" noGrp="1"/>
          </p:cNvSpPr>
          <p:nvPr/>
        </p:nvSpPr>
        <p:spPr>
          <a:xfrm xmlns:a="http://schemas.openxmlformats.org/drawingml/2006/main">
            <a:off x="49815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8" name="">
            <a:extLst xmlns:a="http://schemas.openxmlformats.org/drawingml/2006/main">
              <a:ext uri="{FF2B5EF4-FFF2-40B4-BE49-F238E27FC236}">
                <a16:creationId xmlns:a16="http://schemas.microsoft.com/office/drawing/2014/main" id="{EA0324B1-1803-4A8F-A1CB-D9011755674D}"/>
              </a:ext>
            </a:extLst>
          </p:cNvPr>
          <p:cNvSpPr>
            <a:spLocks xmlns:a="http://schemas.openxmlformats.org/drawingml/2006/main" noGrp="1"/>
          </p:cNvSpPr>
          <p:nvPr/>
        </p:nvSpPr>
        <p:spPr>
          <a:xfrm xmlns:a="http://schemas.openxmlformats.org/drawingml/2006/main">
            <a:off x="50863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9" name="">
            <a:extLst xmlns:a="http://schemas.openxmlformats.org/drawingml/2006/main">
              <a:ext uri="{FF2B5EF4-FFF2-40B4-BE49-F238E27FC236}">
                <a16:creationId xmlns:a16="http://schemas.microsoft.com/office/drawing/2014/main" id="{BF14700F-7816-41CE-A148-6D48EE26A423}"/>
              </a:ext>
            </a:extLst>
          </p:cNvPr>
          <p:cNvSpPr>
            <a:spLocks xmlns:a="http://schemas.openxmlformats.org/drawingml/2006/main" noGrp="1"/>
          </p:cNvSpPr>
          <p:nvPr/>
        </p:nvSpPr>
        <p:spPr>
          <a:xfrm xmlns:a="http://schemas.openxmlformats.org/drawingml/2006/main">
            <a:off x="51911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0" name="">
            <a:extLst xmlns:a="http://schemas.openxmlformats.org/drawingml/2006/main">
              <a:ext uri="{FF2B5EF4-FFF2-40B4-BE49-F238E27FC236}">
                <a16:creationId xmlns:a16="http://schemas.microsoft.com/office/drawing/2014/main" id="{7A7694DD-10FF-44E0-9BF5-DAA678F3B981}"/>
              </a:ext>
            </a:extLst>
          </p:cNvPr>
          <p:cNvSpPr>
            <a:spLocks xmlns:a="http://schemas.openxmlformats.org/drawingml/2006/main" noGrp="1"/>
          </p:cNvSpPr>
          <p:nvPr/>
        </p:nvSpPr>
        <p:spPr>
          <a:xfrm xmlns:a="http://schemas.openxmlformats.org/drawingml/2006/main">
            <a:off x="52959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1" name="">
            <a:extLst xmlns:a="http://schemas.openxmlformats.org/drawingml/2006/main">
              <a:ext uri="{FF2B5EF4-FFF2-40B4-BE49-F238E27FC236}">
                <a16:creationId xmlns:a16="http://schemas.microsoft.com/office/drawing/2014/main" id="{2FAE05E6-9211-474D-BB87-975144B045BB}"/>
              </a:ext>
            </a:extLst>
          </p:cNvPr>
          <p:cNvSpPr>
            <a:spLocks xmlns:a="http://schemas.openxmlformats.org/drawingml/2006/main" noGrp="1"/>
          </p:cNvSpPr>
          <p:nvPr/>
        </p:nvSpPr>
        <p:spPr>
          <a:xfrm xmlns:a="http://schemas.openxmlformats.org/drawingml/2006/main">
            <a:off x="54006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2" name="">
            <a:extLst xmlns:a="http://schemas.openxmlformats.org/drawingml/2006/main">
              <a:ext uri="{FF2B5EF4-FFF2-40B4-BE49-F238E27FC236}">
                <a16:creationId xmlns:a16="http://schemas.microsoft.com/office/drawing/2014/main" id="{A29EE55E-DE49-49D1-B29D-B134ACC30D66}"/>
              </a:ext>
            </a:extLst>
          </p:cNvPr>
          <p:cNvSpPr>
            <a:spLocks xmlns:a="http://schemas.openxmlformats.org/drawingml/2006/main" noGrp="1"/>
          </p:cNvSpPr>
          <p:nvPr/>
        </p:nvSpPr>
        <p:spPr>
          <a:xfrm xmlns:a="http://schemas.openxmlformats.org/drawingml/2006/main">
            <a:off x="55054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3" name="">
            <a:extLst xmlns:a="http://schemas.openxmlformats.org/drawingml/2006/main">
              <a:ext uri="{FF2B5EF4-FFF2-40B4-BE49-F238E27FC236}">
                <a16:creationId xmlns:a16="http://schemas.microsoft.com/office/drawing/2014/main" id="{E25E6835-3587-4E75-BCEC-395542DC6312}"/>
              </a:ext>
            </a:extLst>
          </p:cNvPr>
          <p:cNvSpPr>
            <a:spLocks xmlns:a="http://schemas.openxmlformats.org/drawingml/2006/main" noGrp="1"/>
          </p:cNvSpPr>
          <p:nvPr/>
        </p:nvSpPr>
        <p:spPr>
          <a:xfrm xmlns:a="http://schemas.openxmlformats.org/drawingml/2006/main">
            <a:off x="56102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4" name="">
            <a:extLst xmlns:a="http://schemas.openxmlformats.org/drawingml/2006/main">
              <a:ext uri="{FF2B5EF4-FFF2-40B4-BE49-F238E27FC236}">
                <a16:creationId xmlns:a16="http://schemas.microsoft.com/office/drawing/2014/main" id="{A49A48DB-3E9D-4AD9-A691-66EAF27D18BA}"/>
              </a:ext>
            </a:extLst>
          </p:cNvPr>
          <p:cNvSpPr>
            <a:spLocks xmlns:a="http://schemas.openxmlformats.org/drawingml/2006/main" noGrp="1"/>
          </p:cNvSpPr>
          <p:nvPr/>
        </p:nvSpPr>
        <p:spPr>
          <a:xfrm xmlns:a="http://schemas.openxmlformats.org/drawingml/2006/main">
            <a:off x="57150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5" name="">
            <a:extLst xmlns:a="http://schemas.openxmlformats.org/drawingml/2006/main">
              <a:ext uri="{FF2B5EF4-FFF2-40B4-BE49-F238E27FC236}">
                <a16:creationId xmlns:a16="http://schemas.microsoft.com/office/drawing/2014/main" id="{C876E52F-D48A-425E-AF4A-43D47010ECE3}"/>
              </a:ext>
            </a:extLst>
          </p:cNvPr>
          <p:cNvSpPr>
            <a:spLocks xmlns:a="http://schemas.openxmlformats.org/drawingml/2006/main" noGrp="1"/>
          </p:cNvSpPr>
          <p:nvPr/>
        </p:nvSpPr>
        <p:spPr>
          <a:xfrm xmlns:a="http://schemas.openxmlformats.org/drawingml/2006/main">
            <a:off x="3695700" y="27336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16" name="">
            <a:extLst xmlns:a="http://schemas.openxmlformats.org/drawingml/2006/main">
              <a:ext uri="{FF2B5EF4-FFF2-40B4-BE49-F238E27FC236}">
                <a16:creationId xmlns:a16="http://schemas.microsoft.com/office/drawing/2014/main" id="{F7CA2A2B-CB21-4C7D-9831-57A7C7D60951}"/>
              </a:ext>
            </a:extLst>
          </p:cNvPr>
          <p:cNvSpPr>
            <a:spLocks xmlns:a="http://schemas.openxmlformats.org/drawingml/2006/main" noGrp="1"/>
          </p:cNvSpPr>
          <p:nvPr/>
        </p:nvSpPr>
        <p:spPr>
          <a:xfrm xmlns:a="http://schemas.openxmlformats.org/drawingml/2006/main">
            <a:off x="3771900" y="28194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expiresAt = now + 15 minutes</a:t>
            </a:r>
          </a:p>
        </p:txBody>
      </p:sp>
      <p:sp>
        <p:nvSpPr>
          <p:cNvPr id="217" name="">
            <a:extLst xmlns:a="http://schemas.openxmlformats.org/drawingml/2006/main">
              <a:ext uri="{FF2B5EF4-FFF2-40B4-BE49-F238E27FC236}">
                <a16:creationId xmlns:a16="http://schemas.microsoft.com/office/drawing/2014/main" id="{7BCD5FB0-2A50-4531-B32B-067DBA00D44C}"/>
              </a:ext>
            </a:extLst>
          </p:cNvPr>
          <p:cNvSpPr>
            <a:spLocks xmlns:a="http://schemas.openxmlformats.org/drawingml/2006/main" noGrp="1"/>
          </p:cNvSpPr>
          <p:nvPr/>
        </p:nvSpPr>
        <p:spPr>
          <a:xfrm xmlns:a="http://schemas.openxmlformats.org/drawingml/2006/main">
            <a:off x="590550" y="3133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18" name="">
            <a:extLst xmlns:a="http://schemas.openxmlformats.org/drawingml/2006/main">
              <a:ext uri="{FF2B5EF4-FFF2-40B4-BE49-F238E27FC236}">
                <a16:creationId xmlns:a16="http://schemas.microsoft.com/office/drawing/2014/main" id="{6C8A31E1-90B1-4A22-9D5E-EBD9E844C3A9}"/>
              </a:ext>
            </a:extLst>
          </p:cNvPr>
          <p:cNvSpPr>
            <a:spLocks xmlns:a="http://schemas.openxmlformats.org/drawingml/2006/main" noGrp="1"/>
          </p:cNvSpPr>
          <p:nvPr/>
        </p:nvSpPr>
        <p:spPr>
          <a:xfrm xmlns:a="http://schemas.openxmlformats.org/drawingml/2006/main">
            <a:off x="590550" y="3181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3</a:t>
            </a:r>
          </a:p>
        </p:txBody>
      </p:sp>
      <p:sp>
        <p:nvSpPr>
          <p:cNvPr id="219" name="">
            <a:extLst xmlns:a="http://schemas.openxmlformats.org/drawingml/2006/main">
              <a:ext uri="{FF2B5EF4-FFF2-40B4-BE49-F238E27FC236}">
                <a16:creationId xmlns:a16="http://schemas.microsoft.com/office/drawing/2014/main" id="{38C22E46-13A3-4825-8CB7-AE19BEC24011}"/>
              </a:ext>
            </a:extLst>
          </p:cNvPr>
          <p:cNvSpPr>
            <a:spLocks xmlns:a="http://schemas.openxmlformats.org/drawingml/2006/main" noGrp="1"/>
          </p:cNvSpPr>
          <p:nvPr/>
        </p:nvSpPr>
        <p:spPr>
          <a:xfrm xmlns:a="http://schemas.openxmlformats.org/drawingml/2006/main">
            <a:off x="3695700" y="3181350"/>
            <a:ext cx="2076450" cy="76200"/>
          </a:xfrm>
          <a:prstGeom xmlns:a="http://schemas.openxmlformats.org/drawingml/2006/main" prst="rightArrow">
            <a:avLst/>
          </a:prstGeom>
          <a:solidFill xmlns:a="http://schemas.openxmlformats.org/drawingml/2006/main">
            <a:srgbClr val="8613B8"/>
          </a:solidFill>
          <a:ln xmlns:a="http://schemas.openxmlformats.org/drawingml/2006/main" w="0">
            <a:solidFill>
              <a:srgbClr val="8613B8"/>
            </a:solidFill>
          </a:ln>
        </p:spPr>
      </p:sp>
      <p:sp>
        <p:nvSpPr>
          <p:cNvPr id="220" name="">
            <a:extLst xmlns:a="http://schemas.openxmlformats.org/drawingml/2006/main">
              <a:ext uri="{FF2B5EF4-FFF2-40B4-BE49-F238E27FC236}">
                <a16:creationId xmlns:a16="http://schemas.microsoft.com/office/drawing/2014/main" id="{0BABA96A-58FD-4437-B206-86ED630D7C97}"/>
              </a:ext>
            </a:extLst>
          </p:cNvPr>
          <p:cNvSpPr>
            <a:spLocks xmlns:a="http://schemas.openxmlformats.org/drawingml/2006/main" noGrp="1"/>
          </p:cNvSpPr>
          <p:nvPr/>
        </p:nvSpPr>
        <p:spPr>
          <a:xfrm xmlns:a="http://schemas.openxmlformats.org/drawingml/2006/main">
            <a:off x="3771900" y="29908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0505"/>
          </a:bodyPr>
          <a:lstStyle xmlns:a="http://schemas.openxmlformats.org/drawingml/2006/main"/>
          <a:p xmlns:a="http://schemas.openxmlformats.org/drawingml/2006/main">
            <a:pPr algn="ctr">
              <a:defRPr sz="720" b="1">
                <a:solidFill>
                  <a:srgbClr val="8613B8"/>
                </a:solidFill>
                <a:latin typeface="Poppins"/>
                <a:ea typeface="Poppins"/>
                <a:cs typeface="Poppins"/>
              </a:defRPr>
            </a:pPr>
            <a:r>
              <a:rPr sz="720" b="1">
                <a:solidFill>
                  <a:srgbClr val="8613B8"/>
                </a:solidFill>
                <a:latin typeface="Poppins"/>
                <a:ea typeface="Poppins"/>
                <a:cs typeface="Poppins"/>
              </a:rPr>
              <a:t>POST /bookings/validate-voucher + /staff-options</a:t>
            </a:r>
          </a:p>
        </p:txBody>
      </p:sp>
      <p:sp>
        <p:nvSpPr>
          <p:cNvPr id="221" name="">
            <a:extLst xmlns:a="http://schemas.openxmlformats.org/drawingml/2006/main">
              <a:ext uri="{FF2B5EF4-FFF2-40B4-BE49-F238E27FC236}">
                <a16:creationId xmlns:a16="http://schemas.microsoft.com/office/drawing/2014/main" id="{31B6421E-D35C-459C-95D4-2D7C5F4C8339}"/>
              </a:ext>
            </a:extLst>
          </p:cNvPr>
          <p:cNvSpPr>
            <a:spLocks xmlns:a="http://schemas.openxmlformats.org/drawingml/2006/main" noGrp="1"/>
          </p:cNvSpPr>
          <p:nvPr/>
        </p:nvSpPr>
        <p:spPr>
          <a:xfrm xmlns:a="http://schemas.openxmlformats.org/drawingml/2006/main">
            <a:off x="38290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2" name="">
            <a:extLst xmlns:a="http://schemas.openxmlformats.org/drawingml/2006/main">
              <a:ext uri="{FF2B5EF4-FFF2-40B4-BE49-F238E27FC236}">
                <a16:creationId xmlns:a16="http://schemas.microsoft.com/office/drawing/2014/main" id="{D1245687-ABD0-4A86-BA78-A4F21EC8E2CD}"/>
              </a:ext>
            </a:extLst>
          </p:cNvPr>
          <p:cNvSpPr>
            <a:spLocks xmlns:a="http://schemas.openxmlformats.org/drawingml/2006/main" noGrp="1"/>
          </p:cNvSpPr>
          <p:nvPr/>
        </p:nvSpPr>
        <p:spPr>
          <a:xfrm xmlns:a="http://schemas.openxmlformats.org/drawingml/2006/main">
            <a:off x="39338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3" name="">
            <a:extLst xmlns:a="http://schemas.openxmlformats.org/drawingml/2006/main">
              <a:ext uri="{FF2B5EF4-FFF2-40B4-BE49-F238E27FC236}">
                <a16:creationId xmlns:a16="http://schemas.microsoft.com/office/drawing/2014/main" id="{E326AB0A-2A94-4CA1-9088-973CB452E7D0}"/>
              </a:ext>
            </a:extLst>
          </p:cNvPr>
          <p:cNvSpPr>
            <a:spLocks xmlns:a="http://schemas.openxmlformats.org/drawingml/2006/main" noGrp="1"/>
          </p:cNvSpPr>
          <p:nvPr/>
        </p:nvSpPr>
        <p:spPr>
          <a:xfrm xmlns:a="http://schemas.openxmlformats.org/drawingml/2006/main">
            <a:off x="40386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4" name="">
            <a:extLst xmlns:a="http://schemas.openxmlformats.org/drawingml/2006/main">
              <a:ext uri="{FF2B5EF4-FFF2-40B4-BE49-F238E27FC236}">
                <a16:creationId xmlns:a16="http://schemas.microsoft.com/office/drawing/2014/main" id="{85005C9F-4EDC-4618-916E-33C831074560}"/>
              </a:ext>
            </a:extLst>
          </p:cNvPr>
          <p:cNvSpPr>
            <a:spLocks xmlns:a="http://schemas.openxmlformats.org/drawingml/2006/main" noGrp="1"/>
          </p:cNvSpPr>
          <p:nvPr/>
        </p:nvSpPr>
        <p:spPr>
          <a:xfrm xmlns:a="http://schemas.openxmlformats.org/drawingml/2006/main">
            <a:off x="41433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5" name="">
            <a:extLst xmlns:a="http://schemas.openxmlformats.org/drawingml/2006/main">
              <a:ext uri="{FF2B5EF4-FFF2-40B4-BE49-F238E27FC236}">
                <a16:creationId xmlns:a16="http://schemas.microsoft.com/office/drawing/2014/main" id="{4DEB54AE-54E9-45B3-BB6C-C0DA662A9D65}"/>
              </a:ext>
            </a:extLst>
          </p:cNvPr>
          <p:cNvSpPr>
            <a:spLocks xmlns:a="http://schemas.openxmlformats.org/drawingml/2006/main" noGrp="1"/>
          </p:cNvSpPr>
          <p:nvPr/>
        </p:nvSpPr>
        <p:spPr>
          <a:xfrm xmlns:a="http://schemas.openxmlformats.org/drawingml/2006/main">
            <a:off x="42481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6" name="">
            <a:extLst xmlns:a="http://schemas.openxmlformats.org/drawingml/2006/main">
              <a:ext uri="{FF2B5EF4-FFF2-40B4-BE49-F238E27FC236}">
                <a16:creationId xmlns:a16="http://schemas.microsoft.com/office/drawing/2014/main" id="{35BEAA4E-BADD-40A2-B704-2B4779FEA276}"/>
              </a:ext>
            </a:extLst>
          </p:cNvPr>
          <p:cNvSpPr>
            <a:spLocks xmlns:a="http://schemas.openxmlformats.org/drawingml/2006/main" noGrp="1"/>
          </p:cNvSpPr>
          <p:nvPr/>
        </p:nvSpPr>
        <p:spPr>
          <a:xfrm xmlns:a="http://schemas.openxmlformats.org/drawingml/2006/main">
            <a:off x="43529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7" name="">
            <a:extLst xmlns:a="http://schemas.openxmlformats.org/drawingml/2006/main">
              <a:ext uri="{FF2B5EF4-FFF2-40B4-BE49-F238E27FC236}">
                <a16:creationId xmlns:a16="http://schemas.microsoft.com/office/drawing/2014/main" id="{B864BADA-E8AE-44E1-ABD8-C592B78B5EAE}"/>
              </a:ext>
            </a:extLst>
          </p:cNvPr>
          <p:cNvSpPr>
            <a:spLocks xmlns:a="http://schemas.openxmlformats.org/drawingml/2006/main" noGrp="1"/>
          </p:cNvSpPr>
          <p:nvPr/>
        </p:nvSpPr>
        <p:spPr>
          <a:xfrm xmlns:a="http://schemas.openxmlformats.org/drawingml/2006/main">
            <a:off x="44577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8" name="">
            <a:extLst xmlns:a="http://schemas.openxmlformats.org/drawingml/2006/main">
              <a:ext uri="{FF2B5EF4-FFF2-40B4-BE49-F238E27FC236}">
                <a16:creationId xmlns:a16="http://schemas.microsoft.com/office/drawing/2014/main" id="{222D32D7-3D11-4B7A-892C-4B2BD5B59979}"/>
              </a:ext>
            </a:extLst>
          </p:cNvPr>
          <p:cNvSpPr>
            <a:spLocks xmlns:a="http://schemas.openxmlformats.org/drawingml/2006/main" noGrp="1"/>
          </p:cNvSpPr>
          <p:nvPr/>
        </p:nvSpPr>
        <p:spPr>
          <a:xfrm xmlns:a="http://schemas.openxmlformats.org/drawingml/2006/main">
            <a:off x="45624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9" name="">
            <a:extLst xmlns:a="http://schemas.openxmlformats.org/drawingml/2006/main">
              <a:ext uri="{FF2B5EF4-FFF2-40B4-BE49-F238E27FC236}">
                <a16:creationId xmlns:a16="http://schemas.microsoft.com/office/drawing/2014/main" id="{31B3691F-E92C-4E0C-B1AD-74A0CA4B47C6}"/>
              </a:ext>
            </a:extLst>
          </p:cNvPr>
          <p:cNvSpPr>
            <a:spLocks xmlns:a="http://schemas.openxmlformats.org/drawingml/2006/main" noGrp="1"/>
          </p:cNvSpPr>
          <p:nvPr/>
        </p:nvSpPr>
        <p:spPr>
          <a:xfrm xmlns:a="http://schemas.openxmlformats.org/drawingml/2006/main">
            <a:off x="46672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0" name="">
            <a:extLst xmlns:a="http://schemas.openxmlformats.org/drawingml/2006/main">
              <a:ext uri="{FF2B5EF4-FFF2-40B4-BE49-F238E27FC236}">
                <a16:creationId xmlns:a16="http://schemas.microsoft.com/office/drawing/2014/main" id="{BD83B92D-6BC1-4243-895F-8DB6B7EFFF9A}"/>
              </a:ext>
            </a:extLst>
          </p:cNvPr>
          <p:cNvSpPr>
            <a:spLocks xmlns:a="http://schemas.openxmlformats.org/drawingml/2006/main" noGrp="1"/>
          </p:cNvSpPr>
          <p:nvPr/>
        </p:nvSpPr>
        <p:spPr>
          <a:xfrm xmlns:a="http://schemas.openxmlformats.org/drawingml/2006/main">
            <a:off x="47720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1" name="">
            <a:extLst xmlns:a="http://schemas.openxmlformats.org/drawingml/2006/main">
              <a:ext uri="{FF2B5EF4-FFF2-40B4-BE49-F238E27FC236}">
                <a16:creationId xmlns:a16="http://schemas.microsoft.com/office/drawing/2014/main" id="{DF7D55C7-8087-44DB-8EB1-9AED2E722F9E}"/>
              </a:ext>
            </a:extLst>
          </p:cNvPr>
          <p:cNvSpPr>
            <a:spLocks xmlns:a="http://schemas.openxmlformats.org/drawingml/2006/main" noGrp="1"/>
          </p:cNvSpPr>
          <p:nvPr/>
        </p:nvSpPr>
        <p:spPr>
          <a:xfrm xmlns:a="http://schemas.openxmlformats.org/drawingml/2006/main">
            <a:off x="48768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2" name="">
            <a:extLst xmlns:a="http://schemas.openxmlformats.org/drawingml/2006/main">
              <a:ext uri="{FF2B5EF4-FFF2-40B4-BE49-F238E27FC236}">
                <a16:creationId xmlns:a16="http://schemas.microsoft.com/office/drawing/2014/main" id="{490696EC-24B8-4EB4-9064-7A094CD7B8C7}"/>
              </a:ext>
            </a:extLst>
          </p:cNvPr>
          <p:cNvSpPr>
            <a:spLocks xmlns:a="http://schemas.openxmlformats.org/drawingml/2006/main" noGrp="1"/>
          </p:cNvSpPr>
          <p:nvPr/>
        </p:nvSpPr>
        <p:spPr>
          <a:xfrm xmlns:a="http://schemas.openxmlformats.org/drawingml/2006/main">
            <a:off x="49815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3" name="">
            <a:extLst xmlns:a="http://schemas.openxmlformats.org/drawingml/2006/main">
              <a:ext uri="{FF2B5EF4-FFF2-40B4-BE49-F238E27FC236}">
                <a16:creationId xmlns:a16="http://schemas.microsoft.com/office/drawing/2014/main" id="{549E469E-A987-4FF2-9939-B6E237D18AB6}"/>
              </a:ext>
            </a:extLst>
          </p:cNvPr>
          <p:cNvSpPr>
            <a:spLocks xmlns:a="http://schemas.openxmlformats.org/drawingml/2006/main" noGrp="1"/>
          </p:cNvSpPr>
          <p:nvPr/>
        </p:nvSpPr>
        <p:spPr>
          <a:xfrm xmlns:a="http://schemas.openxmlformats.org/drawingml/2006/main">
            <a:off x="50863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4" name="">
            <a:extLst xmlns:a="http://schemas.openxmlformats.org/drawingml/2006/main">
              <a:ext uri="{FF2B5EF4-FFF2-40B4-BE49-F238E27FC236}">
                <a16:creationId xmlns:a16="http://schemas.microsoft.com/office/drawing/2014/main" id="{EB800B12-299E-4167-A9C3-8AFD62351153}"/>
              </a:ext>
            </a:extLst>
          </p:cNvPr>
          <p:cNvSpPr>
            <a:spLocks xmlns:a="http://schemas.openxmlformats.org/drawingml/2006/main" noGrp="1"/>
          </p:cNvSpPr>
          <p:nvPr/>
        </p:nvSpPr>
        <p:spPr>
          <a:xfrm xmlns:a="http://schemas.openxmlformats.org/drawingml/2006/main">
            <a:off x="51911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5" name="">
            <a:extLst xmlns:a="http://schemas.openxmlformats.org/drawingml/2006/main">
              <a:ext uri="{FF2B5EF4-FFF2-40B4-BE49-F238E27FC236}">
                <a16:creationId xmlns:a16="http://schemas.microsoft.com/office/drawing/2014/main" id="{DBD01A6B-E60D-475C-8A28-C9BE6451F423}"/>
              </a:ext>
            </a:extLst>
          </p:cNvPr>
          <p:cNvSpPr>
            <a:spLocks xmlns:a="http://schemas.openxmlformats.org/drawingml/2006/main" noGrp="1"/>
          </p:cNvSpPr>
          <p:nvPr/>
        </p:nvSpPr>
        <p:spPr>
          <a:xfrm xmlns:a="http://schemas.openxmlformats.org/drawingml/2006/main">
            <a:off x="52959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6" name="">
            <a:extLst xmlns:a="http://schemas.openxmlformats.org/drawingml/2006/main">
              <a:ext uri="{FF2B5EF4-FFF2-40B4-BE49-F238E27FC236}">
                <a16:creationId xmlns:a16="http://schemas.microsoft.com/office/drawing/2014/main" id="{D404E41F-4085-4567-96C6-067D5151B57C}"/>
              </a:ext>
            </a:extLst>
          </p:cNvPr>
          <p:cNvSpPr>
            <a:spLocks xmlns:a="http://schemas.openxmlformats.org/drawingml/2006/main" noGrp="1"/>
          </p:cNvSpPr>
          <p:nvPr/>
        </p:nvSpPr>
        <p:spPr>
          <a:xfrm xmlns:a="http://schemas.openxmlformats.org/drawingml/2006/main">
            <a:off x="54006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7" name="">
            <a:extLst xmlns:a="http://schemas.openxmlformats.org/drawingml/2006/main">
              <a:ext uri="{FF2B5EF4-FFF2-40B4-BE49-F238E27FC236}">
                <a16:creationId xmlns:a16="http://schemas.microsoft.com/office/drawing/2014/main" id="{C6C8DFB0-F40B-451C-B520-ECA3A744CA82}"/>
              </a:ext>
            </a:extLst>
          </p:cNvPr>
          <p:cNvSpPr>
            <a:spLocks xmlns:a="http://schemas.openxmlformats.org/drawingml/2006/main" noGrp="1"/>
          </p:cNvSpPr>
          <p:nvPr/>
        </p:nvSpPr>
        <p:spPr>
          <a:xfrm xmlns:a="http://schemas.openxmlformats.org/drawingml/2006/main">
            <a:off x="55054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8" name="">
            <a:extLst xmlns:a="http://schemas.openxmlformats.org/drawingml/2006/main">
              <a:ext uri="{FF2B5EF4-FFF2-40B4-BE49-F238E27FC236}">
                <a16:creationId xmlns:a16="http://schemas.microsoft.com/office/drawing/2014/main" id="{A0F4782D-C061-49A9-A9C6-CC88B6B56063}"/>
              </a:ext>
            </a:extLst>
          </p:cNvPr>
          <p:cNvSpPr>
            <a:spLocks xmlns:a="http://schemas.openxmlformats.org/drawingml/2006/main" noGrp="1"/>
          </p:cNvSpPr>
          <p:nvPr/>
        </p:nvSpPr>
        <p:spPr>
          <a:xfrm xmlns:a="http://schemas.openxmlformats.org/drawingml/2006/main">
            <a:off x="56102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9" name="">
            <a:extLst xmlns:a="http://schemas.openxmlformats.org/drawingml/2006/main">
              <a:ext uri="{FF2B5EF4-FFF2-40B4-BE49-F238E27FC236}">
                <a16:creationId xmlns:a16="http://schemas.microsoft.com/office/drawing/2014/main" id="{5CF7E33D-64F3-45CD-A7C3-66BD0450AB57}"/>
              </a:ext>
            </a:extLst>
          </p:cNvPr>
          <p:cNvSpPr>
            <a:spLocks xmlns:a="http://schemas.openxmlformats.org/drawingml/2006/main" noGrp="1"/>
          </p:cNvSpPr>
          <p:nvPr/>
        </p:nvSpPr>
        <p:spPr>
          <a:xfrm xmlns:a="http://schemas.openxmlformats.org/drawingml/2006/main">
            <a:off x="57150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0" name="">
            <a:extLst xmlns:a="http://schemas.openxmlformats.org/drawingml/2006/main">
              <a:ext uri="{FF2B5EF4-FFF2-40B4-BE49-F238E27FC236}">
                <a16:creationId xmlns:a16="http://schemas.microsoft.com/office/drawing/2014/main" id="{02E99E5A-9D81-4138-9BAB-9799E17D7FB7}"/>
              </a:ext>
            </a:extLst>
          </p:cNvPr>
          <p:cNvSpPr>
            <a:spLocks xmlns:a="http://schemas.openxmlformats.org/drawingml/2006/main" noGrp="1"/>
          </p:cNvSpPr>
          <p:nvPr/>
        </p:nvSpPr>
        <p:spPr>
          <a:xfrm xmlns:a="http://schemas.openxmlformats.org/drawingml/2006/main">
            <a:off x="3695700" y="33051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41" name="">
            <a:extLst xmlns:a="http://schemas.openxmlformats.org/drawingml/2006/main">
              <a:ext uri="{FF2B5EF4-FFF2-40B4-BE49-F238E27FC236}">
                <a16:creationId xmlns:a16="http://schemas.microsoft.com/office/drawing/2014/main" id="{63050076-65AA-4CDE-A954-A3616CA6127A}"/>
              </a:ext>
            </a:extLst>
          </p:cNvPr>
          <p:cNvSpPr>
            <a:spLocks xmlns:a="http://schemas.openxmlformats.org/drawingml/2006/main" noGrp="1"/>
          </p:cNvSpPr>
          <p:nvPr/>
        </p:nvSpPr>
        <p:spPr>
          <a:xfrm xmlns:a="http://schemas.openxmlformats.org/drawingml/2006/main">
            <a:off x="3771900" y="33909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discount result + ranked available staff</a:t>
            </a:r>
          </a:p>
        </p:txBody>
      </p:sp>
      <p:sp>
        <p:nvSpPr>
          <p:cNvPr id="242" name="">
            <a:extLst xmlns:a="http://schemas.openxmlformats.org/drawingml/2006/main">
              <a:ext uri="{FF2B5EF4-FFF2-40B4-BE49-F238E27FC236}">
                <a16:creationId xmlns:a16="http://schemas.microsoft.com/office/drawing/2014/main" id="{EBAD266C-FB56-4698-BB9A-9C39B62FA8C7}"/>
              </a:ext>
            </a:extLst>
          </p:cNvPr>
          <p:cNvSpPr>
            <a:spLocks xmlns:a="http://schemas.openxmlformats.org/drawingml/2006/main" noGrp="1"/>
          </p:cNvSpPr>
          <p:nvPr/>
        </p:nvSpPr>
        <p:spPr>
          <a:xfrm xmlns:a="http://schemas.openxmlformats.org/drawingml/2006/main">
            <a:off x="590550" y="37052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43" name="">
            <a:extLst xmlns:a="http://schemas.openxmlformats.org/drawingml/2006/main">
              <a:ext uri="{FF2B5EF4-FFF2-40B4-BE49-F238E27FC236}">
                <a16:creationId xmlns:a16="http://schemas.microsoft.com/office/drawing/2014/main" id="{B7B245C4-96D7-4523-A1F6-68155AD90C56}"/>
              </a:ext>
            </a:extLst>
          </p:cNvPr>
          <p:cNvSpPr>
            <a:spLocks xmlns:a="http://schemas.openxmlformats.org/drawingml/2006/main" noGrp="1"/>
          </p:cNvSpPr>
          <p:nvPr/>
        </p:nvSpPr>
        <p:spPr>
          <a:xfrm xmlns:a="http://schemas.openxmlformats.org/drawingml/2006/main">
            <a:off x="590550" y="37528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4</a:t>
            </a:r>
          </a:p>
        </p:txBody>
      </p:sp>
      <p:sp>
        <p:nvSpPr>
          <p:cNvPr id="244" name="">
            <a:extLst xmlns:a="http://schemas.openxmlformats.org/drawingml/2006/main">
              <a:ext uri="{FF2B5EF4-FFF2-40B4-BE49-F238E27FC236}">
                <a16:creationId xmlns:a16="http://schemas.microsoft.com/office/drawing/2014/main" id="{1BCC8080-1259-404A-BCA2-1F6CBDE6B5DE}"/>
              </a:ext>
            </a:extLst>
          </p:cNvPr>
          <p:cNvSpPr>
            <a:spLocks xmlns:a="http://schemas.openxmlformats.org/drawingml/2006/main" noGrp="1"/>
          </p:cNvSpPr>
          <p:nvPr/>
        </p:nvSpPr>
        <p:spPr>
          <a:xfrm xmlns:a="http://schemas.openxmlformats.org/drawingml/2006/main">
            <a:off x="3695700" y="3752850"/>
            <a:ext cx="2076450" cy="76200"/>
          </a:xfrm>
          <a:prstGeom xmlns:a="http://schemas.openxmlformats.org/drawingml/2006/main" prst="rightArrow">
            <a:avLst/>
          </a:prstGeom>
          <a:solidFill xmlns:a="http://schemas.openxmlformats.org/drawingml/2006/main">
            <a:srgbClr val="8613B8"/>
          </a:solidFill>
          <a:ln xmlns:a="http://schemas.openxmlformats.org/drawingml/2006/main" w="0">
            <a:solidFill>
              <a:srgbClr val="8613B8"/>
            </a:solidFill>
          </a:ln>
        </p:spPr>
      </p:sp>
      <p:sp>
        <p:nvSpPr>
          <p:cNvPr id="245" name="">
            <a:extLst xmlns:a="http://schemas.openxmlformats.org/drawingml/2006/main">
              <a:ext uri="{FF2B5EF4-FFF2-40B4-BE49-F238E27FC236}">
                <a16:creationId xmlns:a16="http://schemas.microsoft.com/office/drawing/2014/main" id="{4D84EED1-5868-4A56-90C8-83637C604111}"/>
              </a:ext>
            </a:extLst>
          </p:cNvPr>
          <p:cNvSpPr>
            <a:spLocks xmlns:a="http://schemas.openxmlformats.org/drawingml/2006/main" noGrp="1"/>
          </p:cNvSpPr>
          <p:nvPr/>
        </p:nvSpPr>
        <p:spPr>
          <a:xfrm xmlns:a="http://schemas.openxmlformats.org/drawingml/2006/main">
            <a:off x="3771900" y="35623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8613B8"/>
                </a:solidFill>
                <a:latin typeface="Poppins"/>
                <a:ea typeface="Poppins"/>
                <a:cs typeface="Poppins"/>
              </a:defRPr>
            </a:pPr>
            <a:r>
              <a:rPr sz="720" b="1">
                <a:solidFill>
                  <a:srgbClr val="8613B8"/>
                </a:solidFill>
                <a:latin typeface="Poppins"/>
                <a:ea typeface="Poppins"/>
                <a:cs typeface="Poppins"/>
              </a:rPr>
              <a:t>POST /customers/bookings</a:t>
            </a:r>
          </a:p>
        </p:txBody>
      </p:sp>
      <p:sp>
        <p:nvSpPr>
          <p:cNvPr id="246" name="">
            <a:extLst xmlns:a="http://schemas.openxmlformats.org/drawingml/2006/main">
              <a:ext uri="{FF2B5EF4-FFF2-40B4-BE49-F238E27FC236}">
                <a16:creationId xmlns:a16="http://schemas.microsoft.com/office/drawing/2014/main" id="{4F74C3A8-B55A-468F-A894-1563615FBBE6}"/>
              </a:ext>
            </a:extLst>
          </p:cNvPr>
          <p:cNvSpPr>
            <a:spLocks xmlns:a="http://schemas.openxmlformats.org/drawingml/2006/main" noGrp="1"/>
          </p:cNvSpPr>
          <p:nvPr/>
        </p:nvSpPr>
        <p:spPr>
          <a:xfrm xmlns:a="http://schemas.openxmlformats.org/drawingml/2006/main">
            <a:off x="38290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7" name="">
            <a:extLst xmlns:a="http://schemas.openxmlformats.org/drawingml/2006/main">
              <a:ext uri="{FF2B5EF4-FFF2-40B4-BE49-F238E27FC236}">
                <a16:creationId xmlns:a16="http://schemas.microsoft.com/office/drawing/2014/main" id="{3DD2A684-4BB1-4E1B-AE41-C3E42F3B772B}"/>
              </a:ext>
            </a:extLst>
          </p:cNvPr>
          <p:cNvSpPr>
            <a:spLocks xmlns:a="http://schemas.openxmlformats.org/drawingml/2006/main" noGrp="1"/>
          </p:cNvSpPr>
          <p:nvPr/>
        </p:nvSpPr>
        <p:spPr>
          <a:xfrm xmlns:a="http://schemas.openxmlformats.org/drawingml/2006/main">
            <a:off x="39338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8" name="">
            <a:extLst xmlns:a="http://schemas.openxmlformats.org/drawingml/2006/main">
              <a:ext uri="{FF2B5EF4-FFF2-40B4-BE49-F238E27FC236}">
                <a16:creationId xmlns:a16="http://schemas.microsoft.com/office/drawing/2014/main" id="{1DE09C91-708B-43DC-A7A2-3D42CBECAED8}"/>
              </a:ext>
            </a:extLst>
          </p:cNvPr>
          <p:cNvSpPr>
            <a:spLocks xmlns:a="http://schemas.openxmlformats.org/drawingml/2006/main" noGrp="1"/>
          </p:cNvSpPr>
          <p:nvPr/>
        </p:nvSpPr>
        <p:spPr>
          <a:xfrm xmlns:a="http://schemas.openxmlformats.org/drawingml/2006/main">
            <a:off x="40386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9" name="">
            <a:extLst xmlns:a="http://schemas.openxmlformats.org/drawingml/2006/main">
              <a:ext uri="{FF2B5EF4-FFF2-40B4-BE49-F238E27FC236}">
                <a16:creationId xmlns:a16="http://schemas.microsoft.com/office/drawing/2014/main" id="{63C38705-C5D0-45A6-A03C-CE05C4F1D604}"/>
              </a:ext>
            </a:extLst>
          </p:cNvPr>
          <p:cNvSpPr>
            <a:spLocks xmlns:a="http://schemas.openxmlformats.org/drawingml/2006/main" noGrp="1"/>
          </p:cNvSpPr>
          <p:nvPr/>
        </p:nvSpPr>
        <p:spPr>
          <a:xfrm xmlns:a="http://schemas.openxmlformats.org/drawingml/2006/main">
            <a:off x="41433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0" name="">
            <a:extLst xmlns:a="http://schemas.openxmlformats.org/drawingml/2006/main">
              <a:ext uri="{FF2B5EF4-FFF2-40B4-BE49-F238E27FC236}">
                <a16:creationId xmlns:a16="http://schemas.microsoft.com/office/drawing/2014/main" id="{3C5A3235-4D6A-4C13-8FDC-BFE300547659}"/>
              </a:ext>
            </a:extLst>
          </p:cNvPr>
          <p:cNvSpPr>
            <a:spLocks xmlns:a="http://schemas.openxmlformats.org/drawingml/2006/main" noGrp="1"/>
          </p:cNvSpPr>
          <p:nvPr/>
        </p:nvSpPr>
        <p:spPr>
          <a:xfrm xmlns:a="http://schemas.openxmlformats.org/drawingml/2006/main">
            <a:off x="42481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1" name="">
            <a:extLst xmlns:a="http://schemas.openxmlformats.org/drawingml/2006/main">
              <a:ext uri="{FF2B5EF4-FFF2-40B4-BE49-F238E27FC236}">
                <a16:creationId xmlns:a16="http://schemas.microsoft.com/office/drawing/2014/main" id="{C4F54B71-426F-4746-85AA-F135182CED14}"/>
              </a:ext>
            </a:extLst>
          </p:cNvPr>
          <p:cNvSpPr>
            <a:spLocks xmlns:a="http://schemas.openxmlformats.org/drawingml/2006/main" noGrp="1"/>
          </p:cNvSpPr>
          <p:nvPr/>
        </p:nvSpPr>
        <p:spPr>
          <a:xfrm xmlns:a="http://schemas.openxmlformats.org/drawingml/2006/main">
            <a:off x="43529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2" name="">
            <a:extLst xmlns:a="http://schemas.openxmlformats.org/drawingml/2006/main">
              <a:ext uri="{FF2B5EF4-FFF2-40B4-BE49-F238E27FC236}">
                <a16:creationId xmlns:a16="http://schemas.microsoft.com/office/drawing/2014/main" id="{2E2FBE92-D929-43A4-BB7E-73778EEF06DF}"/>
              </a:ext>
            </a:extLst>
          </p:cNvPr>
          <p:cNvSpPr>
            <a:spLocks xmlns:a="http://schemas.openxmlformats.org/drawingml/2006/main" noGrp="1"/>
          </p:cNvSpPr>
          <p:nvPr/>
        </p:nvSpPr>
        <p:spPr>
          <a:xfrm xmlns:a="http://schemas.openxmlformats.org/drawingml/2006/main">
            <a:off x="44577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3" name="">
            <a:extLst xmlns:a="http://schemas.openxmlformats.org/drawingml/2006/main">
              <a:ext uri="{FF2B5EF4-FFF2-40B4-BE49-F238E27FC236}">
                <a16:creationId xmlns:a16="http://schemas.microsoft.com/office/drawing/2014/main" id="{34CCA852-F56E-45A3-B9A9-C87CBF9B8A1D}"/>
              </a:ext>
            </a:extLst>
          </p:cNvPr>
          <p:cNvSpPr>
            <a:spLocks xmlns:a="http://schemas.openxmlformats.org/drawingml/2006/main" noGrp="1"/>
          </p:cNvSpPr>
          <p:nvPr/>
        </p:nvSpPr>
        <p:spPr>
          <a:xfrm xmlns:a="http://schemas.openxmlformats.org/drawingml/2006/main">
            <a:off x="45624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4" name="">
            <a:extLst xmlns:a="http://schemas.openxmlformats.org/drawingml/2006/main">
              <a:ext uri="{FF2B5EF4-FFF2-40B4-BE49-F238E27FC236}">
                <a16:creationId xmlns:a16="http://schemas.microsoft.com/office/drawing/2014/main" id="{D981856F-2D4D-4F3F-B1EB-6F7244227CC1}"/>
              </a:ext>
            </a:extLst>
          </p:cNvPr>
          <p:cNvSpPr>
            <a:spLocks xmlns:a="http://schemas.openxmlformats.org/drawingml/2006/main" noGrp="1"/>
          </p:cNvSpPr>
          <p:nvPr/>
        </p:nvSpPr>
        <p:spPr>
          <a:xfrm xmlns:a="http://schemas.openxmlformats.org/drawingml/2006/main">
            <a:off x="46672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5" name="">
            <a:extLst xmlns:a="http://schemas.openxmlformats.org/drawingml/2006/main">
              <a:ext uri="{FF2B5EF4-FFF2-40B4-BE49-F238E27FC236}">
                <a16:creationId xmlns:a16="http://schemas.microsoft.com/office/drawing/2014/main" id="{6FE73962-E30F-475F-A48D-065DE80AFEFE}"/>
              </a:ext>
            </a:extLst>
          </p:cNvPr>
          <p:cNvSpPr>
            <a:spLocks xmlns:a="http://schemas.openxmlformats.org/drawingml/2006/main" noGrp="1"/>
          </p:cNvSpPr>
          <p:nvPr/>
        </p:nvSpPr>
        <p:spPr>
          <a:xfrm xmlns:a="http://schemas.openxmlformats.org/drawingml/2006/main">
            <a:off x="47720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6" name="">
            <a:extLst xmlns:a="http://schemas.openxmlformats.org/drawingml/2006/main">
              <a:ext uri="{FF2B5EF4-FFF2-40B4-BE49-F238E27FC236}">
                <a16:creationId xmlns:a16="http://schemas.microsoft.com/office/drawing/2014/main" id="{0B36D67C-57F6-4504-890A-2F13FFB2C76C}"/>
              </a:ext>
            </a:extLst>
          </p:cNvPr>
          <p:cNvSpPr>
            <a:spLocks xmlns:a="http://schemas.openxmlformats.org/drawingml/2006/main" noGrp="1"/>
          </p:cNvSpPr>
          <p:nvPr/>
        </p:nvSpPr>
        <p:spPr>
          <a:xfrm xmlns:a="http://schemas.openxmlformats.org/drawingml/2006/main">
            <a:off x="48768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7" name="">
            <a:extLst xmlns:a="http://schemas.openxmlformats.org/drawingml/2006/main">
              <a:ext uri="{FF2B5EF4-FFF2-40B4-BE49-F238E27FC236}">
                <a16:creationId xmlns:a16="http://schemas.microsoft.com/office/drawing/2014/main" id="{F75A03B0-504D-4DB6-8BFB-B1E2C300A383}"/>
              </a:ext>
            </a:extLst>
          </p:cNvPr>
          <p:cNvSpPr>
            <a:spLocks xmlns:a="http://schemas.openxmlformats.org/drawingml/2006/main" noGrp="1"/>
          </p:cNvSpPr>
          <p:nvPr/>
        </p:nvSpPr>
        <p:spPr>
          <a:xfrm xmlns:a="http://schemas.openxmlformats.org/drawingml/2006/main">
            <a:off x="49815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8" name="">
            <a:extLst xmlns:a="http://schemas.openxmlformats.org/drawingml/2006/main">
              <a:ext uri="{FF2B5EF4-FFF2-40B4-BE49-F238E27FC236}">
                <a16:creationId xmlns:a16="http://schemas.microsoft.com/office/drawing/2014/main" id="{1D8FDD6C-842D-4BDA-9EBA-D7A9527A6A71}"/>
              </a:ext>
            </a:extLst>
          </p:cNvPr>
          <p:cNvSpPr>
            <a:spLocks xmlns:a="http://schemas.openxmlformats.org/drawingml/2006/main" noGrp="1"/>
          </p:cNvSpPr>
          <p:nvPr/>
        </p:nvSpPr>
        <p:spPr>
          <a:xfrm xmlns:a="http://schemas.openxmlformats.org/drawingml/2006/main">
            <a:off x="50863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9" name="">
            <a:extLst xmlns:a="http://schemas.openxmlformats.org/drawingml/2006/main">
              <a:ext uri="{FF2B5EF4-FFF2-40B4-BE49-F238E27FC236}">
                <a16:creationId xmlns:a16="http://schemas.microsoft.com/office/drawing/2014/main" id="{97C0F632-A6B3-4ECB-A795-8587FD9174A6}"/>
              </a:ext>
            </a:extLst>
          </p:cNvPr>
          <p:cNvSpPr>
            <a:spLocks xmlns:a="http://schemas.openxmlformats.org/drawingml/2006/main" noGrp="1"/>
          </p:cNvSpPr>
          <p:nvPr/>
        </p:nvSpPr>
        <p:spPr>
          <a:xfrm xmlns:a="http://schemas.openxmlformats.org/drawingml/2006/main">
            <a:off x="51911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0" name="">
            <a:extLst xmlns:a="http://schemas.openxmlformats.org/drawingml/2006/main">
              <a:ext uri="{FF2B5EF4-FFF2-40B4-BE49-F238E27FC236}">
                <a16:creationId xmlns:a16="http://schemas.microsoft.com/office/drawing/2014/main" id="{9F21A3C4-8114-4896-8850-3AB2EA0E607D}"/>
              </a:ext>
            </a:extLst>
          </p:cNvPr>
          <p:cNvSpPr>
            <a:spLocks xmlns:a="http://schemas.openxmlformats.org/drawingml/2006/main" noGrp="1"/>
          </p:cNvSpPr>
          <p:nvPr/>
        </p:nvSpPr>
        <p:spPr>
          <a:xfrm xmlns:a="http://schemas.openxmlformats.org/drawingml/2006/main">
            <a:off x="52959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1" name="">
            <a:extLst xmlns:a="http://schemas.openxmlformats.org/drawingml/2006/main">
              <a:ext uri="{FF2B5EF4-FFF2-40B4-BE49-F238E27FC236}">
                <a16:creationId xmlns:a16="http://schemas.microsoft.com/office/drawing/2014/main" id="{C8D97C6A-D8F8-4C6E-9765-5FF7125F87B9}"/>
              </a:ext>
            </a:extLst>
          </p:cNvPr>
          <p:cNvSpPr>
            <a:spLocks xmlns:a="http://schemas.openxmlformats.org/drawingml/2006/main" noGrp="1"/>
          </p:cNvSpPr>
          <p:nvPr/>
        </p:nvSpPr>
        <p:spPr>
          <a:xfrm xmlns:a="http://schemas.openxmlformats.org/drawingml/2006/main">
            <a:off x="54006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2" name="">
            <a:extLst xmlns:a="http://schemas.openxmlformats.org/drawingml/2006/main">
              <a:ext uri="{FF2B5EF4-FFF2-40B4-BE49-F238E27FC236}">
                <a16:creationId xmlns:a16="http://schemas.microsoft.com/office/drawing/2014/main" id="{46B8EC41-28AF-4A24-835C-6E3E708A26DB}"/>
              </a:ext>
            </a:extLst>
          </p:cNvPr>
          <p:cNvSpPr>
            <a:spLocks xmlns:a="http://schemas.openxmlformats.org/drawingml/2006/main" noGrp="1"/>
          </p:cNvSpPr>
          <p:nvPr/>
        </p:nvSpPr>
        <p:spPr>
          <a:xfrm xmlns:a="http://schemas.openxmlformats.org/drawingml/2006/main">
            <a:off x="55054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3" name="">
            <a:extLst xmlns:a="http://schemas.openxmlformats.org/drawingml/2006/main">
              <a:ext uri="{FF2B5EF4-FFF2-40B4-BE49-F238E27FC236}">
                <a16:creationId xmlns:a16="http://schemas.microsoft.com/office/drawing/2014/main" id="{20B97780-DF2A-48D2-BA47-B5BE8B248953}"/>
              </a:ext>
            </a:extLst>
          </p:cNvPr>
          <p:cNvSpPr>
            <a:spLocks xmlns:a="http://schemas.openxmlformats.org/drawingml/2006/main" noGrp="1"/>
          </p:cNvSpPr>
          <p:nvPr/>
        </p:nvSpPr>
        <p:spPr>
          <a:xfrm xmlns:a="http://schemas.openxmlformats.org/drawingml/2006/main">
            <a:off x="56102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4" name="">
            <a:extLst xmlns:a="http://schemas.openxmlformats.org/drawingml/2006/main">
              <a:ext uri="{FF2B5EF4-FFF2-40B4-BE49-F238E27FC236}">
                <a16:creationId xmlns:a16="http://schemas.microsoft.com/office/drawing/2014/main" id="{32F28484-9742-4A6A-A3F8-C58E5F82CD23}"/>
              </a:ext>
            </a:extLst>
          </p:cNvPr>
          <p:cNvSpPr>
            <a:spLocks xmlns:a="http://schemas.openxmlformats.org/drawingml/2006/main" noGrp="1"/>
          </p:cNvSpPr>
          <p:nvPr/>
        </p:nvSpPr>
        <p:spPr>
          <a:xfrm xmlns:a="http://schemas.openxmlformats.org/drawingml/2006/main">
            <a:off x="57150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5" name="">
            <a:extLst xmlns:a="http://schemas.openxmlformats.org/drawingml/2006/main">
              <a:ext uri="{FF2B5EF4-FFF2-40B4-BE49-F238E27FC236}">
                <a16:creationId xmlns:a16="http://schemas.microsoft.com/office/drawing/2014/main" id="{2C9E9CB3-13D3-4FFD-89EB-972A3E20B2DB}"/>
              </a:ext>
            </a:extLst>
          </p:cNvPr>
          <p:cNvSpPr>
            <a:spLocks xmlns:a="http://schemas.openxmlformats.org/drawingml/2006/main" noGrp="1"/>
          </p:cNvSpPr>
          <p:nvPr/>
        </p:nvSpPr>
        <p:spPr>
          <a:xfrm xmlns:a="http://schemas.openxmlformats.org/drawingml/2006/main">
            <a:off x="3695700" y="38766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66" name="">
            <a:extLst xmlns:a="http://schemas.openxmlformats.org/drawingml/2006/main">
              <a:ext uri="{FF2B5EF4-FFF2-40B4-BE49-F238E27FC236}">
                <a16:creationId xmlns:a16="http://schemas.microsoft.com/office/drawing/2014/main" id="{E3F851BD-2B6F-403E-9C7B-DBB10D60901B}"/>
              </a:ext>
            </a:extLst>
          </p:cNvPr>
          <p:cNvSpPr>
            <a:spLocks xmlns:a="http://schemas.openxmlformats.org/drawingml/2006/main" noGrp="1"/>
          </p:cNvSpPr>
          <p:nvPr/>
        </p:nvSpPr>
        <p:spPr>
          <a:xfrm xmlns:a="http://schemas.openxmlformats.org/drawingml/2006/main">
            <a:off x="3771900" y="39624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7355"/>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CreateBookingResponse: PENDING + payment data</a:t>
            </a:r>
          </a:p>
        </p:txBody>
      </p:sp>
      <p:sp>
        <p:nvSpPr>
          <p:cNvPr id="267" name="">
            <a:extLst xmlns:a="http://schemas.openxmlformats.org/drawingml/2006/main">
              <a:ext uri="{FF2B5EF4-FFF2-40B4-BE49-F238E27FC236}">
                <a16:creationId xmlns:a16="http://schemas.microsoft.com/office/drawing/2014/main" id="{ADA465F1-8CC1-42C3-9DCB-13B9D41603FC}"/>
              </a:ext>
            </a:extLst>
          </p:cNvPr>
          <p:cNvSpPr>
            <a:spLocks xmlns:a="http://schemas.openxmlformats.org/drawingml/2006/main" noGrp="1"/>
          </p:cNvSpPr>
          <p:nvPr/>
        </p:nvSpPr>
        <p:spPr>
          <a:xfrm xmlns:a="http://schemas.openxmlformats.org/drawingml/2006/main">
            <a:off x="590550" y="4276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68" name="">
            <a:extLst xmlns:a="http://schemas.openxmlformats.org/drawingml/2006/main">
              <a:ext uri="{FF2B5EF4-FFF2-40B4-BE49-F238E27FC236}">
                <a16:creationId xmlns:a16="http://schemas.microsoft.com/office/drawing/2014/main" id="{29627D1B-FC41-4F63-AF64-63E2671BB21D}"/>
              </a:ext>
            </a:extLst>
          </p:cNvPr>
          <p:cNvSpPr>
            <a:spLocks xmlns:a="http://schemas.openxmlformats.org/drawingml/2006/main" noGrp="1"/>
          </p:cNvSpPr>
          <p:nvPr/>
        </p:nvSpPr>
        <p:spPr>
          <a:xfrm xmlns:a="http://schemas.openxmlformats.org/drawingml/2006/main">
            <a:off x="590550" y="4324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5</a:t>
            </a:r>
          </a:p>
        </p:txBody>
      </p:sp>
      <p:sp>
        <p:nvSpPr>
          <p:cNvPr id="269" name="">
            <a:extLst xmlns:a="http://schemas.openxmlformats.org/drawingml/2006/main">
              <a:ext uri="{FF2B5EF4-FFF2-40B4-BE49-F238E27FC236}">
                <a16:creationId xmlns:a16="http://schemas.microsoft.com/office/drawing/2014/main" id="{929440CE-9DE9-40B6-84E2-5855CDA3E2E9}"/>
              </a:ext>
            </a:extLst>
          </p:cNvPr>
          <p:cNvSpPr>
            <a:spLocks xmlns:a="http://schemas.openxmlformats.org/drawingml/2006/main" noGrp="1"/>
          </p:cNvSpPr>
          <p:nvPr/>
        </p:nvSpPr>
        <p:spPr>
          <a:xfrm xmlns:a="http://schemas.openxmlformats.org/drawingml/2006/main">
            <a:off x="5772150" y="4324350"/>
            <a:ext cx="2076450" cy="76200"/>
          </a:xfrm>
          <a:prstGeom xmlns:a="http://schemas.openxmlformats.org/drawingml/2006/main" prst="rightArrow">
            <a:avLst/>
          </a:prstGeom>
          <a:solidFill xmlns:a="http://schemas.openxmlformats.org/drawingml/2006/main">
            <a:srgbClr val="16A34A"/>
          </a:solidFill>
          <a:ln xmlns:a="http://schemas.openxmlformats.org/drawingml/2006/main" w="0">
            <a:solidFill>
              <a:srgbClr val="16A34A"/>
            </a:solidFill>
          </a:ln>
        </p:spPr>
      </p:sp>
      <p:sp>
        <p:nvSpPr>
          <p:cNvPr id="270" name="">
            <a:extLst xmlns:a="http://schemas.openxmlformats.org/drawingml/2006/main">
              <a:ext uri="{FF2B5EF4-FFF2-40B4-BE49-F238E27FC236}">
                <a16:creationId xmlns:a16="http://schemas.microsoft.com/office/drawing/2014/main" id="{4B444EF1-E876-4008-B68D-123C5F499863}"/>
              </a:ext>
            </a:extLst>
          </p:cNvPr>
          <p:cNvSpPr>
            <a:spLocks xmlns:a="http://schemas.openxmlformats.org/drawingml/2006/main" noGrp="1"/>
          </p:cNvSpPr>
          <p:nvPr/>
        </p:nvSpPr>
        <p:spPr>
          <a:xfrm xmlns:a="http://schemas.openxmlformats.org/drawingml/2006/main">
            <a:off x="5848350" y="41338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78125"/>
          </a:bodyPr>
          <a:lstStyle xmlns:a="http://schemas.openxmlformats.org/drawingml/2006/main"/>
          <a:p xmlns:a="http://schemas.openxmlformats.org/drawingml/2006/main">
            <a:pPr algn="ctr">
              <a:defRPr sz="720" b="1">
                <a:solidFill>
                  <a:srgbClr val="16A34A"/>
                </a:solidFill>
                <a:latin typeface="Poppins"/>
                <a:ea typeface="Poppins"/>
                <a:cs typeface="Poppins"/>
              </a:defRPr>
            </a:pPr>
            <a:r>
              <a:rPr sz="720" b="1">
                <a:solidFill>
                  <a:srgbClr val="16A34A"/>
                </a:solidFill>
                <a:latin typeface="Poppins"/>
                <a:ea typeface="Poppins"/>
                <a:cs typeface="Poppins"/>
              </a:rPr>
              <a:t>Save details/payment; consume voucher; delete hold</a:t>
            </a:r>
          </a:p>
        </p:txBody>
      </p:sp>
      <p:sp>
        <p:nvSpPr>
          <p:cNvPr id="271" name="">
            <a:extLst xmlns:a="http://schemas.openxmlformats.org/drawingml/2006/main">
              <a:ext uri="{FF2B5EF4-FFF2-40B4-BE49-F238E27FC236}">
                <a16:creationId xmlns:a16="http://schemas.microsoft.com/office/drawing/2014/main" id="{41743662-E932-44E5-911D-F035D518DC1B}"/>
              </a:ext>
            </a:extLst>
          </p:cNvPr>
          <p:cNvSpPr>
            <a:spLocks xmlns:a="http://schemas.openxmlformats.org/drawingml/2006/main" noGrp="1"/>
          </p:cNvSpPr>
          <p:nvPr/>
        </p:nvSpPr>
        <p:spPr>
          <a:xfrm xmlns:a="http://schemas.openxmlformats.org/drawingml/2006/main">
            <a:off x="59055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2" name="">
            <a:extLst xmlns:a="http://schemas.openxmlformats.org/drawingml/2006/main">
              <a:ext uri="{FF2B5EF4-FFF2-40B4-BE49-F238E27FC236}">
                <a16:creationId xmlns:a16="http://schemas.microsoft.com/office/drawing/2014/main" id="{3818951E-2608-4300-9522-08316DD863D7}"/>
              </a:ext>
            </a:extLst>
          </p:cNvPr>
          <p:cNvSpPr>
            <a:spLocks xmlns:a="http://schemas.openxmlformats.org/drawingml/2006/main" noGrp="1"/>
          </p:cNvSpPr>
          <p:nvPr/>
        </p:nvSpPr>
        <p:spPr>
          <a:xfrm xmlns:a="http://schemas.openxmlformats.org/drawingml/2006/main">
            <a:off x="60102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3" name="">
            <a:extLst xmlns:a="http://schemas.openxmlformats.org/drawingml/2006/main">
              <a:ext uri="{FF2B5EF4-FFF2-40B4-BE49-F238E27FC236}">
                <a16:creationId xmlns:a16="http://schemas.microsoft.com/office/drawing/2014/main" id="{2623B985-236A-4FB0-9C55-30E07DFEC06A}"/>
              </a:ext>
            </a:extLst>
          </p:cNvPr>
          <p:cNvSpPr>
            <a:spLocks xmlns:a="http://schemas.openxmlformats.org/drawingml/2006/main" noGrp="1"/>
          </p:cNvSpPr>
          <p:nvPr/>
        </p:nvSpPr>
        <p:spPr>
          <a:xfrm xmlns:a="http://schemas.openxmlformats.org/drawingml/2006/main">
            <a:off x="61150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4" name="">
            <a:extLst xmlns:a="http://schemas.openxmlformats.org/drawingml/2006/main">
              <a:ext uri="{FF2B5EF4-FFF2-40B4-BE49-F238E27FC236}">
                <a16:creationId xmlns:a16="http://schemas.microsoft.com/office/drawing/2014/main" id="{8997FEC1-3A65-4A6D-99A9-DA54E903BE37}"/>
              </a:ext>
            </a:extLst>
          </p:cNvPr>
          <p:cNvSpPr>
            <a:spLocks xmlns:a="http://schemas.openxmlformats.org/drawingml/2006/main" noGrp="1"/>
          </p:cNvSpPr>
          <p:nvPr/>
        </p:nvSpPr>
        <p:spPr>
          <a:xfrm xmlns:a="http://schemas.openxmlformats.org/drawingml/2006/main">
            <a:off x="62198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5" name="">
            <a:extLst xmlns:a="http://schemas.openxmlformats.org/drawingml/2006/main">
              <a:ext uri="{FF2B5EF4-FFF2-40B4-BE49-F238E27FC236}">
                <a16:creationId xmlns:a16="http://schemas.microsoft.com/office/drawing/2014/main" id="{67CD519F-B88B-4D63-9824-B4086A1208EA}"/>
              </a:ext>
            </a:extLst>
          </p:cNvPr>
          <p:cNvSpPr>
            <a:spLocks xmlns:a="http://schemas.openxmlformats.org/drawingml/2006/main" noGrp="1"/>
          </p:cNvSpPr>
          <p:nvPr/>
        </p:nvSpPr>
        <p:spPr>
          <a:xfrm xmlns:a="http://schemas.openxmlformats.org/drawingml/2006/main">
            <a:off x="63246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6" name="">
            <a:extLst xmlns:a="http://schemas.openxmlformats.org/drawingml/2006/main">
              <a:ext uri="{FF2B5EF4-FFF2-40B4-BE49-F238E27FC236}">
                <a16:creationId xmlns:a16="http://schemas.microsoft.com/office/drawing/2014/main" id="{E3480C95-AD64-44DF-84B1-0E4F2DFD8607}"/>
              </a:ext>
            </a:extLst>
          </p:cNvPr>
          <p:cNvSpPr>
            <a:spLocks xmlns:a="http://schemas.openxmlformats.org/drawingml/2006/main" noGrp="1"/>
          </p:cNvSpPr>
          <p:nvPr/>
        </p:nvSpPr>
        <p:spPr>
          <a:xfrm xmlns:a="http://schemas.openxmlformats.org/drawingml/2006/main">
            <a:off x="64293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7" name="">
            <a:extLst xmlns:a="http://schemas.openxmlformats.org/drawingml/2006/main">
              <a:ext uri="{FF2B5EF4-FFF2-40B4-BE49-F238E27FC236}">
                <a16:creationId xmlns:a16="http://schemas.microsoft.com/office/drawing/2014/main" id="{5E097068-A557-47EE-8065-7BD544D0AC57}"/>
              </a:ext>
            </a:extLst>
          </p:cNvPr>
          <p:cNvSpPr>
            <a:spLocks xmlns:a="http://schemas.openxmlformats.org/drawingml/2006/main" noGrp="1"/>
          </p:cNvSpPr>
          <p:nvPr/>
        </p:nvSpPr>
        <p:spPr>
          <a:xfrm xmlns:a="http://schemas.openxmlformats.org/drawingml/2006/main">
            <a:off x="65341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8" name="">
            <a:extLst xmlns:a="http://schemas.openxmlformats.org/drawingml/2006/main">
              <a:ext uri="{FF2B5EF4-FFF2-40B4-BE49-F238E27FC236}">
                <a16:creationId xmlns:a16="http://schemas.microsoft.com/office/drawing/2014/main" id="{40C9A621-7195-4CF1-AE3B-9947FD802B81}"/>
              </a:ext>
            </a:extLst>
          </p:cNvPr>
          <p:cNvSpPr>
            <a:spLocks xmlns:a="http://schemas.openxmlformats.org/drawingml/2006/main" noGrp="1"/>
          </p:cNvSpPr>
          <p:nvPr/>
        </p:nvSpPr>
        <p:spPr>
          <a:xfrm xmlns:a="http://schemas.openxmlformats.org/drawingml/2006/main">
            <a:off x="66389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9" name="">
            <a:extLst xmlns:a="http://schemas.openxmlformats.org/drawingml/2006/main">
              <a:ext uri="{FF2B5EF4-FFF2-40B4-BE49-F238E27FC236}">
                <a16:creationId xmlns:a16="http://schemas.microsoft.com/office/drawing/2014/main" id="{24F7DEBD-BBE4-470A-B614-F5CE39DDD5AD}"/>
              </a:ext>
            </a:extLst>
          </p:cNvPr>
          <p:cNvSpPr>
            <a:spLocks xmlns:a="http://schemas.openxmlformats.org/drawingml/2006/main" noGrp="1"/>
          </p:cNvSpPr>
          <p:nvPr/>
        </p:nvSpPr>
        <p:spPr>
          <a:xfrm xmlns:a="http://schemas.openxmlformats.org/drawingml/2006/main">
            <a:off x="67437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0" name="">
            <a:extLst xmlns:a="http://schemas.openxmlformats.org/drawingml/2006/main">
              <a:ext uri="{FF2B5EF4-FFF2-40B4-BE49-F238E27FC236}">
                <a16:creationId xmlns:a16="http://schemas.microsoft.com/office/drawing/2014/main" id="{0F4869A6-14C5-456D-97F4-5C8EEAF8953C}"/>
              </a:ext>
            </a:extLst>
          </p:cNvPr>
          <p:cNvSpPr>
            <a:spLocks xmlns:a="http://schemas.openxmlformats.org/drawingml/2006/main" noGrp="1"/>
          </p:cNvSpPr>
          <p:nvPr/>
        </p:nvSpPr>
        <p:spPr>
          <a:xfrm xmlns:a="http://schemas.openxmlformats.org/drawingml/2006/main">
            <a:off x="68484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1" name="">
            <a:extLst xmlns:a="http://schemas.openxmlformats.org/drawingml/2006/main">
              <a:ext uri="{FF2B5EF4-FFF2-40B4-BE49-F238E27FC236}">
                <a16:creationId xmlns:a16="http://schemas.microsoft.com/office/drawing/2014/main" id="{3A8EEBCD-AE36-4293-944F-940EB81B61EA}"/>
              </a:ext>
            </a:extLst>
          </p:cNvPr>
          <p:cNvSpPr>
            <a:spLocks xmlns:a="http://schemas.openxmlformats.org/drawingml/2006/main" noGrp="1"/>
          </p:cNvSpPr>
          <p:nvPr/>
        </p:nvSpPr>
        <p:spPr>
          <a:xfrm xmlns:a="http://schemas.openxmlformats.org/drawingml/2006/main">
            <a:off x="69532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2" name="">
            <a:extLst xmlns:a="http://schemas.openxmlformats.org/drawingml/2006/main">
              <a:ext uri="{FF2B5EF4-FFF2-40B4-BE49-F238E27FC236}">
                <a16:creationId xmlns:a16="http://schemas.microsoft.com/office/drawing/2014/main" id="{588DD172-C085-4BCF-94B0-A09F0D95D3EB}"/>
              </a:ext>
            </a:extLst>
          </p:cNvPr>
          <p:cNvSpPr>
            <a:spLocks xmlns:a="http://schemas.openxmlformats.org/drawingml/2006/main" noGrp="1"/>
          </p:cNvSpPr>
          <p:nvPr/>
        </p:nvSpPr>
        <p:spPr>
          <a:xfrm xmlns:a="http://schemas.openxmlformats.org/drawingml/2006/main">
            <a:off x="70580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3" name="">
            <a:extLst xmlns:a="http://schemas.openxmlformats.org/drawingml/2006/main">
              <a:ext uri="{FF2B5EF4-FFF2-40B4-BE49-F238E27FC236}">
                <a16:creationId xmlns:a16="http://schemas.microsoft.com/office/drawing/2014/main" id="{8D23E029-0878-4D36-B9A5-13433D328B89}"/>
              </a:ext>
            </a:extLst>
          </p:cNvPr>
          <p:cNvSpPr>
            <a:spLocks xmlns:a="http://schemas.openxmlformats.org/drawingml/2006/main" noGrp="1"/>
          </p:cNvSpPr>
          <p:nvPr/>
        </p:nvSpPr>
        <p:spPr>
          <a:xfrm xmlns:a="http://schemas.openxmlformats.org/drawingml/2006/main">
            <a:off x="71628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4" name="">
            <a:extLst xmlns:a="http://schemas.openxmlformats.org/drawingml/2006/main">
              <a:ext uri="{FF2B5EF4-FFF2-40B4-BE49-F238E27FC236}">
                <a16:creationId xmlns:a16="http://schemas.microsoft.com/office/drawing/2014/main" id="{128FAB79-55C1-4EE2-BBF0-64FF00445861}"/>
              </a:ext>
            </a:extLst>
          </p:cNvPr>
          <p:cNvSpPr>
            <a:spLocks xmlns:a="http://schemas.openxmlformats.org/drawingml/2006/main" noGrp="1"/>
          </p:cNvSpPr>
          <p:nvPr/>
        </p:nvSpPr>
        <p:spPr>
          <a:xfrm xmlns:a="http://schemas.openxmlformats.org/drawingml/2006/main">
            <a:off x="72675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5" name="">
            <a:extLst xmlns:a="http://schemas.openxmlformats.org/drawingml/2006/main">
              <a:ext uri="{FF2B5EF4-FFF2-40B4-BE49-F238E27FC236}">
                <a16:creationId xmlns:a16="http://schemas.microsoft.com/office/drawing/2014/main" id="{4E2585B0-CC62-4839-89DF-DDCD78D9E7E9}"/>
              </a:ext>
            </a:extLst>
          </p:cNvPr>
          <p:cNvSpPr>
            <a:spLocks xmlns:a="http://schemas.openxmlformats.org/drawingml/2006/main" noGrp="1"/>
          </p:cNvSpPr>
          <p:nvPr/>
        </p:nvSpPr>
        <p:spPr>
          <a:xfrm xmlns:a="http://schemas.openxmlformats.org/drawingml/2006/main">
            <a:off x="73723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6" name="">
            <a:extLst xmlns:a="http://schemas.openxmlformats.org/drawingml/2006/main">
              <a:ext uri="{FF2B5EF4-FFF2-40B4-BE49-F238E27FC236}">
                <a16:creationId xmlns:a16="http://schemas.microsoft.com/office/drawing/2014/main" id="{180EDD92-9B60-4B68-997E-57E6614E96B7}"/>
              </a:ext>
            </a:extLst>
          </p:cNvPr>
          <p:cNvSpPr>
            <a:spLocks xmlns:a="http://schemas.openxmlformats.org/drawingml/2006/main" noGrp="1"/>
          </p:cNvSpPr>
          <p:nvPr/>
        </p:nvSpPr>
        <p:spPr>
          <a:xfrm xmlns:a="http://schemas.openxmlformats.org/drawingml/2006/main">
            <a:off x="74771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7" name="">
            <a:extLst xmlns:a="http://schemas.openxmlformats.org/drawingml/2006/main">
              <a:ext uri="{FF2B5EF4-FFF2-40B4-BE49-F238E27FC236}">
                <a16:creationId xmlns:a16="http://schemas.microsoft.com/office/drawing/2014/main" id="{C3C93B2E-72A3-4C5C-9D53-CEBB3B4B4020}"/>
              </a:ext>
            </a:extLst>
          </p:cNvPr>
          <p:cNvSpPr>
            <a:spLocks xmlns:a="http://schemas.openxmlformats.org/drawingml/2006/main" noGrp="1"/>
          </p:cNvSpPr>
          <p:nvPr/>
        </p:nvSpPr>
        <p:spPr>
          <a:xfrm xmlns:a="http://schemas.openxmlformats.org/drawingml/2006/main">
            <a:off x="75819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8" name="">
            <a:extLst xmlns:a="http://schemas.openxmlformats.org/drawingml/2006/main">
              <a:ext uri="{FF2B5EF4-FFF2-40B4-BE49-F238E27FC236}">
                <a16:creationId xmlns:a16="http://schemas.microsoft.com/office/drawing/2014/main" id="{B4DDE14E-2CC7-4F94-A0C9-42034468496D}"/>
              </a:ext>
            </a:extLst>
          </p:cNvPr>
          <p:cNvSpPr>
            <a:spLocks xmlns:a="http://schemas.openxmlformats.org/drawingml/2006/main" noGrp="1"/>
          </p:cNvSpPr>
          <p:nvPr/>
        </p:nvSpPr>
        <p:spPr>
          <a:xfrm xmlns:a="http://schemas.openxmlformats.org/drawingml/2006/main">
            <a:off x="76866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9" name="">
            <a:extLst xmlns:a="http://schemas.openxmlformats.org/drawingml/2006/main">
              <a:ext uri="{FF2B5EF4-FFF2-40B4-BE49-F238E27FC236}">
                <a16:creationId xmlns:a16="http://schemas.microsoft.com/office/drawing/2014/main" id="{DBFD5849-A43C-4058-B644-B1945C237115}"/>
              </a:ext>
            </a:extLst>
          </p:cNvPr>
          <p:cNvSpPr>
            <a:spLocks xmlns:a="http://schemas.openxmlformats.org/drawingml/2006/main" noGrp="1"/>
          </p:cNvSpPr>
          <p:nvPr/>
        </p:nvSpPr>
        <p:spPr>
          <a:xfrm xmlns:a="http://schemas.openxmlformats.org/drawingml/2006/main">
            <a:off x="77914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0" name="">
            <a:extLst xmlns:a="http://schemas.openxmlformats.org/drawingml/2006/main">
              <a:ext uri="{FF2B5EF4-FFF2-40B4-BE49-F238E27FC236}">
                <a16:creationId xmlns:a16="http://schemas.microsoft.com/office/drawing/2014/main" id="{477EB317-3220-4D55-9DD9-D7DCE1F29EE7}"/>
              </a:ext>
            </a:extLst>
          </p:cNvPr>
          <p:cNvSpPr>
            <a:spLocks xmlns:a="http://schemas.openxmlformats.org/drawingml/2006/main" noGrp="1"/>
          </p:cNvSpPr>
          <p:nvPr/>
        </p:nvSpPr>
        <p:spPr>
          <a:xfrm xmlns:a="http://schemas.openxmlformats.org/drawingml/2006/main">
            <a:off x="5772150" y="44481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91" name="">
            <a:extLst xmlns:a="http://schemas.openxmlformats.org/drawingml/2006/main">
              <a:ext uri="{FF2B5EF4-FFF2-40B4-BE49-F238E27FC236}">
                <a16:creationId xmlns:a16="http://schemas.microsoft.com/office/drawing/2014/main" id="{70CD3881-5754-48F9-963D-18D44D105A5E}"/>
              </a:ext>
            </a:extLst>
          </p:cNvPr>
          <p:cNvSpPr>
            <a:spLocks xmlns:a="http://schemas.openxmlformats.org/drawingml/2006/main" noGrp="1"/>
          </p:cNvSpPr>
          <p:nvPr/>
        </p:nvSpPr>
        <p:spPr>
          <a:xfrm xmlns:a="http://schemas.openxmlformats.org/drawingml/2006/main">
            <a:off x="5848350" y="45339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94646"/>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Booking/payment persisted; BOOKING_UPDATE</a:t>
            </a:r>
          </a:p>
        </p:txBody>
      </p:sp>
      <p:sp>
        <p:nvSpPr>
          <p:cNvPr id="292" name="">
            <a:extLst xmlns:a="http://schemas.openxmlformats.org/drawingml/2006/main">
              <a:ext uri="{FF2B5EF4-FFF2-40B4-BE49-F238E27FC236}">
                <a16:creationId xmlns:a16="http://schemas.microsoft.com/office/drawing/2014/main" id="{CE0C03EB-FD81-494C-9BF8-A36BB507FD3D}"/>
              </a:ext>
            </a:extLst>
          </p:cNvPr>
          <p:cNvSpPr>
            <a:spLocks xmlns:a="http://schemas.openxmlformats.org/drawingml/2006/main" noGrp="1"/>
          </p:cNvSpPr>
          <p:nvPr/>
        </p:nvSpPr>
        <p:spPr>
          <a:xfrm xmlns:a="http://schemas.openxmlformats.org/drawingml/2006/main">
            <a:off x="590550" y="48482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93" name="">
            <a:extLst xmlns:a="http://schemas.openxmlformats.org/drawingml/2006/main">
              <a:ext uri="{FF2B5EF4-FFF2-40B4-BE49-F238E27FC236}">
                <a16:creationId xmlns:a16="http://schemas.microsoft.com/office/drawing/2014/main" id="{E36542F4-31D2-4A02-B4C4-6FB3B404DABB}"/>
              </a:ext>
            </a:extLst>
          </p:cNvPr>
          <p:cNvSpPr>
            <a:spLocks xmlns:a="http://schemas.openxmlformats.org/drawingml/2006/main" noGrp="1"/>
          </p:cNvSpPr>
          <p:nvPr/>
        </p:nvSpPr>
        <p:spPr>
          <a:xfrm xmlns:a="http://schemas.openxmlformats.org/drawingml/2006/main">
            <a:off x="590550" y="48958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6</a:t>
            </a:r>
          </a:p>
        </p:txBody>
      </p:sp>
      <p:sp>
        <p:nvSpPr>
          <p:cNvPr id="294" name="">
            <a:extLst xmlns:a="http://schemas.openxmlformats.org/drawingml/2006/main">
              <a:ext uri="{FF2B5EF4-FFF2-40B4-BE49-F238E27FC236}">
                <a16:creationId xmlns:a16="http://schemas.microsoft.com/office/drawing/2014/main" id="{0D2ACAD1-6877-4E0A-AAC7-05954ABB0708}"/>
              </a:ext>
            </a:extLst>
          </p:cNvPr>
          <p:cNvSpPr>
            <a:spLocks xmlns:a="http://schemas.openxmlformats.org/drawingml/2006/main" noGrp="1"/>
          </p:cNvSpPr>
          <p:nvPr/>
        </p:nvSpPr>
        <p:spPr>
          <a:xfrm xmlns:a="http://schemas.openxmlformats.org/drawingml/2006/main">
            <a:off x="5772150" y="4895850"/>
            <a:ext cx="4152900" cy="76200"/>
          </a:xfrm>
          <a:prstGeom xmlns:a="http://schemas.openxmlformats.org/drawingml/2006/main" prst="rightArrow">
            <a:avLst/>
          </a:prstGeom>
          <a:solidFill xmlns:a="http://schemas.openxmlformats.org/drawingml/2006/main">
            <a:srgbClr val="FF5A1F"/>
          </a:solidFill>
          <a:ln xmlns:a="http://schemas.openxmlformats.org/drawingml/2006/main" w="0">
            <a:solidFill>
              <a:srgbClr val="FF5A1F"/>
            </a:solidFill>
          </a:ln>
        </p:spPr>
      </p:sp>
      <p:sp>
        <p:nvSpPr>
          <p:cNvPr id="295" name="">
            <a:extLst xmlns:a="http://schemas.openxmlformats.org/drawingml/2006/main">
              <a:ext uri="{FF2B5EF4-FFF2-40B4-BE49-F238E27FC236}">
                <a16:creationId xmlns:a16="http://schemas.microsoft.com/office/drawing/2014/main" id="{D913154D-7A49-45C6-B7A6-53D10073A900}"/>
              </a:ext>
            </a:extLst>
          </p:cNvPr>
          <p:cNvSpPr>
            <a:spLocks xmlns:a="http://schemas.openxmlformats.org/drawingml/2006/main" noGrp="1"/>
          </p:cNvSpPr>
          <p:nvPr/>
        </p:nvSpPr>
        <p:spPr>
          <a:xfrm xmlns:a="http://schemas.openxmlformats.org/drawingml/2006/main">
            <a:off x="5848350" y="4705350"/>
            <a:ext cx="4000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FF5A1F"/>
                </a:solidFill>
                <a:latin typeface="Poppins"/>
                <a:ea typeface="Poppins"/>
                <a:cs typeface="Poppins"/>
              </a:defRPr>
            </a:pPr>
            <a:r>
              <a:rPr sz="720" b="1">
                <a:solidFill>
                  <a:srgbClr val="FF5A1F"/>
                </a:solidFill>
                <a:latin typeface="Poppins"/>
                <a:ea typeface="Poppins"/>
                <a:cs typeface="Poppins"/>
              </a:rPr>
              <a:t>SePay: QR + AU code | VNPay: checkout URL</a:t>
            </a:r>
          </a:p>
        </p:txBody>
      </p:sp>
      <p:sp>
        <p:nvSpPr>
          <p:cNvPr id="296" name="">
            <a:extLst xmlns:a="http://schemas.openxmlformats.org/drawingml/2006/main">
              <a:ext uri="{FF2B5EF4-FFF2-40B4-BE49-F238E27FC236}">
                <a16:creationId xmlns:a16="http://schemas.microsoft.com/office/drawing/2014/main" id="{A92ECB3E-7656-4590-A4C0-F59EE5089D15}"/>
              </a:ext>
            </a:extLst>
          </p:cNvPr>
          <p:cNvSpPr>
            <a:spLocks xmlns:a="http://schemas.openxmlformats.org/drawingml/2006/main" noGrp="1"/>
          </p:cNvSpPr>
          <p:nvPr/>
        </p:nvSpPr>
        <p:spPr>
          <a:xfrm xmlns:a="http://schemas.openxmlformats.org/drawingml/2006/main">
            <a:off x="59055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7" name="">
            <a:extLst xmlns:a="http://schemas.openxmlformats.org/drawingml/2006/main">
              <a:ext uri="{FF2B5EF4-FFF2-40B4-BE49-F238E27FC236}">
                <a16:creationId xmlns:a16="http://schemas.microsoft.com/office/drawing/2014/main" id="{D70DF59B-7AF8-4461-B281-11874CBEFAFE}"/>
              </a:ext>
            </a:extLst>
          </p:cNvPr>
          <p:cNvSpPr>
            <a:spLocks xmlns:a="http://schemas.openxmlformats.org/drawingml/2006/main" noGrp="1"/>
          </p:cNvSpPr>
          <p:nvPr/>
        </p:nvSpPr>
        <p:spPr>
          <a:xfrm xmlns:a="http://schemas.openxmlformats.org/drawingml/2006/main">
            <a:off x="60102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8" name="">
            <a:extLst xmlns:a="http://schemas.openxmlformats.org/drawingml/2006/main">
              <a:ext uri="{FF2B5EF4-FFF2-40B4-BE49-F238E27FC236}">
                <a16:creationId xmlns:a16="http://schemas.microsoft.com/office/drawing/2014/main" id="{94D101B6-2D80-4621-B5BA-90A112F73A17}"/>
              </a:ext>
            </a:extLst>
          </p:cNvPr>
          <p:cNvSpPr>
            <a:spLocks xmlns:a="http://schemas.openxmlformats.org/drawingml/2006/main" noGrp="1"/>
          </p:cNvSpPr>
          <p:nvPr/>
        </p:nvSpPr>
        <p:spPr>
          <a:xfrm xmlns:a="http://schemas.openxmlformats.org/drawingml/2006/main">
            <a:off x="61150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9" name="">
            <a:extLst xmlns:a="http://schemas.openxmlformats.org/drawingml/2006/main">
              <a:ext uri="{FF2B5EF4-FFF2-40B4-BE49-F238E27FC236}">
                <a16:creationId xmlns:a16="http://schemas.microsoft.com/office/drawing/2014/main" id="{DF582BDF-3DBF-4129-AD7D-BE94EE7D1082}"/>
              </a:ext>
            </a:extLst>
          </p:cNvPr>
          <p:cNvSpPr>
            <a:spLocks xmlns:a="http://schemas.openxmlformats.org/drawingml/2006/main" noGrp="1"/>
          </p:cNvSpPr>
          <p:nvPr/>
        </p:nvSpPr>
        <p:spPr>
          <a:xfrm xmlns:a="http://schemas.openxmlformats.org/drawingml/2006/main">
            <a:off x="62198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0" name="">
            <a:extLst xmlns:a="http://schemas.openxmlformats.org/drawingml/2006/main">
              <a:ext uri="{FF2B5EF4-FFF2-40B4-BE49-F238E27FC236}">
                <a16:creationId xmlns:a16="http://schemas.microsoft.com/office/drawing/2014/main" id="{C71D6A11-16A6-4790-8A12-8C6DCD9421CD}"/>
              </a:ext>
            </a:extLst>
          </p:cNvPr>
          <p:cNvSpPr>
            <a:spLocks xmlns:a="http://schemas.openxmlformats.org/drawingml/2006/main" noGrp="1"/>
          </p:cNvSpPr>
          <p:nvPr/>
        </p:nvSpPr>
        <p:spPr>
          <a:xfrm xmlns:a="http://schemas.openxmlformats.org/drawingml/2006/main">
            <a:off x="63246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1" name="">
            <a:extLst xmlns:a="http://schemas.openxmlformats.org/drawingml/2006/main">
              <a:ext uri="{FF2B5EF4-FFF2-40B4-BE49-F238E27FC236}">
                <a16:creationId xmlns:a16="http://schemas.microsoft.com/office/drawing/2014/main" id="{993A5B2D-175A-4910-AE5E-75AC8BE1DB01}"/>
              </a:ext>
            </a:extLst>
          </p:cNvPr>
          <p:cNvSpPr>
            <a:spLocks xmlns:a="http://schemas.openxmlformats.org/drawingml/2006/main" noGrp="1"/>
          </p:cNvSpPr>
          <p:nvPr/>
        </p:nvSpPr>
        <p:spPr>
          <a:xfrm xmlns:a="http://schemas.openxmlformats.org/drawingml/2006/main">
            <a:off x="64293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2" name="">
            <a:extLst xmlns:a="http://schemas.openxmlformats.org/drawingml/2006/main">
              <a:ext uri="{FF2B5EF4-FFF2-40B4-BE49-F238E27FC236}">
                <a16:creationId xmlns:a16="http://schemas.microsoft.com/office/drawing/2014/main" id="{3FE48669-3DA8-4994-BC57-1F18597F3993}"/>
              </a:ext>
            </a:extLst>
          </p:cNvPr>
          <p:cNvSpPr>
            <a:spLocks xmlns:a="http://schemas.openxmlformats.org/drawingml/2006/main" noGrp="1"/>
          </p:cNvSpPr>
          <p:nvPr/>
        </p:nvSpPr>
        <p:spPr>
          <a:xfrm xmlns:a="http://schemas.openxmlformats.org/drawingml/2006/main">
            <a:off x="65341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3" name="">
            <a:extLst xmlns:a="http://schemas.openxmlformats.org/drawingml/2006/main">
              <a:ext uri="{FF2B5EF4-FFF2-40B4-BE49-F238E27FC236}">
                <a16:creationId xmlns:a16="http://schemas.microsoft.com/office/drawing/2014/main" id="{8CEC47DE-16C8-4AED-B8B5-A96F018C9711}"/>
              </a:ext>
            </a:extLst>
          </p:cNvPr>
          <p:cNvSpPr>
            <a:spLocks xmlns:a="http://schemas.openxmlformats.org/drawingml/2006/main" noGrp="1"/>
          </p:cNvSpPr>
          <p:nvPr/>
        </p:nvSpPr>
        <p:spPr>
          <a:xfrm xmlns:a="http://schemas.openxmlformats.org/drawingml/2006/main">
            <a:off x="66389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4" name="">
            <a:extLst xmlns:a="http://schemas.openxmlformats.org/drawingml/2006/main">
              <a:ext uri="{FF2B5EF4-FFF2-40B4-BE49-F238E27FC236}">
                <a16:creationId xmlns:a16="http://schemas.microsoft.com/office/drawing/2014/main" id="{1C8BAB19-618E-445C-9832-021E06A6A3E6}"/>
              </a:ext>
            </a:extLst>
          </p:cNvPr>
          <p:cNvSpPr>
            <a:spLocks xmlns:a="http://schemas.openxmlformats.org/drawingml/2006/main" noGrp="1"/>
          </p:cNvSpPr>
          <p:nvPr/>
        </p:nvSpPr>
        <p:spPr>
          <a:xfrm xmlns:a="http://schemas.openxmlformats.org/drawingml/2006/main">
            <a:off x="67437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5" name="">
            <a:extLst xmlns:a="http://schemas.openxmlformats.org/drawingml/2006/main">
              <a:ext uri="{FF2B5EF4-FFF2-40B4-BE49-F238E27FC236}">
                <a16:creationId xmlns:a16="http://schemas.microsoft.com/office/drawing/2014/main" id="{1F1D5249-FD99-4FC7-B030-FEF537750AF9}"/>
              </a:ext>
            </a:extLst>
          </p:cNvPr>
          <p:cNvSpPr>
            <a:spLocks xmlns:a="http://schemas.openxmlformats.org/drawingml/2006/main" noGrp="1"/>
          </p:cNvSpPr>
          <p:nvPr/>
        </p:nvSpPr>
        <p:spPr>
          <a:xfrm xmlns:a="http://schemas.openxmlformats.org/drawingml/2006/main">
            <a:off x="68484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6" name="">
            <a:extLst xmlns:a="http://schemas.openxmlformats.org/drawingml/2006/main">
              <a:ext uri="{FF2B5EF4-FFF2-40B4-BE49-F238E27FC236}">
                <a16:creationId xmlns:a16="http://schemas.microsoft.com/office/drawing/2014/main" id="{67D6C3CE-189F-42EF-9C16-2929CD483081}"/>
              </a:ext>
            </a:extLst>
          </p:cNvPr>
          <p:cNvSpPr>
            <a:spLocks xmlns:a="http://schemas.openxmlformats.org/drawingml/2006/main" noGrp="1"/>
          </p:cNvSpPr>
          <p:nvPr/>
        </p:nvSpPr>
        <p:spPr>
          <a:xfrm xmlns:a="http://schemas.openxmlformats.org/drawingml/2006/main">
            <a:off x="69532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7" name="">
            <a:extLst xmlns:a="http://schemas.openxmlformats.org/drawingml/2006/main">
              <a:ext uri="{FF2B5EF4-FFF2-40B4-BE49-F238E27FC236}">
                <a16:creationId xmlns:a16="http://schemas.microsoft.com/office/drawing/2014/main" id="{A4D7B065-1A4F-436F-8DEB-30A8A356471A}"/>
              </a:ext>
            </a:extLst>
          </p:cNvPr>
          <p:cNvSpPr>
            <a:spLocks xmlns:a="http://schemas.openxmlformats.org/drawingml/2006/main" noGrp="1"/>
          </p:cNvSpPr>
          <p:nvPr/>
        </p:nvSpPr>
        <p:spPr>
          <a:xfrm xmlns:a="http://schemas.openxmlformats.org/drawingml/2006/main">
            <a:off x="70580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8" name="">
            <a:extLst xmlns:a="http://schemas.openxmlformats.org/drawingml/2006/main">
              <a:ext uri="{FF2B5EF4-FFF2-40B4-BE49-F238E27FC236}">
                <a16:creationId xmlns:a16="http://schemas.microsoft.com/office/drawing/2014/main" id="{FC304F0A-210E-4335-BF72-976FC6023A37}"/>
              </a:ext>
            </a:extLst>
          </p:cNvPr>
          <p:cNvSpPr>
            <a:spLocks xmlns:a="http://schemas.openxmlformats.org/drawingml/2006/main" noGrp="1"/>
          </p:cNvSpPr>
          <p:nvPr/>
        </p:nvSpPr>
        <p:spPr>
          <a:xfrm xmlns:a="http://schemas.openxmlformats.org/drawingml/2006/main">
            <a:off x="71628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9" name="">
            <a:extLst xmlns:a="http://schemas.openxmlformats.org/drawingml/2006/main">
              <a:ext uri="{FF2B5EF4-FFF2-40B4-BE49-F238E27FC236}">
                <a16:creationId xmlns:a16="http://schemas.microsoft.com/office/drawing/2014/main" id="{DE0D650D-6E5D-4E85-B95D-C08CDCAB09D5}"/>
              </a:ext>
            </a:extLst>
          </p:cNvPr>
          <p:cNvSpPr>
            <a:spLocks xmlns:a="http://schemas.openxmlformats.org/drawingml/2006/main" noGrp="1"/>
          </p:cNvSpPr>
          <p:nvPr/>
        </p:nvSpPr>
        <p:spPr>
          <a:xfrm xmlns:a="http://schemas.openxmlformats.org/drawingml/2006/main">
            <a:off x="72675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0" name="">
            <a:extLst xmlns:a="http://schemas.openxmlformats.org/drawingml/2006/main">
              <a:ext uri="{FF2B5EF4-FFF2-40B4-BE49-F238E27FC236}">
                <a16:creationId xmlns:a16="http://schemas.microsoft.com/office/drawing/2014/main" id="{17927AF0-7AA5-4126-ADCB-C3A5EB34E51B}"/>
              </a:ext>
            </a:extLst>
          </p:cNvPr>
          <p:cNvSpPr>
            <a:spLocks xmlns:a="http://schemas.openxmlformats.org/drawingml/2006/main" noGrp="1"/>
          </p:cNvSpPr>
          <p:nvPr/>
        </p:nvSpPr>
        <p:spPr>
          <a:xfrm xmlns:a="http://schemas.openxmlformats.org/drawingml/2006/main">
            <a:off x="73723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1" name="">
            <a:extLst xmlns:a="http://schemas.openxmlformats.org/drawingml/2006/main">
              <a:ext uri="{FF2B5EF4-FFF2-40B4-BE49-F238E27FC236}">
                <a16:creationId xmlns:a16="http://schemas.microsoft.com/office/drawing/2014/main" id="{B1EE3CED-966C-442A-AE07-D96999BF2CBF}"/>
              </a:ext>
            </a:extLst>
          </p:cNvPr>
          <p:cNvSpPr>
            <a:spLocks xmlns:a="http://schemas.openxmlformats.org/drawingml/2006/main" noGrp="1"/>
          </p:cNvSpPr>
          <p:nvPr/>
        </p:nvSpPr>
        <p:spPr>
          <a:xfrm xmlns:a="http://schemas.openxmlformats.org/drawingml/2006/main">
            <a:off x="74771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2" name="">
            <a:extLst xmlns:a="http://schemas.openxmlformats.org/drawingml/2006/main">
              <a:ext uri="{FF2B5EF4-FFF2-40B4-BE49-F238E27FC236}">
                <a16:creationId xmlns:a16="http://schemas.microsoft.com/office/drawing/2014/main" id="{282A2AAB-7A5C-4266-8BB1-2950526EFE9B}"/>
              </a:ext>
            </a:extLst>
          </p:cNvPr>
          <p:cNvSpPr>
            <a:spLocks xmlns:a="http://schemas.openxmlformats.org/drawingml/2006/main" noGrp="1"/>
          </p:cNvSpPr>
          <p:nvPr/>
        </p:nvSpPr>
        <p:spPr>
          <a:xfrm xmlns:a="http://schemas.openxmlformats.org/drawingml/2006/main">
            <a:off x="75819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3" name="">
            <a:extLst xmlns:a="http://schemas.openxmlformats.org/drawingml/2006/main">
              <a:ext uri="{FF2B5EF4-FFF2-40B4-BE49-F238E27FC236}">
                <a16:creationId xmlns:a16="http://schemas.microsoft.com/office/drawing/2014/main" id="{169A8FFA-C7A7-497F-BB68-25E217228D36}"/>
              </a:ext>
            </a:extLst>
          </p:cNvPr>
          <p:cNvSpPr>
            <a:spLocks xmlns:a="http://schemas.openxmlformats.org/drawingml/2006/main" noGrp="1"/>
          </p:cNvSpPr>
          <p:nvPr/>
        </p:nvSpPr>
        <p:spPr>
          <a:xfrm xmlns:a="http://schemas.openxmlformats.org/drawingml/2006/main">
            <a:off x="76866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4" name="">
            <a:extLst xmlns:a="http://schemas.openxmlformats.org/drawingml/2006/main">
              <a:ext uri="{FF2B5EF4-FFF2-40B4-BE49-F238E27FC236}">
                <a16:creationId xmlns:a16="http://schemas.microsoft.com/office/drawing/2014/main" id="{AA629AB5-9E37-44CB-B454-16554E3DF298}"/>
              </a:ext>
            </a:extLst>
          </p:cNvPr>
          <p:cNvSpPr>
            <a:spLocks xmlns:a="http://schemas.openxmlformats.org/drawingml/2006/main" noGrp="1"/>
          </p:cNvSpPr>
          <p:nvPr/>
        </p:nvSpPr>
        <p:spPr>
          <a:xfrm xmlns:a="http://schemas.openxmlformats.org/drawingml/2006/main">
            <a:off x="77914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5" name="">
            <a:extLst xmlns:a="http://schemas.openxmlformats.org/drawingml/2006/main">
              <a:ext uri="{FF2B5EF4-FFF2-40B4-BE49-F238E27FC236}">
                <a16:creationId xmlns:a16="http://schemas.microsoft.com/office/drawing/2014/main" id="{D861CDE5-CC58-4D5E-9C8D-4ECB8C85CF78}"/>
              </a:ext>
            </a:extLst>
          </p:cNvPr>
          <p:cNvSpPr>
            <a:spLocks xmlns:a="http://schemas.openxmlformats.org/drawingml/2006/main" noGrp="1"/>
          </p:cNvSpPr>
          <p:nvPr/>
        </p:nvSpPr>
        <p:spPr>
          <a:xfrm xmlns:a="http://schemas.openxmlformats.org/drawingml/2006/main">
            <a:off x="78962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6" name="">
            <a:extLst xmlns:a="http://schemas.openxmlformats.org/drawingml/2006/main">
              <a:ext uri="{FF2B5EF4-FFF2-40B4-BE49-F238E27FC236}">
                <a16:creationId xmlns:a16="http://schemas.microsoft.com/office/drawing/2014/main" id="{8629DD11-E0F5-44EA-9B30-489F2B45C420}"/>
              </a:ext>
            </a:extLst>
          </p:cNvPr>
          <p:cNvSpPr>
            <a:spLocks xmlns:a="http://schemas.openxmlformats.org/drawingml/2006/main" noGrp="1"/>
          </p:cNvSpPr>
          <p:nvPr/>
        </p:nvSpPr>
        <p:spPr>
          <a:xfrm xmlns:a="http://schemas.openxmlformats.org/drawingml/2006/main">
            <a:off x="80010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7" name="">
            <a:extLst xmlns:a="http://schemas.openxmlformats.org/drawingml/2006/main">
              <a:ext uri="{FF2B5EF4-FFF2-40B4-BE49-F238E27FC236}">
                <a16:creationId xmlns:a16="http://schemas.microsoft.com/office/drawing/2014/main" id="{CC475F8F-536F-401B-B313-7AF4738BF055}"/>
              </a:ext>
            </a:extLst>
          </p:cNvPr>
          <p:cNvSpPr>
            <a:spLocks xmlns:a="http://schemas.openxmlformats.org/drawingml/2006/main" noGrp="1"/>
          </p:cNvSpPr>
          <p:nvPr/>
        </p:nvSpPr>
        <p:spPr>
          <a:xfrm xmlns:a="http://schemas.openxmlformats.org/drawingml/2006/main">
            <a:off x="81057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8" name="">
            <a:extLst xmlns:a="http://schemas.openxmlformats.org/drawingml/2006/main">
              <a:ext uri="{FF2B5EF4-FFF2-40B4-BE49-F238E27FC236}">
                <a16:creationId xmlns:a16="http://schemas.microsoft.com/office/drawing/2014/main" id="{1CEDC885-BA12-4E7C-9B02-A07EF3F2B4B1}"/>
              </a:ext>
            </a:extLst>
          </p:cNvPr>
          <p:cNvSpPr>
            <a:spLocks xmlns:a="http://schemas.openxmlformats.org/drawingml/2006/main" noGrp="1"/>
          </p:cNvSpPr>
          <p:nvPr/>
        </p:nvSpPr>
        <p:spPr>
          <a:xfrm xmlns:a="http://schemas.openxmlformats.org/drawingml/2006/main">
            <a:off x="82105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9" name="">
            <a:extLst xmlns:a="http://schemas.openxmlformats.org/drawingml/2006/main">
              <a:ext uri="{FF2B5EF4-FFF2-40B4-BE49-F238E27FC236}">
                <a16:creationId xmlns:a16="http://schemas.microsoft.com/office/drawing/2014/main" id="{0F25C20F-D654-415B-B510-B2D65B743C0A}"/>
              </a:ext>
            </a:extLst>
          </p:cNvPr>
          <p:cNvSpPr>
            <a:spLocks xmlns:a="http://schemas.openxmlformats.org/drawingml/2006/main" noGrp="1"/>
          </p:cNvSpPr>
          <p:nvPr/>
        </p:nvSpPr>
        <p:spPr>
          <a:xfrm xmlns:a="http://schemas.openxmlformats.org/drawingml/2006/main">
            <a:off x="83153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0" name="">
            <a:extLst xmlns:a="http://schemas.openxmlformats.org/drawingml/2006/main">
              <a:ext uri="{FF2B5EF4-FFF2-40B4-BE49-F238E27FC236}">
                <a16:creationId xmlns:a16="http://schemas.microsoft.com/office/drawing/2014/main" id="{D824F151-FDC7-4B10-A77F-6883B54F5496}"/>
              </a:ext>
            </a:extLst>
          </p:cNvPr>
          <p:cNvSpPr>
            <a:spLocks xmlns:a="http://schemas.openxmlformats.org/drawingml/2006/main" noGrp="1"/>
          </p:cNvSpPr>
          <p:nvPr/>
        </p:nvSpPr>
        <p:spPr>
          <a:xfrm xmlns:a="http://schemas.openxmlformats.org/drawingml/2006/main">
            <a:off x="84201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1" name="">
            <a:extLst xmlns:a="http://schemas.openxmlformats.org/drawingml/2006/main">
              <a:ext uri="{FF2B5EF4-FFF2-40B4-BE49-F238E27FC236}">
                <a16:creationId xmlns:a16="http://schemas.microsoft.com/office/drawing/2014/main" id="{9554D188-E338-41ED-8ED2-1DABF03E5959}"/>
              </a:ext>
            </a:extLst>
          </p:cNvPr>
          <p:cNvSpPr>
            <a:spLocks xmlns:a="http://schemas.openxmlformats.org/drawingml/2006/main" noGrp="1"/>
          </p:cNvSpPr>
          <p:nvPr/>
        </p:nvSpPr>
        <p:spPr>
          <a:xfrm xmlns:a="http://schemas.openxmlformats.org/drawingml/2006/main">
            <a:off x="85248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2" name="">
            <a:extLst xmlns:a="http://schemas.openxmlformats.org/drawingml/2006/main">
              <a:ext uri="{FF2B5EF4-FFF2-40B4-BE49-F238E27FC236}">
                <a16:creationId xmlns:a16="http://schemas.microsoft.com/office/drawing/2014/main" id="{9396960A-1CDD-4706-A32F-CC3E2BA54423}"/>
              </a:ext>
            </a:extLst>
          </p:cNvPr>
          <p:cNvSpPr>
            <a:spLocks xmlns:a="http://schemas.openxmlformats.org/drawingml/2006/main" noGrp="1"/>
          </p:cNvSpPr>
          <p:nvPr/>
        </p:nvSpPr>
        <p:spPr>
          <a:xfrm xmlns:a="http://schemas.openxmlformats.org/drawingml/2006/main">
            <a:off x="86296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3" name="">
            <a:extLst xmlns:a="http://schemas.openxmlformats.org/drawingml/2006/main">
              <a:ext uri="{FF2B5EF4-FFF2-40B4-BE49-F238E27FC236}">
                <a16:creationId xmlns:a16="http://schemas.microsoft.com/office/drawing/2014/main" id="{4E76DB29-64C5-4CD3-B527-28BB5096904A}"/>
              </a:ext>
            </a:extLst>
          </p:cNvPr>
          <p:cNvSpPr>
            <a:spLocks xmlns:a="http://schemas.openxmlformats.org/drawingml/2006/main" noGrp="1"/>
          </p:cNvSpPr>
          <p:nvPr/>
        </p:nvSpPr>
        <p:spPr>
          <a:xfrm xmlns:a="http://schemas.openxmlformats.org/drawingml/2006/main">
            <a:off x="87344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4" name="">
            <a:extLst xmlns:a="http://schemas.openxmlformats.org/drawingml/2006/main">
              <a:ext uri="{FF2B5EF4-FFF2-40B4-BE49-F238E27FC236}">
                <a16:creationId xmlns:a16="http://schemas.microsoft.com/office/drawing/2014/main" id="{9149E131-9E58-44DD-A9E0-21A359FADBCF}"/>
              </a:ext>
            </a:extLst>
          </p:cNvPr>
          <p:cNvSpPr>
            <a:spLocks xmlns:a="http://schemas.openxmlformats.org/drawingml/2006/main" noGrp="1"/>
          </p:cNvSpPr>
          <p:nvPr/>
        </p:nvSpPr>
        <p:spPr>
          <a:xfrm xmlns:a="http://schemas.openxmlformats.org/drawingml/2006/main">
            <a:off x="88392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5" name="">
            <a:extLst xmlns:a="http://schemas.openxmlformats.org/drawingml/2006/main">
              <a:ext uri="{FF2B5EF4-FFF2-40B4-BE49-F238E27FC236}">
                <a16:creationId xmlns:a16="http://schemas.microsoft.com/office/drawing/2014/main" id="{EF92FF26-B6D3-4A63-943F-C8AE047C781D}"/>
              </a:ext>
            </a:extLst>
          </p:cNvPr>
          <p:cNvSpPr>
            <a:spLocks xmlns:a="http://schemas.openxmlformats.org/drawingml/2006/main" noGrp="1"/>
          </p:cNvSpPr>
          <p:nvPr/>
        </p:nvSpPr>
        <p:spPr>
          <a:xfrm xmlns:a="http://schemas.openxmlformats.org/drawingml/2006/main">
            <a:off x="89439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6" name="">
            <a:extLst xmlns:a="http://schemas.openxmlformats.org/drawingml/2006/main">
              <a:ext uri="{FF2B5EF4-FFF2-40B4-BE49-F238E27FC236}">
                <a16:creationId xmlns:a16="http://schemas.microsoft.com/office/drawing/2014/main" id="{B765114E-0C16-4DB7-B741-45B404B46DE0}"/>
              </a:ext>
            </a:extLst>
          </p:cNvPr>
          <p:cNvSpPr>
            <a:spLocks xmlns:a="http://schemas.openxmlformats.org/drawingml/2006/main" noGrp="1"/>
          </p:cNvSpPr>
          <p:nvPr/>
        </p:nvSpPr>
        <p:spPr>
          <a:xfrm xmlns:a="http://schemas.openxmlformats.org/drawingml/2006/main">
            <a:off x="90487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7" name="">
            <a:extLst xmlns:a="http://schemas.openxmlformats.org/drawingml/2006/main">
              <a:ext uri="{FF2B5EF4-FFF2-40B4-BE49-F238E27FC236}">
                <a16:creationId xmlns:a16="http://schemas.microsoft.com/office/drawing/2014/main" id="{26F1F000-D9CF-4C57-910E-3BB2D564133A}"/>
              </a:ext>
            </a:extLst>
          </p:cNvPr>
          <p:cNvSpPr>
            <a:spLocks xmlns:a="http://schemas.openxmlformats.org/drawingml/2006/main" noGrp="1"/>
          </p:cNvSpPr>
          <p:nvPr/>
        </p:nvSpPr>
        <p:spPr>
          <a:xfrm xmlns:a="http://schemas.openxmlformats.org/drawingml/2006/main">
            <a:off x="91535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8" name="">
            <a:extLst xmlns:a="http://schemas.openxmlformats.org/drawingml/2006/main">
              <a:ext uri="{FF2B5EF4-FFF2-40B4-BE49-F238E27FC236}">
                <a16:creationId xmlns:a16="http://schemas.microsoft.com/office/drawing/2014/main" id="{F94C0E72-C0CC-406A-B947-B7292C67CA54}"/>
              </a:ext>
            </a:extLst>
          </p:cNvPr>
          <p:cNvSpPr>
            <a:spLocks xmlns:a="http://schemas.openxmlformats.org/drawingml/2006/main" noGrp="1"/>
          </p:cNvSpPr>
          <p:nvPr/>
        </p:nvSpPr>
        <p:spPr>
          <a:xfrm xmlns:a="http://schemas.openxmlformats.org/drawingml/2006/main">
            <a:off x="92583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9" name="">
            <a:extLst xmlns:a="http://schemas.openxmlformats.org/drawingml/2006/main">
              <a:ext uri="{FF2B5EF4-FFF2-40B4-BE49-F238E27FC236}">
                <a16:creationId xmlns:a16="http://schemas.microsoft.com/office/drawing/2014/main" id="{CA03708E-225E-4376-889D-65AD30A04C01}"/>
              </a:ext>
            </a:extLst>
          </p:cNvPr>
          <p:cNvSpPr>
            <a:spLocks xmlns:a="http://schemas.openxmlformats.org/drawingml/2006/main" noGrp="1"/>
          </p:cNvSpPr>
          <p:nvPr/>
        </p:nvSpPr>
        <p:spPr>
          <a:xfrm xmlns:a="http://schemas.openxmlformats.org/drawingml/2006/main">
            <a:off x="93630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0" name="">
            <a:extLst xmlns:a="http://schemas.openxmlformats.org/drawingml/2006/main">
              <a:ext uri="{FF2B5EF4-FFF2-40B4-BE49-F238E27FC236}">
                <a16:creationId xmlns:a16="http://schemas.microsoft.com/office/drawing/2014/main" id="{81E61D83-A97F-4431-BCC0-805E22B9AC12}"/>
              </a:ext>
            </a:extLst>
          </p:cNvPr>
          <p:cNvSpPr>
            <a:spLocks xmlns:a="http://schemas.openxmlformats.org/drawingml/2006/main" noGrp="1"/>
          </p:cNvSpPr>
          <p:nvPr/>
        </p:nvSpPr>
        <p:spPr>
          <a:xfrm xmlns:a="http://schemas.openxmlformats.org/drawingml/2006/main">
            <a:off x="94678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1" name="">
            <a:extLst xmlns:a="http://schemas.openxmlformats.org/drawingml/2006/main">
              <a:ext uri="{FF2B5EF4-FFF2-40B4-BE49-F238E27FC236}">
                <a16:creationId xmlns:a16="http://schemas.microsoft.com/office/drawing/2014/main" id="{E18AB1C9-F3D3-4AC6-ABFC-2FB0045A7736}"/>
              </a:ext>
            </a:extLst>
          </p:cNvPr>
          <p:cNvSpPr>
            <a:spLocks xmlns:a="http://schemas.openxmlformats.org/drawingml/2006/main" noGrp="1"/>
          </p:cNvSpPr>
          <p:nvPr/>
        </p:nvSpPr>
        <p:spPr>
          <a:xfrm xmlns:a="http://schemas.openxmlformats.org/drawingml/2006/main">
            <a:off x="95726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2" name="">
            <a:extLst xmlns:a="http://schemas.openxmlformats.org/drawingml/2006/main">
              <a:ext uri="{FF2B5EF4-FFF2-40B4-BE49-F238E27FC236}">
                <a16:creationId xmlns:a16="http://schemas.microsoft.com/office/drawing/2014/main" id="{81B660B5-D111-4F4A-98EC-B87A9A333376}"/>
              </a:ext>
            </a:extLst>
          </p:cNvPr>
          <p:cNvSpPr>
            <a:spLocks xmlns:a="http://schemas.openxmlformats.org/drawingml/2006/main" noGrp="1"/>
          </p:cNvSpPr>
          <p:nvPr/>
        </p:nvSpPr>
        <p:spPr>
          <a:xfrm xmlns:a="http://schemas.openxmlformats.org/drawingml/2006/main">
            <a:off x="96774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3" name="">
            <a:extLst xmlns:a="http://schemas.openxmlformats.org/drawingml/2006/main">
              <a:ext uri="{FF2B5EF4-FFF2-40B4-BE49-F238E27FC236}">
                <a16:creationId xmlns:a16="http://schemas.microsoft.com/office/drawing/2014/main" id="{21831524-11AD-412E-976D-902E947F340F}"/>
              </a:ext>
            </a:extLst>
          </p:cNvPr>
          <p:cNvSpPr>
            <a:spLocks xmlns:a="http://schemas.openxmlformats.org/drawingml/2006/main" noGrp="1"/>
          </p:cNvSpPr>
          <p:nvPr/>
        </p:nvSpPr>
        <p:spPr>
          <a:xfrm xmlns:a="http://schemas.openxmlformats.org/drawingml/2006/main">
            <a:off x="97821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4" name="">
            <a:extLst xmlns:a="http://schemas.openxmlformats.org/drawingml/2006/main">
              <a:ext uri="{FF2B5EF4-FFF2-40B4-BE49-F238E27FC236}">
                <a16:creationId xmlns:a16="http://schemas.microsoft.com/office/drawing/2014/main" id="{1A6CF023-FBD6-4416-A22A-2C7017ED1E22}"/>
              </a:ext>
            </a:extLst>
          </p:cNvPr>
          <p:cNvSpPr>
            <a:spLocks xmlns:a="http://schemas.openxmlformats.org/drawingml/2006/main" noGrp="1"/>
          </p:cNvSpPr>
          <p:nvPr/>
        </p:nvSpPr>
        <p:spPr>
          <a:xfrm xmlns:a="http://schemas.openxmlformats.org/drawingml/2006/main">
            <a:off x="9886950" y="5067300"/>
            <a:ext cx="3810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5" name="">
            <a:extLst xmlns:a="http://schemas.openxmlformats.org/drawingml/2006/main">
              <a:ext uri="{FF2B5EF4-FFF2-40B4-BE49-F238E27FC236}">
                <a16:creationId xmlns:a16="http://schemas.microsoft.com/office/drawing/2014/main" id="{1D9F72DF-BBA7-4E12-A715-6BF938BA1974}"/>
              </a:ext>
            </a:extLst>
          </p:cNvPr>
          <p:cNvSpPr>
            <a:spLocks xmlns:a="http://schemas.openxmlformats.org/drawingml/2006/main" noGrp="1"/>
          </p:cNvSpPr>
          <p:nvPr/>
        </p:nvSpPr>
        <p:spPr>
          <a:xfrm xmlns:a="http://schemas.openxmlformats.org/drawingml/2006/main">
            <a:off x="5772150" y="50196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336" name="">
            <a:extLst xmlns:a="http://schemas.openxmlformats.org/drawingml/2006/main">
              <a:ext uri="{FF2B5EF4-FFF2-40B4-BE49-F238E27FC236}">
                <a16:creationId xmlns:a16="http://schemas.microsoft.com/office/drawing/2014/main" id="{DCA34E40-1ABB-4CEC-BBDC-244DF9211CEC}"/>
              </a:ext>
            </a:extLst>
          </p:cNvPr>
          <p:cNvSpPr>
            <a:spLocks xmlns:a="http://schemas.openxmlformats.org/drawingml/2006/main" noGrp="1"/>
          </p:cNvSpPr>
          <p:nvPr/>
        </p:nvSpPr>
        <p:spPr>
          <a:xfrm xmlns:a="http://schemas.openxmlformats.org/drawingml/2006/main">
            <a:off x="5848350" y="5105400"/>
            <a:ext cx="4000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Customer transfer or VNPay result</a:t>
            </a:r>
          </a:p>
        </p:txBody>
      </p:sp>
      <p:sp>
        <p:nvSpPr>
          <p:cNvPr id="337" name="">
            <a:extLst xmlns:a="http://schemas.openxmlformats.org/drawingml/2006/main">
              <a:ext uri="{FF2B5EF4-FFF2-40B4-BE49-F238E27FC236}">
                <a16:creationId xmlns:a16="http://schemas.microsoft.com/office/drawing/2014/main" id="{8EA21C5B-C506-421F-9548-89C44BD95ECE}"/>
              </a:ext>
            </a:extLst>
          </p:cNvPr>
          <p:cNvSpPr>
            <a:spLocks xmlns:a="http://schemas.openxmlformats.org/drawingml/2006/main" noGrp="1"/>
          </p:cNvSpPr>
          <p:nvPr/>
        </p:nvSpPr>
        <p:spPr>
          <a:xfrm xmlns:a="http://schemas.openxmlformats.org/drawingml/2006/main">
            <a:off x="590550" y="5419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338" name="">
            <a:extLst xmlns:a="http://schemas.openxmlformats.org/drawingml/2006/main">
              <a:ext uri="{FF2B5EF4-FFF2-40B4-BE49-F238E27FC236}">
                <a16:creationId xmlns:a16="http://schemas.microsoft.com/office/drawing/2014/main" id="{1195CAB5-A7EE-4D03-80D1-25C9A5D487D5}"/>
              </a:ext>
            </a:extLst>
          </p:cNvPr>
          <p:cNvSpPr>
            <a:spLocks xmlns:a="http://schemas.openxmlformats.org/drawingml/2006/main" noGrp="1"/>
          </p:cNvSpPr>
          <p:nvPr/>
        </p:nvSpPr>
        <p:spPr>
          <a:xfrm xmlns:a="http://schemas.openxmlformats.org/drawingml/2006/main">
            <a:off x="590550" y="5467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7</a:t>
            </a:r>
          </a:p>
        </p:txBody>
      </p:sp>
      <p:sp>
        <p:nvSpPr>
          <p:cNvPr id="339" name="">
            <a:extLst xmlns:a="http://schemas.openxmlformats.org/drawingml/2006/main">
              <a:ext uri="{FF2B5EF4-FFF2-40B4-BE49-F238E27FC236}">
                <a16:creationId xmlns:a16="http://schemas.microsoft.com/office/drawing/2014/main" id="{DFE89318-F98B-4D97-AEDA-88C85822A56A}"/>
              </a:ext>
            </a:extLst>
          </p:cNvPr>
          <p:cNvSpPr>
            <a:spLocks xmlns:a="http://schemas.openxmlformats.org/drawingml/2006/main" noGrp="1"/>
          </p:cNvSpPr>
          <p:nvPr/>
        </p:nvSpPr>
        <p:spPr>
          <a:xfrm xmlns:a="http://schemas.openxmlformats.org/drawingml/2006/main">
            <a:off x="5772150" y="5467350"/>
            <a:ext cx="4152900" cy="76200"/>
          </a:xfrm>
          <a:prstGeom xmlns:a="http://schemas.openxmlformats.org/drawingml/2006/main" prst="leftArrow">
            <a:avLst/>
          </a:prstGeom>
          <a:solidFill xmlns:a="http://schemas.openxmlformats.org/drawingml/2006/main">
            <a:srgbClr val="FF5A1F"/>
          </a:solidFill>
          <a:ln xmlns:a="http://schemas.openxmlformats.org/drawingml/2006/main" w="0">
            <a:solidFill>
              <a:srgbClr val="FF5A1F"/>
            </a:solidFill>
          </a:ln>
        </p:spPr>
      </p:sp>
      <p:sp>
        <p:nvSpPr>
          <p:cNvPr id="340" name="">
            <a:extLst xmlns:a="http://schemas.openxmlformats.org/drawingml/2006/main">
              <a:ext uri="{FF2B5EF4-FFF2-40B4-BE49-F238E27FC236}">
                <a16:creationId xmlns:a16="http://schemas.microsoft.com/office/drawing/2014/main" id="{27169926-9341-4F5E-BDB6-C49713500826}"/>
              </a:ext>
            </a:extLst>
          </p:cNvPr>
          <p:cNvSpPr>
            <a:spLocks xmlns:a="http://schemas.openxmlformats.org/drawingml/2006/main" noGrp="1"/>
          </p:cNvSpPr>
          <p:nvPr/>
        </p:nvSpPr>
        <p:spPr>
          <a:xfrm xmlns:a="http://schemas.openxmlformats.org/drawingml/2006/main">
            <a:off x="5848350" y="5276850"/>
            <a:ext cx="4000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FF5A1F"/>
                </a:solidFill>
                <a:latin typeface="Poppins"/>
                <a:ea typeface="Poppins"/>
                <a:cs typeface="Poppins"/>
              </a:defRPr>
            </a:pPr>
            <a:r>
              <a:rPr sz="720" b="1">
                <a:solidFill>
                  <a:srgbClr val="FF5A1F"/>
                </a:solidFill>
                <a:latin typeface="Poppins"/>
                <a:ea typeface="Poppins"/>
                <a:cs typeface="Poppins"/>
              </a:rPr>
              <a:t>SePay signed webhook | VNPay IPN/query</a:t>
            </a:r>
          </a:p>
        </p:txBody>
      </p:sp>
      <p:sp>
        <p:nvSpPr>
          <p:cNvPr id="341" name="">
            <a:extLst xmlns:a="http://schemas.openxmlformats.org/drawingml/2006/main">
              <a:ext uri="{FF2B5EF4-FFF2-40B4-BE49-F238E27FC236}">
                <a16:creationId xmlns:a16="http://schemas.microsoft.com/office/drawing/2014/main" id="{18AE317F-5A77-4B94-98D6-C083FD987B5E}"/>
              </a:ext>
            </a:extLst>
          </p:cNvPr>
          <p:cNvSpPr>
            <a:spLocks xmlns:a="http://schemas.openxmlformats.org/drawingml/2006/main" noGrp="1"/>
          </p:cNvSpPr>
          <p:nvPr/>
        </p:nvSpPr>
        <p:spPr>
          <a:xfrm xmlns:a="http://schemas.openxmlformats.org/drawingml/2006/main">
            <a:off x="59055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2" name="">
            <a:extLst xmlns:a="http://schemas.openxmlformats.org/drawingml/2006/main">
              <a:ext uri="{FF2B5EF4-FFF2-40B4-BE49-F238E27FC236}">
                <a16:creationId xmlns:a16="http://schemas.microsoft.com/office/drawing/2014/main" id="{7B33047D-40B6-4B51-9D38-EBDDD4449655}"/>
              </a:ext>
            </a:extLst>
          </p:cNvPr>
          <p:cNvSpPr>
            <a:spLocks xmlns:a="http://schemas.openxmlformats.org/drawingml/2006/main" noGrp="1"/>
          </p:cNvSpPr>
          <p:nvPr/>
        </p:nvSpPr>
        <p:spPr>
          <a:xfrm xmlns:a="http://schemas.openxmlformats.org/drawingml/2006/main">
            <a:off x="60102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3" name="">
            <a:extLst xmlns:a="http://schemas.openxmlformats.org/drawingml/2006/main">
              <a:ext uri="{FF2B5EF4-FFF2-40B4-BE49-F238E27FC236}">
                <a16:creationId xmlns:a16="http://schemas.microsoft.com/office/drawing/2014/main" id="{853A91F4-56AC-4A19-975C-B41A8A4B0703}"/>
              </a:ext>
            </a:extLst>
          </p:cNvPr>
          <p:cNvSpPr>
            <a:spLocks xmlns:a="http://schemas.openxmlformats.org/drawingml/2006/main" noGrp="1"/>
          </p:cNvSpPr>
          <p:nvPr/>
        </p:nvSpPr>
        <p:spPr>
          <a:xfrm xmlns:a="http://schemas.openxmlformats.org/drawingml/2006/main">
            <a:off x="61150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4" name="">
            <a:extLst xmlns:a="http://schemas.openxmlformats.org/drawingml/2006/main">
              <a:ext uri="{FF2B5EF4-FFF2-40B4-BE49-F238E27FC236}">
                <a16:creationId xmlns:a16="http://schemas.microsoft.com/office/drawing/2014/main" id="{EBACD510-462D-4197-9AB6-C398F566C0C2}"/>
              </a:ext>
            </a:extLst>
          </p:cNvPr>
          <p:cNvSpPr>
            <a:spLocks xmlns:a="http://schemas.openxmlformats.org/drawingml/2006/main" noGrp="1"/>
          </p:cNvSpPr>
          <p:nvPr/>
        </p:nvSpPr>
        <p:spPr>
          <a:xfrm xmlns:a="http://schemas.openxmlformats.org/drawingml/2006/main">
            <a:off x="62198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5" name="">
            <a:extLst xmlns:a="http://schemas.openxmlformats.org/drawingml/2006/main">
              <a:ext uri="{FF2B5EF4-FFF2-40B4-BE49-F238E27FC236}">
                <a16:creationId xmlns:a16="http://schemas.microsoft.com/office/drawing/2014/main" id="{2C5493D7-7E01-4AEF-AC94-3FCCC97FCCF5}"/>
              </a:ext>
            </a:extLst>
          </p:cNvPr>
          <p:cNvSpPr>
            <a:spLocks xmlns:a="http://schemas.openxmlformats.org/drawingml/2006/main" noGrp="1"/>
          </p:cNvSpPr>
          <p:nvPr/>
        </p:nvSpPr>
        <p:spPr>
          <a:xfrm xmlns:a="http://schemas.openxmlformats.org/drawingml/2006/main">
            <a:off x="63246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6" name="">
            <a:extLst xmlns:a="http://schemas.openxmlformats.org/drawingml/2006/main">
              <a:ext uri="{FF2B5EF4-FFF2-40B4-BE49-F238E27FC236}">
                <a16:creationId xmlns:a16="http://schemas.microsoft.com/office/drawing/2014/main" id="{4746F751-D712-468C-9749-20CED638A1B2}"/>
              </a:ext>
            </a:extLst>
          </p:cNvPr>
          <p:cNvSpPr>
            <a:spLocks xmlns:a="http://schemas.openxmlformats.org/drawingml/2006/main" noGrp="1"/>
          </p:cNvSpPr>
          <p:nvPr/>
        </p:nvSpPr>
        <p:spPr>
          <a:xfrm xmlns:a="http://schemas.openxmlformats.org/drawingml/2006/main">
            <a:off x="64293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7" name="">
            <a:extLst xmlns:a="http://schemas.openxmlformats.org/drawingml/2006/main">
              <a:ext uri="{FF2B5EF4-FFF2-40B4-BE49-F238E27FC236}">
                <a16:creationId xmlns:a16="http://schemas.microsoft.com/office/drawing/2014/main" id="{43136BB8-68A0-476D-85BA-2DA549E5D024}"/>
              </a:ext>
            </a:extLst>
          </p:cNvPr>
          <p:cNvSpPr>
            <a:spLocks xmlns:a="http://schemas.openxmlformats.org/drawingml/2006/main" noGrp="1"/>
          </p:cNvSpPr>
          <p:nvPr/>
        </p:nvSpPr>
        <p:spPr>
          <a:xfrm xmlns:a="http://schemas.openxmlformats.org/drawingml/2006/main">
            <a:off x="65341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8" name="">
            <a:extLst xmlns:a="http://schemas.openxmlformats.org/drawingml/2006/main">
              <a:ext uri="{FF2B5EF4-FFF2-40B4-BE49-F238E27FC236}">
                <a16:creationId xmlns:a16="http://schemas.microsoft.com/office/drawing/2014/main" id="{E45C3E67-F7CF-450A-8541-3EB0087DB80B}"/>
              </a:ext>
            </a:extLst>
          </p:cNvPr>
          <p:cNvSpPr>
            <a:spLocks xmlns:a="http://schemas.openxmlformats.org/drawingml/2006/main" noGrp="1"/>
          </p:cNvSpPr>
          <p:nvPr/>
        </p:nvSpPr>
        <p:spPr>
          <a:xfrm xmlns:a="http://schemas.openxmlformats.org/drawingml/2006/main">
            <a:off x="66389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9" name="">
            <a:extLst xmlns:a="http://schemas.openxmlformats.org/drawingml/2006/main">
              <a:ext uri="{FF2B5EF4-FFF2-40B4-BE49-F238E27FC236}">
                <a16:creationId xmlns:a16="http://schemas.microsoft.com/office/drawing/2014/main" id="{3A876466-923F-4BD2-B4A4-FD85E404D84F}"/>
              </a:ext>
            </a:extLst>
          </p:cNvPr>
          <p:cNvSpPr>
            <a:spLocks xmlns:a="http://schemas.openxmlformats.org/drawingml/2006/main" noGrp="1"/>
          </p:cNvSpPr>
          <p:nvPr/>
        </p:nvSpPr>
        <p:spPr>
          <a:xfrm xmlns:a="http://schemas.openxmlformats.org/drawingml/2006/main">
            <a:off x="67437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0" name="">
            <a:extLst xmlns:a="http://schemas.openxmlformats.org/drawingml/2006/main">
              <a:ext uri="{FF2B5EF4-FFF2-40B4-BE49-F238E27FC236}">
                <a16:creationId xmlns:a16="http://schemas.microsoft.com/office/drawing/2014/main" id="{16DE51EE-82C8-49E7-A450-34ED3A11A635}"/>
              </a:ext>
            </a:extLst>
          </p:cNvPr>
          <p:cNvSpPr>
            <a:spLocks xmlns:a="http://schemas.openxmlformats.org/drawingml/2006/main" noGrp="1"/>
          </p:cNvSpPr>
          <p:nvPr/>
        </p:nvSpPr>
        <p:spPr>
          <a:xfrm xmlns:a="http://schemas.openxmlformats.org/drawingml/2006/main">
            <a:off x="68484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1" name="">
            <a:extLst xmlns:a="http://schemas.openxmlformats.org/drawingml/2006/main">
              <a:ext uri="{FF2B5EF4-FFF2-40B4-BE49-F238E27FC236}">
                <a16:creationId xmlns:a16="http://schemas.microsoft.com/office/drawing/2014/main" id="{747A8B23-096C-453D-B6FC-708B77330BE1}"/>
              </a:ext>
            </a:extLst>
          </p:cNvPr>
          <p:cNvSpPr>
            <a:spLocks xmlns:a="http://schemas.openxmlformats.org/drawingml/2006/main" noGrp="1"/>
          </p:cNvSpPr>
          <p:nvPr/>
        </p:nvSpPr>
        <p:spPr>
          <a:xfrm xmlns:a="http://schemas.openxmlformats.org/drawingml/2006/main">
            <a:off x="69532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2" name="">
            <a:extLst xmlns:a="http://schemas.openxmlformats.org/drawingml/2006/main">
              <a:ext uri="{FF2B5EF4-FFF2-40B4-BE49-F238E27FC236}">
                <a16:creationId xmlns:a16="http://schemas.microsoft.com/office/drawing/2014/main" id="{99E5128D-982D-446B-AD6C-CC9A67273513}"/>
              </a:ext>
            </a:extLst>
          </p:cNvPr>
          <p:cNvSpPr>
            <a:spLocks xmlns:a="http://schemas.openxmlformats.org/drawingml/2006/main" noGrp="1"/>
          </p:cNvSpPr>
          <p:nvPr/>
        </p:nvSpPr>
        <p:spPr>
          <a:xfrm xmlns:a="http://schemas.openxmlformats.org/drawingml/2006/main">
            <a:off x="70580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3" name="">
            <a:extLst xmlns:a="http://schemas.openxmlformats.org/drawingml/2006/main">
              <a:ext uri="{FF2B5EF4-FFF2-40B4-BE49-F238E27FC236}">
                <a16:creationId xmlns:a16="http://schemas.microsoft.com/office/drawing/2014/main" id="{5A816CB6-14CE-48D3-896B-BBE5926209EE}"/>
              </a:ext>
            </a:extLst>
          </p:cNvPr>
          <p:cNvSpPr>
            <a:spLocks xmlns:a="http://schemas.openxmlformats.org/drawingml/2006/main" noGrp="1"/>
          </p:cNvSpPr>
          <p:nvPr/>
        </p:nvSpPr>
        <p:spPr>
          <a:xfrm xmlns:a="http://schemas.openxmlformats.org/drawingml/2006/main">
            <a:off x="71628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4" name="">
            <a:extLst xmlns:a="http://schemas.openxmlformats.org/drawingml/2006/main">
              <a:ext uri="{FF2B5EF4-FFF2-40B4-BE49-F238E27FC236}">
                <a16:creationId xmlns:a16="http://schemas.microsoft.com/office/drawing/2014/main" id="{5D5FAEF9-9CED-4902-A0D4-6436FE81E43E}"/>
              </a:ext>
            </a:extLst>
          </p:cNvPr>
          <p:cNvSpPr>
            <a:spLocks xmlns:a="http://schemas.openxmlformats.org/drawingml/2006/main" noGrp="1"/>
          </p:cNvSpPr>
          <p:nvPr/>
        </p:nvSpPr>
        <p:spPr>
          <a:xfrm xmlns:a="http://schemas.openxmlformats.org/drawingml/2006/main">
            <a:off x="72675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5" name="">
            <a:extLst xmlns:a="http://schemas.openxmlformats.org/drawingml/2006/main">
              <a:ext uri="{FF2B5EF4-FFF2-40B4-BE49-F238E27FC236}">
                <a16:creationId xmlns:a16="http://schemas.microsoft.com/office/drawing/2014/main" id="{435F6360-D658-4FCE-93DD-CBE0452ED70E}"/>
              </a:ext>
            </a:extLst>
          </p:cNvPr>
          <p:cNvSpPr>
            <a:spLocks xmlns:a="http://schemas.openxmlformats.org/drawingml/2006/main" noGrp="1"/>
          </p:cNvSpPr>
          <p:nvPr/>
        </p:nvSpPr>
        <p:spPr>
          <a:xfrm xmlns:a="http://schemas.openxmlformats.org/drawingml/2006/main">
            <a:off x="73723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6" name="">
            <a:extLst xmlns:a="http://schemas.openxmlformats.org/drawingml/2006/main">
              <a:ext uri="{FF2B5EF4-FFF2-40B4-BE49-F238E27FC236}">
                <a16:creationId xmlns:a16="http://schemas.microsoft.com/office/drawing/2014/main" id="{153A3769-C654-4BE6-995F-9F0D97BE1C12}"/>
              </a:ext>
            </a:extLst>
          </p:cNvPr>
          <p:cNvSpPr>
            <a:spLocks xmlns:a="http://schemas.openxmlformats.org/drawingml/2006/main" noGrp="1"/>
          </p:cNvSpPr>
          <p:nvPr/>
        </p:nvSpPr>
        <p:spPr>
          <a:xfrm xmlns:a="http://schemas.openxmlformats.org/drawingml/2006/main">
            <a:off x="74771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7" name="">
            <a:extLst xmlns:a="http://schemas.openxmlformats.org/drawingml/2006/main">
              <a:ext uri="{FF2B5EF4-FFF2-40B4-BE49-F238E27FC236}">
                <a16:creationId xmlns:a16="http://schemas.microsoft.com/office/drawing/2014/main" id="{B87DDE79-3626-46F2-A550-329E1BD1CA54}"/>
              </a:ext>
            </a:extLst>
          </p:cNvPr>
          <p:cNvSpPr>
            <a:spLocks xmlns:a="http://schemas.openxmlformats.org/drawingml/2006/main" noGrp="1"/>
          </p:cNvSpPr>
          <p:nvPr/>
        </p:nvSpPr>
        <p:spPr>
          <a:xfrm xmlns:a="http://schemas.openxmlformats.org/drawingml/2006/main">
            <a:off x="75819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8" name="">
            <a:extLst xmlns:a="http://schemas.openxmlformats.org/drawingml/2006/main">
              <a:ext uri="{FF2B5EF4-FFF2-40B4-BE49-F238E27FC236}">
                <a16:creationId xmlns:a16="http://schemas.microsoft.com/office/drawing/2014/main" id="{CB99BD91-2F00-4F71-A8E4-1825935FA15F}"/>
              </a:ext>
            </a:extLst>
          </p:cNvPr>
          <p:cNvSpPr>
            <a:spLocks xmlns:a="http://schemas.openxmlformats.org/drawingml/2006/main" noGrp="1"/>
          </p:cNvSpPr>
          <p:nvPr/>
        </p:nvSpPr>
        <p:spPr>
          <a:xfrm xmlns:a="http://schemas.openxmlformats.org/drawingml/2006/main">
            <a:off x="76866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9" name="">
            <a:extLst xmlns:a="http://schemas.openxmlformats.org/drawingml/2006/main">
              <a:ext uri="{FF2B5EF4-FFF2-40B4-BE49-F238E27FC236}">
                <a16:creationId xmlns:a16="http://schemas.microsoft.com/office/drawing/2014/main" id="{CC386F6D-13B6-4138-BA97-41B2878F3980}"/>
              </a:ext>
            </a:extLst>
          </p:cNvPr>
          <p:cNvSpPr>
            <a:spLocks xmlns:a="http://schemas.openxmlformats.org/drawingml/2006/main" noGrp="1"/>
          </p:cNvSpPr>
          <p:nvPr/>
        </p:nvSpPr>
        <p:spPr>
          <a:xfrm xmlns:a="http://schemas.openxmlformats.org/drawingml/2006/main">
            <a:off x="77914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0" name="">
            <a:extLst xmlns:a="http://schemas.openxmlformats.org/drawingml/2006/main">
              <a:ext uri="{FF2B5EF4-FFF2-40B4-BE49-F238E27FC236}">
                <a16:creationId xmlns:a16="http://schemas.microsoft.com/office/drawing/2014/main" id="{22306024-0418-4AD7-A8EA-CDD272E68661}"/>
              </a:ext>
            </a:extLst>
          </p:cNvPr>
          <p:cNvSpPr>
            <a:spLocks xmlns:a="http://schemas.openxmlformats.org/drawingml/2006/main" noGrp="1"/>
          </p:cNvSpPr>
          <p:nvPr/>
        </p:nvSpPr>
        <p:spPr>
          <a:xfrm xmlns:a="http://schemas.openxmlformats.org/drawingml/2006/main">
            <a:off x="78962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1" name="">
            <a:extLst xmlns:a="http://schemas.openxmlformats.org/drawingml/2006/main">
              <a:ext uri="{FF2B5EF4-FFF2-40B4-BE49-F238E27FC236}">
                <a16:creationId xmlns:a16="http://schemas.microsoft.com/office/drawing/2014/main" id="{69E1568F-0155-462F-923F-708049B65BE2}"/>
              </a:ext>
            </a:extLst>
          </p:cNvPr>
          <p:cNvSpPr>
            <a:spLocks xmlns:a="http://schemas.openxmlformats.org/drawingml/2006/main" noGrp="1"/>
          </p:cNvSpPr>
          <p:nvPr/>
        </p:nvSpPr>
        <p:spPr>
          <a:xfrm xmlns:a="http://schemas.openxmlformats.org/drawingml/2006/main">
            <a:off x="80010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2" name="">
            <a:extLst xmlns:a="http://schemas.openxmlformats.org/drawingml/2006/main">
              <a:ext uri="{FF2B5EF4-FFF2-40B4-BE49-F238E27FC236}">
                <a16:creationId xmlns:a16="http://schemas.microsoft.com/office/drawing/2014/main" id="{44126779-62BD-4BD5-9950-276654187FB6}"/>
              </a:ext>
            </a:extLst>
          </p:cNvPr>
          <p:cNvSpPr>
            <a:spLocks xmlns:a="http://schemas.openxmlformats.org/drawingml/2006/main" noGrp="1"/>
          </p:cNvSpPr>
          <p:nvPr/>
        </p:nvSpPr>
        <p:spPr>
          <a:xfrm xmlns:a="http://schemas.openxmlformats.org/drawingml/2006/main">
            <a:off x="81057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3" name="">
            <a:extLst xmlns:a="http://schemas.openxmlformats.org/drawingml/2006/main">
              <a:ext uri="{FF2B5EF4-FFF2-40B4-BE49-F238E27FC236}">
                <a16:creationId xmlns:a16="http://schemas.microsoft.com/office/drawing/2014/main" id="{BD704ADE-B199-4459-9DE6-9E9B7F6642C8}"/>
              </a:ext>
            </a:extLst>
          </p:cNvPr>
          <p:cNvSpPr>
            <a:spLocks xmlns:a="http://schemas.openxmlformats.org/drawingml/2006/main" noGrp="1"/>
          </p:cNvSpPr>
          <p:nvPr/>
        </p:nvSpPr>
        <p:spPr>
          <a:xfrm xmlns:a="http://schemas.openxmlformats.org/drawingml/2006/main">
            <a:off x="82105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4" name="">
            <a:extLst xmlns:a="http://schemas.openxmlformats.org/drawingml/2006/main">
              <a:ext uri="{FF2B5EF4-FFF2-40B4-BE49-F238E27FC236}">
                <a16:creationId xmlns:a16="http://schemas.microsoft.com/office/drawing/2014/main" id="{699D7789-C02A-4CF0-A635-57C098EDF2DA}"/>
              </a:ext>
            </a:extLst>
          </p:cNvPr>
          <p:cNvSpPr>
            <a:spLocks xmlns:a="http://schemas.openxmlformats.org/drawingml/2006/main" noGrp="1"/>
          </p:cNvSpPr>
          <p:nvPr/>
        </p:nvSpPr>
        <p:spPr>
          <a:xfrm xmlns:a="http://schemas.openxmlformats.org/drawingml/2006/main">
            <a:off x="83153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5" name="">
            <a:extLst xmlns:a="http://schemas.openxmlformats.org/drawingml/2006/main">
              <a:ext uri="{FF2B5EF4-FFF2-40B4-BE49-F238E27FC236}">
                <a16:creationId xmlns:a16="http://schemas.microsoft.com/office/drawing/2014/main" id="{AE989297-BDE2-41B1-B6C3-155ECD6F38E9}"/>
              </a:ext>
            </a:extLst>
          </p:cNvPr>
          <p:cNvSpPr>
            <a:spLocks xmlns:a="http://schemas.openxmlformats.org/drawingml/2006/main" noGrp="1"/>
          </p:cNvSpPr>
          <p:nvPr/>
        </p:nvSpPr>
        <p:spPr>
          <a:xfrm xmlns:a="http://schemas.openxmlformats.org/drawingml/2006/main">
            <a:off x="84201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6" name="">
            <a:extLst xmlns:a="http://schemas.openxmlformats.org/drawingml/2006/main">
              <a:ext uri="{FF2B5EF4-FFF2-40B4-BE49-F238E27FC236}">
                <a16:creationId xmlns:a16="http://schemas.microsoft.com/office/drawing/2014/main" id="{EFC8422E-73C0-44DF-81B0-180E5636622E}"/>
              </a:ext>
            </a:extLst>
          </p:cNvPr>
          <p:cNvSpPr>
            <a:spLocks xmlns:a="http://schemas.openxmlformats.org/drawingml/2006/main" noGrp="1"/>
          </p:cNvSpPr>
          <p:nvPr/>
        </p:nvSpPr>
        <p:spPr>
          <a:xfrm xmlns:a="http://schemas.openxmlformats.org/drawingml/2006/main">
            <a:off x="85248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7" name="">
            <a:extLst xmlns:a="http://schemas.openxmlformats.org/drawingml/2006/main">
              <a:ext uri="{FF2B5EF4-FFF2-40B4-BE49-F238E27FC236}">
                <a16:creationId xmlns:a16="http://schemas.microsoft.com/office/drawing/2014/main" id="{7E05F3FE-317F-4BEA-82F6-811D88014E5E}"/>
              </a:ext>
            </a:extLst>
          </p:cNvPr>
          <p:cNvSpPr>
            <a:spLocks xmlns:a="http://schemas.openxmlformats.org/drawingml/2006/main" noGrp="1"/>
          </p:cNvSpPr>
          <p:nvPr/>
        </p:nvSpPr>
        <p:spPr>
          <a:xfrm xmlns:a="http://schemas.openxmlformats.org/drawingml/2006/main">
            <a:off x="86296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8" name="">
            <a:extLst xmlns:a="http://schemas.openxmlformats.org/drawingml/2006/main">
              <a:ext uri="{FF2B5EF4-FFF2-40B4-BE49-F238E27FC236}">
                <a16:creationId xmlns:a16="http://schemas.microsoft.com/office/drawing/2014/main" id="{BE756467-3C84-454B-BAA7-F7468D643BF1}"/>
              </a:ext>
            </a:extLst>
          </p:cNvPr>
          <p:cNvSpPr>
            <a:spLocks xmlns:a="http://schemas.openxmlformats.org/drawingml/2006/main" noGrp="1"/>
          </p:cNvSpPr>
          <p:nvPr/>
        </p:nvSpPr>
        <p:spPr>
          <a:xfrm xmlns:a="http://schemas.openxmlformats.org/drawingml/2006/main">
            <a:off x="87344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9" name="">
            <a:extLst xmlns:a="http://schemas.openxmlformats.org/drawingml/2006/main">
              <a:ext uri="{FF2B5EF4-FFF2-40B4-BE49-F238E27FC236}">
                <a16:creationId xmlns:a16="http://schemas.microsoft.com/office/drawing/2014/main" id="{617AF380-8F36-4559-A232-8D1729255A9A}"/>
              </a:ext>
            </a:extLst>
          </p:cNvPr>
          <p:cNvSpPr>
            <a:spLocks xmlns:a="http://schemas.openxmlformats.org/drawingml/2006/main" noGrp="1"/>
          </p:cNvSpPr>
          <p:nvPr/>
        </p:nvSpPr>
        <p:spPr>
          <a:xfrm xmlns:a="http://schemas.openxmlformats.org/drawingml/2006/main">
            <a:off x="88392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70" name="">
            <a:extLst xmlns:a="http://schemas.openxmlformats.org/drawingml/2006/main">
              <a:ext uri="{FF2B5EF4-FFF2-40B4-BE49-F238E27FC236}">
                <a16:creationId xmlns:a16="http://schemas.microsoft.com/office/drawing/2014/main" id="{B75961BA-EA93-485A-8569-D8BF105CFF9D}"/>
              </a:ext>
            </a:extLst>
          </p:cNvPr>
          <p:cNvSpPr>
            <a:spLocks xmlns:a="http://schemas.openxmlformats.org/drawingml/2006/main" noGrp="1"/>
          </p:cNvSpPr>
          <p:nvPr/>
        </p:nvSpPr>
        <p:spPr>
          <a:xfrm xmlns:a="http://schemas.openxmlformats.org/drawingml/2006/main">
            <a:off x="89439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71" name="">
            <a:extLst xmlns:a="http://schemas.openxmlformats.org/drawingml/2006/main">
              <a:ext uri="{FF2B5EF4-FFF2-40B4-BE49-F238E27FC236}">
                <a16:creationId xmlns:a16="http://schemas.microsoft.com/office/drawing/2014/main" id="{FBB4D7A5-C98F-448D-B8D4-9E876ECA9F72}"/>
              </a:ext>
            </a:extLst>
          </p:cNvPr>
          <p:cNvSpPr>
            <a:spLocks xmlns:a="http://schemas.openxmlformats.org/drawingml/2006/main" noGrp="1"/>
          </p:cNvSpPr>
          <p:nvPr/>
        </p:nvSpPr>
        <p:spPr>
          <a:xfrm xmlns:a="http://schemas.openxmlformats.org/drawingml/2006/main">
            <a:off x="90487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72" name="">
            <a:extLst xmlns:a="http://schemas.openxmlformats.org/drawingml/2006/main">
              <a:ext uri="{FF2B5EF4-FFF2-40B4-BE49-F238E27FC236}">
                <a16:creationId xmlns:a16="http://schemas.microsoft.com/office/drawing/2014/main" id="{39370BD4-C35C-4D23-9B04-F7D4B5BCDBE6}"/>
              </a:ext>
            </a:extLst>
          </p:cNvPr>
          <p:cNvSpPr>
            <a:spLocks xmlns:a="http://schemas.openxmlformats.org/drawingml/2006/main" noGrp="1"/>
          </p:cNvSpPr>
          <p:nvPr/>
        </p:nvSpPr>
        <p:spPr>
          <a:xfrm xmlns:a="http://schemas.openxmlformats.org/drawingml/2006/main">
            <a:off x="91535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73" name="">
            <a:extLst xmlns:a="http://schemas.openxmlformats.org/drawingml/2006/main">
              <a:ext uri="{FF2B5EF4-FFF2-40B4-BE49-F238E27FC236}">
                <a16:creationId xmlns:a16="http://schemas.microsoft.com/office/drawing/2014/main" id="{CC755579-AB07-48B4-8051-E40BF3056C8F}"/>
              </a:ext>
            </a:extLst>
          </p:cNvPr>
          <p:cNvSpPr>
            <a:spLocks xmlns:a="http://schemas.openxmlformats.org/drawingml/2006/main" noGrp="1"/>
          </p:cNvSpPr>
          <p:nvPr/>
        </p:nvSpPr>
        <p:spPr>
          <a:xfrm xmlns:a="http://schemas.openxmlformats.org/drawingml/2006/main">
            <a:off x="92583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74" name="">
            <a:extLst xmlns:a="http://schemas.openxmlformats.org/drawingml/2006/main">
              <a:ext uri="{FF2B5EF4-FFF2-40B4-BE49-F238E27FC236}">
                <a16:creationId xmlns:a16="http://schemas.microsoft.com/office/drawing/2014/main" id="{1176C411-3A96-48E4-BE33-AE30D722A152}"/>
              </a:ext>
            </a:extLst>
          </p:cNvPr>
          <p:cNvSpPr>
            <a:spLocks xmlns:a="http://schemas.openxmlformats.org/drawingml/2006/main" noGrp="1"/>
          </p:cNvSpPr>
          <p:nvPr/>
        </p:nvSpPr>
        <p:spPr>
          <a:xfrm xmlns:a="http://schemas.openxmlformats.org/drawingml/2006/main">
            <a:off x="93630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75" name="">
            <a:extLst xmlns:a="http://schemas.openxmlformats.org/drawingml/2006/main">
              <a:ext uri="{FF2B5EF4-FFF2-40B4-BE49-F238E27FC236}">
                <a16:creationId xmlns:a16="http://schemas.microsoft.com/office/drawing/2014/main" id="{52C81A3B-E61F-4FB3-BCC2-051DE8F37C54}"/>
              </a:ext>
            </a:extLst>
          </p:cNvPr>
          <p:cNvSpPr>
            <a:spLocks xmlns:a="http://schemas.openxmlformats.org/drawingml/2006/main" noGrp="1"/>
          </p:cNvSpPr>
          <p:nvPr/>
        </p:nvSpPr>
        <p:spPr>
          <a:xfrm xmlns:a="http://schemas.openxmlformats.org/drawingml/2006/main">
            <a:off x="94678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76" name="">
            <a:extLst xmlns:a="http://schemas.openxmlformats.org/drawingml/2006/main">
              <a:ext uri="{FF2B5EF4-FFF2-40B4-BE49-F238E27FC236}">
                <a16:creationId xmlns:a16="http://schemas.microsoft.com/office/drawing/2014/main" id="{F3F62B28-3BD8-48FC-BEF6-0B61049869F7}"/>
              </a:ext>
            </a:extLst>
          </p:cNvPr>
          <p:cNvSpPr>
            <a:spLocks xmlns:a="http://schemas.openxmlformats.org/drawingml/2006/main" noGrp="1"/>
          </p:cNvSpPr>
          <p:nvPr/>
        </p:nvSpPr>
        <p:spPr>
          <a:xfrm xmlns:a="http://schemas.openxmlformats.org/drawingml/2006/main">
            <a:off x="95726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77" name="">
            <a:extLst xmlns:a="http://schemas.openxmlformats.org/drawingml/2006/main">
              <a:ext uri="{FF2B5EF4-FFF2-40B4-BE49-F238E27FC236}">
                <a16:creationId xmlns:a16="http://schemas.microsoft.com/office/drawing/2014/main" id="{273DB112-9B72-4617-B74B-C5C518D973A9}"/>
              </a:ext>
            </a:extLst>
          </p:cNvPr>
          <p:cNvSpPr>
            <a:spLocks xmlns:a="http://schemas.openxmlformats.org/drawingml/2006/main" noGrp="1"/>
          </p:cNvSpPr>
          <p:nvPr/>
        </p:nvSpPr>
        <p:spPr>
          <a:xfrm xmlns:a="http://schemas.openxmlformats.org/drawingml/2006/main">
            <a:off x="96774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78" name="">
            <a:extLst xmlns:a="http://schemas.openxmlformats.org/drawingml/2006/main">
              <a:ext uri="{FF2B5EF4-FFF2-40B4-BE49-F238E27FC236}">
                <a16:creationId xmlns:a16="http://schemas.microsoft.com/office/drawing/2014/main" id="{BE719DA0-6D37-49D3-959E-54ABDDB93EE3}"/>
              </a:ext>
            </a:extLst>
          </p:cNvPr>
          <p:cNvSpPr>
            <a:spLocks xmlns:a="http://schemas.openxmlformats.org/drawingml/2006/main" noGrp="1"/>
          </p:cNvSpPr>
          <p:nvPr/>
        </p:nvSpPr>
        <p:spPr>
          <a:xfrm xmlns:a="http://schemas.openxmlformats.org/drawingml/2006/main">
            <a:off x="97821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79" name="">
            <a:extLst xmlns:a="http://schemas.openxmlformats.org/drawingml/2006/main">
              <a:ext uri="{FF2B5EF4-FFF2-40B4-BE49-F238E27FC236}">
                <a16:creationId xmlns:a16="http://schemas.microsoft.com/office/drawing/2014/main" id="{706DD6BD-84FB-42CF-952D-3868802A9B14}"/>
              </a:ext>
            </a:extLst>
          </p:cNvPr>
          <p:cNvSpPr>
            <a:spLocks xmlns:a="http://schemas.openxmlformats.org/drawingml/2006/main" noGrp="1"/>
          </p:cNvSpPr>
          <p:nvPr/>
        </p:nvSpPr>
        <p:spPr>
          <a:xfrm xmlns:a="http://schemas.openxmlformats.org/drawingml/2006/main">
            <a:off x="9886950" y="5638800"/>
            <a:ext cx="3810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80" name="">
            <a:extLst xmlns:a="http://schemas.openxmlformats.org/drawingml/2006/main">
              <a:ext uri="{FF2B5EF4-FFF2-40B4-BE49-F238E27FC236}">
                <a16:creationId xmlns:a16="http://schemas.microsoft.com/office/drawing/2014/main" id="{32D88283-EEE4-4CDA-9EE6-96666BF2BD46}"/>
              </a:ext>
            </a:extLst>
          </p:cNvPr>
          <p:cNvSpPr>
            <a:spLocks xmlns:a="http://schemas.openxmlformats.org/drawingml/2006/main" noGrp="1"/>
          </p:cNvSpPr>
          <p:nvPr/>
        </p:nvSpPr>
        <p:spPr>
          <a:xfrm xmlns:a="http://schemas.openxmlformats.org/drawingml/2006/main">
            <a:off x="9763125" y="5591175"/>
            <a:ext cx="161925" cy="114300"/>
          </a:xfrm>
          <a:prstGeom xmlns:a="http://schemas.openxmlformats.org/drawingml/2006/main" prst="rightArrow">
            <a:avLst/>
          </a:prstGeom>
          <a:solidFill xmlns:a="http://schemas.openxmlformats.org/drawingml/2006/main">
            <a:srgbClr val="526174"/>
          </a:solidFill>
          <a:ln xmlns:a="http://schemas.openxmlformats.org/drawingml/2006/main" w="0">
            <a:solidFill>
              <a:srgbClr val="526174"/>
            </a:solidFill>
          </a:ln>
        </p:spPr>
      </p:sp>
      <p:sp>
        <p:nvSpPr>
          <p:cNvPr id="381" name="">
            <a:extLst xmlns:a="http://schemas.openxmlformats.org/drawingml/2006/main">
              <a:ext uri="{FF2B5EF4-FFF2-40B4-BE49-F238E27FC236}">
                <a16:creationId xmlns:a16="http://schemas.microsoft.com/office/drawing/2014/main" id="{98426E10-7BBD-4456-827F-5B1B8CF42637}"/>
              </a:ext>
            </a:extLst>
          </p:cNvPr>
          <p:cNvSpPr>
            <a:spLocks xmlns:a="http://schemas.openxmlformats.org/drawingml/2006/main" noGrp="1"/>
          </p:cNvSpPr>
          <p:nvPr/>
        </p:nvSpPr>
        <p:spPr>
          <a:xfrm xmlns:a="http://schemas.openxmlformats.org/drawingml/2006/main">
            <a:off x="5848350" y="5676900"/>
            <a:ext cx="4000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PAID -&gt; booking CONFIRMED -&gt; assign staff</a:t>
            </a:r>
          </a:p>
        </p:txBody>
      </p:sp>
      <p:sp>
        <p:nvSpPr>
          <p:cNvPr id="382" name="">
            <a:extLst xmlns:a="http://schemas.openxmlformats.org/drawingml/2006/main">
              <a:ext uri="{FF2B5EF4-FFF2-40B4-BE49-F238E27FC236}">
                <a16:creationId xmlns:a16="http://schemas.microsoft.com/office/drawing/2014/main" id="{1B89A53D-714E-4BFA-ADC9-C7B3DAA722FF}"/>
              </a:ext>
            </a:extLst>
          </p:cNvPr>
          <p:cNvSpPr>
            <a:spLocks xmlns:a="http://schemas.openxmlformats.org/drawingml/2006/main" noGrp="1"/>
          </p:cNvSpPr>
          <p:nvPr/>
        </p:nvSpPr>
        <p:spPr>
          <a:xfrm xmlns:a="http://schemas.openxmlformats.org/drawingml/2006/main">
            <a:off x="742950" y="5829300"/>
            <a:ext cx="10553700" cy="238125"/>
          </a:xfrm>
          <a:prstGeom xmlns:a="http://schemas.openxmlformats.org/drawingml/2006/main" prst="roundRect">
            <a:avLst>
              <a:gd name="adj" fmla="val 9000"/>
            </a:avLst>
          </a:prstGeom>
          <a:solidFill xmlns:a="http://schemas.openxmlformats.org/drawingml/2006/main">
            <a:srgbClr val="FFF2EC"/>
          </a:solidFill>
          <a:ln xmlns:a="http://schemas.openxmlformats.org/drawingml/2006/main" w="13335">
            <a:solidFill>
              <a:srgbClr val="FF5A1F"/>
            </a:solidFill>
            <a:prstDash val="solid"/>
          </a:ln>
        </p:spPr>
      </p:sp>
      <p:sp>
        <p:nvSpPr>
          <p:cNvPr id="383" name="">
            <a:extLst xmlns:a="http://schemas.openxmlformats.org/drawingml/2006/main">
              <a:ext uri="{FF2B5EF4-FFF2-40B4-BE49-F238E27FC236}">
                <a16:creationId xmlns:a16="http://schemas.microsoft.com/office/drawing/2014/main" id="{23566E55-C320-4FF8-9CC2-063348CE0EEB}"/>
              </a:ext>
            </a:extLst>
          </p:cNvPr>
          <p:cNvSpPr>
            <a:spLocks xmlns:a="http://schemas.openxmlformats.org/drawingml/2006/main" noGrp="1"/>
          </p:cNvSpPr>
          <p:nvPr/>
        </p:nvSpPr>
        <p:spPr>
          <a:xfrm xmlns:a="http://schemas.openxmlformats.org/drawingml/2006/main">
            <a:off x="876300" y="5867400"/>
            <a:ext cx="102870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60" b="1">
                <a:solidFill>
                  <a:srgbClr val="D97706"/>
                </a:solidFill>
                <a:latin typeface="Poppins"/>
                <a:ea typeface="Poppins"/>
                <a:cs typeface="Poppins"/>
              </a:defRPr>
            </a:pPr>
            <a:r>
              <a:rPr sz="660" b="1">
                <a:solidFill>
                  <a:srgbClr val="D97706"/>
                </a:solidFill>
                <a:latin typeface="Poppins"/>
                <a:ea typeface="Poppins"/>
                <a:cs typeface="Poppins"/>
              </a:rPr>
              <a:t>Capacity rule: existing non-cancelled bookings + active holds must stay below maxBookingsPerTimeSlot; otherwise BOOKING_SLOT_FULL.</a:t>
            </a:r>
          </a:p>
        </p:txBody>
      </p:sp>
      <p:sp>
        <p:nvSpPr>
          <p:cNvPr id="384" name="">
            <a:extLst xmlns:a="http://schemas.openxmlformats.org/drawingml/2006/main">
              <a:ext uri="{FF2B5EF4-FFF2-40B4-BE49-F238E27FC236}">
                <a16:creationId xmlns:a16="http://schemas.microsoft.com/office/drawing/2014/main" id="{96CB6854-7AA1-4F1F-A75C-69CE4C112BCB}"/>
              </a:ext>
            </a:extLst>
          </p:cNvPr>
          <p:cNvSpPr>
            <a:spLocks xmlns:a="http://schemas.openxmlformats.org/drawingml/2006/main" noGrp="1"/>
          </p:cNvSpPr>
          <p:nvPr/>
        </p:nvSpPr>
        <p:spPr>
          <a:xfrm xmlns:a="http://schemas.openxmlformats.org/drawingml/2006/main">
            <a:off x="819150" y="6191250"/>
            <a:ext cx="333375" cy="76200"/>
          </a:xfrm>
          <a:prstGeom xmlns:a="http://schemas.openxmlformats.org/drawingml/2006/main" prst="rightArrow">
            <a:avLst/>
          </a:prstGeom>
          <a:solidFill xmlns:a="http://schemas.openxmlformats.org/drawingml/2006/main">
            <a:srgbClr val="0B1220"/>
          </a:solidFill>
          <a:ln xmlns:a="http://schemas.openxmlformats.org/drawingml/2006/main" w="0">
            <a:solidFill>
              <a:srgbClr val="0B1220"/>
            </a:solidFill>
          </a:ln>
        </p:spPr>
      </p:sp>
      <p:sp>
        <p:nvSpPr>
          <p:cNvPr id="385" name="">
            <a:extLst xmlns:a="http://schemas.openxmlformats.org/drawingml/2006/main">
              <a:ext uri="{FF2B5EF4-FFF2-40B4-BE49-F238E27FC236}">
                <a16:creationId xmlns:a16="http://schemas.microsoft.com/office/drawing/2014/main" id="{7B047FC9-0A00-46EF-92FC-8AE3491C8AB2}"/>
              </a:ext>
            </a:extLst>
          </p:cNvPr>
          <p:cNvSpPr>
            <a:spLocks xmlns:a="http://schemas.openxmlformats.org/drawingml/2006/main" noGrp="1"/>
          </p:cNvSpPr>
          <p:nvPr/>
        </p:nvSpPr>
        <p:spPr>
          <a:xfrm xmlns:a="http://schemas.openxmlformats.org/drawingml/2006/main">
            <a:off x="1238250" y="6134100"/>
            <a:ext cx="1333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526174"/>
                </a:solidFill>
                <a:latin typeface="Poppins"/>
                <a:ea typeface="Poppins"/>
                <a:cs typeface="Poppins"/>
              </a:defRPr>
            </a:pPr>
            <a:r>
              <a:rPr sz="675" b="0">
                <a:solidFill>
                  <a:srgbClr val="526174"/>
                </a:solidFill>
                <a:latin typeface="Poppins"/>
                <a:ea typeface="Poppins"/>
                <a:cs typeface="Poppins"/>
              </a:rPr>
              <a:t>Request / command</a:t>
            </a:r>
          </a:p>
        </p:txBody>
      </p:sp>
      <p:sp>
        <p:nvSpPr>
          <p:cNvPr id="386" name="">
            <a:extLst xmlns:a="http://schemas.openxmlformats.org/drawingml/2006/main">
              <a:ext uri="{FF2B5EF4-FFF2-40B4-BE49-F238E27FC236}">
                <a16:creationId xmlns:a16="http://schemas.microsoft.com/office/drawing/2014/main" id="{46E867B8-C594-4ECF-94F8-2BCA892070E0}"/>
              </a:ext>
            </a:extLst>
          </p:cNvPr>
          <p:cNvSpPr>
            <a:spLocks xmlns:a="http://schemas.openxmlformats.org/drawingml/2006/main" noGrp="1"/>
          </p:cNvSpPr>
          <p:nvPr/>
        </p:nvSpPr>
        <p:spPr>
          <a:xfrm xmlns:a="http://schemas.openxmlformats.org/drawingml/2006/main">
            <a:off x="2914650" y="6229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87" name="">
            <a:extLst xmlns:a="http://schemas.openxmlformats.org/drawingml/2006/main">
              <a:ext uri="{FF2B5EF4-FFF2-40B4-BE49-F238E27FC236}">
                <a16:creationId xmlns:a16="http://schemas.microsoft.com/office/drawing/2014/main" id="{678E8810-C476-40B5-89D0-92D8C56CF4D3}"/>
              </a:ext>
            </a:extLst>
          </p:cNvPr>
          <p:cNvSpPr>
            <a:spLocks xmlns:a="http://schemas.openxmlformats.org/drawingml/2006/main" noGrp="1"/>
          </p:cNvSpPr>
          <p:nvPr/>
        </p:nvSpPr>
        <p:spPr>
          <a:xfrm xmlns:a="http://schemas.openxmlformats.org/drawingml/2006/main">
            <a:off x="3019425" y="6229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88" name="">
            <a:extLst xmlns:a="http://schemas.openxmlformats.org/drawingml/2006/main">
              <a:ext uri="{FF2B5EF4-FFF2-40B4-BE49-F238E27FC236}">
                <a16:creationId xmlns:a16="http://schemas.microsoft.com/office/drawing/2014/main" id="{08F5ABF1-82F2-4C10-B58F-C8D5AFEB8D95}"/>
              </a:ext>
            </a:extLst>
          </p:cNvPr>
          <p:cNvSpPr>
            <a:spLocks xmlns:a="http://schemas.openxmlformats.org/drawingml/2006/main" noGrp="1"/>
          </p:cNvSpPr>
          <p:nvPr/>
        </p:nvSpPr>
        <p:spPr>
          <a:xfrm xmlns:a="http://schemas.openxmlformats.org/drawingml/2006/main">
            <a:off x="2781300" y="61817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389" name="">
            <a:extLst xmlns:a="http://schemas.openxmlformats.org/drawingml/2006/main">
              <a:ext uri="{FF2B5EF4-FFF2-40B4-BE49-F238E27FC236}">
                <a16:creationId xmlns:a16="http://schemas.microsoft.com/office/drawing/2014/main" id="{EE598078-4AC5-4A3A-AD9D-9E1F2AB5EEFD}"/>
              </a:ext>
            </a:extLst>
          </p:cNvPr>
          <p:cNvSpPr>
            <a:spLocks xmlns:a="http://schemas.openxmlformats.org/drawingml/2006/main" noGrp="1"/>
          </p:cNvSpPr>
          <p:nvPr/>
        </p:nvSpPr>
        <p:spPr>
          <a:xfrm xmlns:a="http://schemas.openxmlformats.org/drawingml/2006/main">
            <a:off x="3219450" y="6134100"/>
            <a:ext cx="195262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526174"/>
                </a:solidFill>
                <a:latin typeface="Poppins"/>
                <a:ea typeface="Poppins"/>
                <a:cs typeface="Poppins"/>
              </a:defRPr>
            </a:pPr>
            <a:r>
              <a:rPr sz="675" b="0">
                <a:solidFill>
                  <a:srgbClr val="526174"/>
                </a:solidFill>
                <a:latin typeface="Poppins"/>
                <a:ea typeface="Poppins"/>
                <a:cs typeface="Poppins"/>
              </a:rPr>
              <a:t>Response / callback / event</a:t>
            </a:r>
          </a:p>
        </p:txBody>
      </p:sp>
      <p:sp>
        <p:nvSpPr>
          <p:cNvPr id="390" name="">
            <a:extLst xmlns:a="http://schemas.openxmlformats.org/drawingml/2006/main">
              <a:ext uri="{FF2B5EF4-FFF2-40B4-BE49-F238E27FC236}">
                <a16:creationId xmlns:a16="http://schemas.microsoft.com/office/drawing/2014/main" id="{4621252E-803B-42B8-88D6-CA42FEE6DFC2}"/>
              </a:ext>
            </a:extLst>
          </p:cNvPr>
          <p:cNvSpPr>
            <a:spLocks xmlns:a="http://schemas.openxmlformats.org/drawingml/2006/main" noGrp="1"/>
          </p:cNvSpPr>
          <p:nvPr/>
        </p:nvSpPr>
        <p:spPr>
          <a:xfrm xmlns:a="http://schemas.openxmlformats.org/drawingml/2006/main">
            <a:off x="7239000" y="6134100"/>
            <a:ext cx="40386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675" b="0">
                <a:solidFill>
                  <a:srgbClr val="526174"/>
                </a:solidFill>
                <a:latin typeface="Poppins"/>
                <a:ea typeface="Poppins"/>
                <a:cs typeface="Poppins"/>
              </a:defRPr>
            </a:pPr>
            <a:r>
              <a:rPr sz="675" b="0">
                <a:solidFill>
                  <a:srgbClr val="526174"/>
                </a:solidFill>
                <a:latin typeface="Poppins"/>
                <a:ea typeface="Poppins"/>
                <a:cs typeface="Poppins"/>
              </a:rPr>
              <a:t>All endpoints and statuses follow the repository implementation.</a:t>
            </a:r>
          </a:p>
        </p:txBody>
      </p:sp>
    </p:spTree>
    <p:extLst>
      <p:ext uri="{BB962C8B-B14F-4D97-AF65-F5344CB8AC3E}">
        <p14:creationId xmlns:p14="http://schemas.microsoft.com/office/powerpoint/2010/main" val="1988329528"/>
      </p:ext>
    </p:extLst>
  </p:cSld>
</p:sld>
</file>

<file path=ppt/slides/slide4.xml><?xml version="1.0" encoding="utf-8"?>
<p:sld xmlns:p="http://schemas.openxmlformats.org/presentationml/2006/main">
  <p:cSld>
    <p:bg>
      <p:bgPr>
        <a:solidFill xmlns:a="http://schemas.openxmlformats.org/drawingml/2006/main">
          <a:srgbClr val="F2F5F9"/>
        </a:solidFill>
      </p:bgPr>
    </p:bg>
    <p:spTree>
      <p:nvGrpSpPr>
        <p:cNvPr id="1" name=""/>
        <p:cNvGrpSpPr/>
        <p:nvPr/>
      </p:nvGrpSpPr>
      <p:grpSpPr>
        <a:xfrm xmlns:a="http://schemas.openxmlformats.org/drawingml/2006/main"/>
      </p:grpSpPr>
      <p:sp>
        <p:nvSpPr>
          <p:cNvPr id="371" name="">
            <a:extLst xmlns:a="http://schemas.openxmlformats.org/drawingml/2006/main">
              <a:ext uri="{FF2B5EF4-FFF2-40B4-BE49-F238E27FC236}">
                <a16:creationId xmlns:a16="http://schemas.microsoft.com/office/drawing/2014/main" id="{8DB37083-CE01-457B-B3D0-1B5192904342}"/>
              </a:ext>
            </a:extLst>
          </p:cNvPr>
          <p:cNvSpPr>
            <a:spLocks xmlns:a="http://schemas.openxmlformats.org/drawingml/2006/main" noGrp="1"/>
          </p:cNvSpPr>
          <p:nvPr/>
        </p:nvSpPr>
        <p:spPr>
          <a:xfrm xmlns:a="http://schemas.openxmlformats.org/drawingml/2006/main">
            <a:off x="457200" y="323850"/>
            <a:ext cx="11277600" cy="6191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 name="">
            <a:extLst xmlns:a="http://schemas.openxmlformats.org/drawingml/2006/main">
              <a:ext uri="{FF2B5EF4-FFF2-40B4-BE49-F238E27FC236}">
                <a16:creationId xmlns:a16="http://schemas.microsoft.com/office/drawing/2014/main" id="{8D636E81-F5E4-4627-9AD1-1A9C41CD8443}"/>
              </a:ext>
            </a:extLst>
          </p:cNvPr>
          <p:cNvSpPr>
            <a:spLocks xmlns:a="http://schemas.openxmlformats.org/drawingml/2006/main" noGrp="1"/>
          </p:cNvSpPr>
          <p:nvPr/>
        </p:nvSpPr>
        <p:spPr>
          <a:xfrm xmlns:a="http://schemas.openxmlformats.org/drawingml/2006/main">
            <a:off x="457200" y="323850"/>
            <a:ext cx="76200" cy="6191250"/>
          </a:xfrm>
          <a:prstGeom xmlns:a="http://schemas.openxmlformats.org/drawingml/2006/main" prst="rect">
            <a:avLst/>
          </a:prstGeom>
          <a:solidFill xmlns:a="http://schemas.openxmlformats.org/drawingml/2006/main">
            <a:srgbClr val="8613B8"/>
          </a:solidFill>
          <a:ln xmlns:a="http://schemas.openxmlformats.org/drawingml/2006/main" w="0">
            <a:solidFill>
              <a:srgbClr val="8613B8"/>
            </a:solidFill>
          </a:ln>
        </p:spPr>
      </p:sp>
      <p:sp>
        <p:nvSpPr>
          <p:cNvPr id="3" name="">
            <a:extLst xmlns:a="http://schemas.openxmlformats.org/drawingml/2006/main">
              <a:ext uri="{FF2B5EF4-FFF2-40B4-BE49-F238E27FC236}">
                <a16:creationId xmlns:a16="http://schemas.microsoft.com/office/drawing/2014/main" id="{C89B38B3-0729-4329-B123-4937E91289D8}"/>
              </a:ext>
            </a:extLst>
          </p:cNvPr>
          <p:cNvSpPr>
            <a:spLocks xmlns:a="http://schemas.openxmlformats.org/drawingml/2006/main" noGrp="1"/>
          </p:cNvSpPr>
          <p:nvPr/>
        </p:nvSpPr>
        <p:spPr>
          <a:xfrm xmlns:a="http://schemas.openxmlformats.org/drawingml/2006/main">
            <a:off x="781050" y="552450"/>
            <a:ext cx="857250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325" b="1">
                <a:solidFill>
                  <a:srgbClr val="0B1220"/>
                </a:solidFill>
                <a:latin typeface="Poppins"/>
                <a:ea typeface="Poppins"/>
                <a:cs typeface="Poppins"/>
              </a:defRPr>
            </a:pPr>
            <a:r>
              <a:rPr sz="2325" b="1">
                <a:solidFill>
                  <a:srgbClr val="0B1220"/>
                </a:solidFill>
                <a:latin typeface="Poppins"/>
                <a:ea typeface="Poppins"/>
                <a:cs typeface="Poppins"/>
              </a:rPr>
              <a:t>Wash Operations &amp; Realtime Flow</a:t>
            </a:r>
          </a:p>
        </p:txBody>
      </p:sp>
      <p:sp>
        <p:nvSpPr>
          <p:cNvPr id="4" name="">
            <a:extLst xmlns:a="http://schemas.openxmlformats.org/drawingml/2006/main">
              <a:ext uri="{FF2B5EF4-FFF2-40B4-BE49-F238E27FC236}">
                <a16:creationId xmlns:a16="http://schemas.microsoft.com/office/drawing/2014/main" id="{42E9E105-8176-49C0-9B86-2D0ADE7CF2B6}"/>
              </a:ext>
            </a:extLst>
          </p:cNvPr>
          <p:cNvSpPr>
            <a:spLocks xmlns:a="http://schemas.openxmlformats.org/drawingml/2006/main" noGrp="1"/>
          </p:cNvSpPr>
          <p:nvPr/>
        </p:nvSpPr>
        <p:spPr>
          <a:xfrm xmlns:a="http://schemas.openxmlformats.org/drawingml/2006/main">
            <a:off x="800100" y="1019175"/>
            <a:ext cx="857250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38" b="0">
                <a:solidFill>
                  <a:srgbClr val="526174"/>
                </a:solidFill>
                <a:latin typeface="Poppins"/>
                <a:ea typeface="Poppins"/>
                <a:cs typeface="Poppins"/>
              </a:defRPr>
            </a:pPr>
            <a:r>
              <a:rPr sz="938" b="0">
                <a:solidFill>
                  <a:srgbClr val="526174"/>
                </a:solidFill>
                <a:latin typeface="Poppins"/>
                <a:ea typeface="Poppins"/>
                <a:cs typeface="Poppins"/>
              </a:rPr>
              <a:t>Only a CONFIRMED booking can create a wash session; each lifecycle mutation broadcasts a wash-session event.</a:t>
            </a:r>
          </a:p>
        </p:txBody>
      </p:sp>
      <p:sp>
        <p:nvSpPr>
          <p:cNvPr id="5" name="">
            <a:extLst xmlns:a="http://schemas.openxmlformats.org/drawingml/2006/main">
              <a:ext uri="{FF2B5EF4-FFF2-40B4-BE49-F238E27FC236}">
                <a16:creationId xmlns:a16="http://schemas.microsoft.com/office/drawing/2014/main" id="{3C829700-26B3-4D9D-A2EF-B28E04DB57F5}"/>
              </a:ext>
            </a:extLst>
          </p:cNvPr>
          <p:cNvSpPr>
            <a:spLocks xmlns:a="http://schemas.openxmlformats.org/drawingml/2006/main" noGrp="1"/>
          </p:cNvSpPr>
          <p:nvPr/>
        </p:nvSpPr>
        <p:spPr>
          <a:xfrm xmlns:a="http://schemas.openxmlformats.org/drawingml/2006/main">
            <a:off x="9906000" y="600075"/>
            <a:ext cx="1381125" cy="266700"/>
          </a:xfrm>
          <a:prstGeom xmlns:a="http://schemas.openxmlformats.org/drawingml/2006/main" prst="roundRect">
            <a:avLst>
              <a:gd name="adj" fmla="val 30000"/>
            </a:avLst>
          </a:prstGeom>
          <a:solidFill xmlns:a="http://schemas.openxmlformats.org/drawingml/2006/main">
            <a:srgbClr val="0B1220"/>
          </a:solidFill>
          <a:ln xmlns:a="http://schemas.openxmlformats.org/drawingml/2006/main" w="13335">
            <a:solidFill>
              <a:srgbClr val="0B1220"/>
            </a:solidFill>
            <a:prstDash val="solid"/>
          </a:ln>
        </p:spPr>
      </p:sp>
      <p:sp>
        <p:nvSpPr>
          <p:cNvPr id="6" name="">
            <a:extLst xmlns:a="http://schemas.openxmlformats.org/drawingml/2006/main">
              <a:ext uri="{FF2B5EF4-FFF2-40B4-BE49-F238E27FC236}">
                <a16:creationId xmlns:a16="http://schemas.microsoft.com/office/drawing/2014/main" id="{0C0DED9F-5F2C-4291-B3DB-C0D6BE474810}"/>
              </a:ext>
            </a:extLst>
          </p:cNvPr>
          <p:cNvSpPr>
            <a:spLocks xmlns:a="http://schemas.openxmlformats.org/drawingml/2006/main" noGrp="1"/>
          </p:cNvSpPr>
          <p:nvPr/>
        </p:nvSpPr>
        <p:spPr>
          <a:xfrm xmlns:a="http://schemas.openxmlformats.org/drawingml/2006/main">
            <a:off x="10001250" y="638175"/>
            <a:ext cx="119062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13" b="1">
                <a:solidFill>
                  <a:srgbClr val="FFFFFF"/>
                </a:solidFill>
                <a:latin typeface="Poppins"/>
                <a:ea typeface="Poppins"/>
                <a:cs typeface="Poppins"/>
              </a:defRPr>
            </a:pPr>
            <a:r>
              <a:rPr sz="713" b="1">
                <a:solidFill>
                  <a:srgbClr val="FFFFFF"/>
                </a:solidFill>
                <a:latin typeface="Poppins"/>
                <a:ea typeface="Poppins"/>
                <a:cs typeface="Poppins"/>
              </a:rPr>
              <a:t>ORIGIN/DEV  b5ad575</a:t>
            </a:r>
          </a:p>
        </p:txBody>
      </p:sp>
      <p:sp>
        <p:nvSpPr>
          <p:cNvPr id="7" name="">
            <a:extLst xmlns:a="http://schemas.openxmlformats.org/drawingml/2006/main">
              <a:ext uri="{FF2B5EF4-FFF2-40B4-BE49-F238E27FC236}">
                <a16:creationId xmlns:a16="http://schemas.microsoft.com/office/drawing/2014/main" id="{2D4CEE3C-CEDF-4F87-949B-6B09A4726006}"/>
              </a:ext>
            </a:extLst>
          </p:cNvPr>
          <p:cNvSpPr>
            <a:spLocks xmlns:a="http://schemas.openxmlformats.org/drawingml/2006/main" noGrp="1"/>
          </p:cNvSpPr>
          <p:nvPr/>
        </p:nvSpPr>
        <p:spPr>
          <a:xfrm xmlns:a="http://schemas.openxmlformats.org/drawingml/2006/main">
            <a:off x="781050" y="1390650"/>
            <a:ext cx="1676400" cy="247650"/>
          </a:xfrm>
          <a:prstGeom xmlns:a="http://schemas.openxmlformats.org/drawingml/2006/main" prst="roundRect">
            <a:avLst>
              <a:gd name="adj" fmla="val 30000"/>
            </a:avLst>
          </a:prstGeom>
          <a:solidFill xmlns:a="http://schemas.openxmlformats.org/drawingml/2006/main">
            <a:srgbClr val="2563EB"/>
          </a:solidFill>
          <a:ln xmlns:a="http://schemas.openxmlformats.org/drawingml/2006/main" w="13335">
            <a:solidFill>
              <a:srgbClr val="2563EB"/>
            </a:solidFill>
            <a:prstDash val="solid"/>
          </a:ln>
        </p:spPr>
      </p:sp>
      <p:sp>
        <p:nvSpPr>
          <p:cNvPr id="8" name="">
            <a:extLst xmlns:a="http://schemas.openxmlformats.org/drawingml/2006/main">
              <a:ext uri="{FF2B5EF4-FFF2-40B4-BE49-F238E27FC236}">
                <a16:creationId xmlns:a16="http://schemas.microsoft.com/office/drawing/2014/main" id="{3B0A9095-D2E9-4E9E-93D9-D501D2C200C6}"/>
              </a:ext>
            </a:extLst>
          </p:cNvPr>
          <p:cNvSpPr>
            <a:spLocks xmlns:a="http://schemas.openxmlformats.org/drawingml/2006/main" noGrp="1"/>
          </p:cNvSpPr>
          <p:nvPr/>
        </p:nvSpPr>
        <p:spPr>
          <a:xfrm xmlns:a="http://schemas.openxmlformats.org/drawingml/2006/main">
            <a:off x="8477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STAFF</a:t>
            </a:r>
          </a:p>
        </p:txBody>
      </p:sp>
      <p:sp>
        <p:nvSpPr>
          <p:cNvPr id="9" name="">
            <a:extLst xmlns:a="http://schemas.openxmlformats.org/drawingml/2006/main">
              <a:ext uri="{FF2B5EF4-FFF2-40B4-BE49-F238E27FC236}">
                <a16:creationId xmlns:a16="http://schemas.microsoft.com/office/drawing/2014/main" id="{A8A05579-AB93-4106-AD70-183FA5E52F81}"/>
              </a:ext>
            </a:extLst>
          </p:cNvPr>
          <p:cNvSpPr>
            <a:spLocks xmlns:a="http://schemas.openxmlformats.org/drawingml/2006/main" noGrp="1"/>
          </p:cNvSpPr>
          <p:nvPr/>
        </p:nvSpPr>
        <p:spPr>
          <a:xfrm xmlns:a="http://schemas.openxmlformats.org/drawingml/2006/main">
            <a:off x="8191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Check-in and wash actions</a:t>
            </a:r>
          </a:p>
        </p:txBody>
      </p:sp>
      <p:sp>
        <p:nvSpPr>
          <p:cNvPr id="10" name="">
            <a:extLst xmlns:a="http://schemas.openxmlformats.org/drawingml/2006/main">
              <a:ext uri="{FF2B5EF4-FFF2-40B4-BE49-F238E27FC236}">
                <a16:creationId xmlns:a16="http://schemas.microsoft.com/office/drawing/2014/main" id="{FAAB8058-1ECC-4E3C-8CFB-889B20C28905}"/>
              </a:ext>
            </a:extLst>
          </p:cNvPr>
          <p:cNvSpPr>
            <a:spLocks xmlns:a="http://schemas.openxmlformats.org/drawingml/2006/main" noGrp="1"/>
          </p:cNvSpPr>
          <p:nvPr/>
        </p:nvSpPr>
        <p:spPr>
          <a:xfrm xmlns:a="http://schemas.openxmlformats.org/drawingml/2006/main">
            <a:off x="16097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 name="">
            <a:extLst xmlns:a="http://schemas.openxmlformats.org/drawingml/2006/main">
              <a:ext uri="{FF2B5EF4-FFF2-40B4-BE49-F238E27FC236}">
                <a16:creationId xmlns:a16="http://schemas.microsoft.com/office/drawing/2014/main" id="{6B717A47-FD04-4C23-827D-E50AE675DC4A}"/>
              </a:ext>
            </a:extLst>
          </p:cNvPr>
          <p:cNvSpPr>
            <a:spLocks xmlns:a="http://schemas.openxmlformats.org/drawingml/2006/main" noGrp="1"/>
          </p:cNvSpPr>
          <p:nvPr/>
        </p:nvSpPr>
        <p:spPr>
          <a:xfrm xmlns:a="http://schemas.openxmlformats.org/drawingml/2006/main">
            <a:off x="16097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 name="">
            <a:extLst xmlns:a="http://schemas.openxmlformats.org/drawingml/2006/main">
              <a:ext uri="{FF2B5EF4-FFF2-40B4-BE49-F238E27FC236}">
                <a16:creationId xmlns:a16="http://schemas.microsoft.com/office/drawing/2014/main" id="{60813921-318B-4211-B645-BF115481D0BB}"/>
              </a:ext>
            </a:extLst>
          </p:cNvPr>
          <p:cNvSpPr>
            <a:spLocks xmlns:a="http://schemas.openxmlformats.org/drawingml/2006/main" noGrp="1"/>
          </p:cNvSpPr>
          <p:nvPr/>
        </p:nvSpPr>
        <p:spPr>
          <a:xfrm xmlns:a="http://schemas.openxmlformats.org/drawingml/2006/main">
            <a:off x="16097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 name="">
            <a:extLst xmlns:a="http://schemas.openxmlformats.org/drawingml/2006/main">
              <a:ext uri="{FF2B5EF4-FFF2-40B4-BE49-F238E27FC236}">
                <a16:creationId xmlns:a16="http://schemas.microsoft.com/office/drawing/2014/main" id="{AECA5447-D88C-4D45-96DC-8844D38E0F83}"/>
              </a:ext>
            </a:extLst>
          </p:cNvPr>
          <p:cNvSpPr>
            <a:spLocks xmlns:a="http://schemas.openxmlformats.org/drawingml/2006/main" noGrp="1"/>
          </p:cNvSpPr>
          <p:nvPr/>
        </p:nvSpPr>
        <p:spPr>
          <a:xfrm xmlns:a="http://schemas.openxmlformats.org/drawingml/2006/main">
            <a:off x="16097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 name="">
            <a:extLst xmlns:a="http://schemas.openxmlformats.org/drawingml/2006/main">
              <a:ext uri="{FF2B5EF4-FFF2-40B4-BE49-F238E27FC236}">
                <a16:creationId xmlns:a16="http://schemas.microsoft.com/office/drawing/2014/main" id="{AC818FDF-55E2-4794-8EC7-D37AFB09A02A}"/>
              </a:ext>
            </a:extLst>
          </p:cNvPr>
          <p:cNvSpPr>
            <a:spLocks xmlns:a="http://schemas.openxmlformats.org/drawingml/2006/main" noGrp="1"/>
          </p:cNvSpPr>
          <p:nvPr/>
        </p:nvSpPr>
        <p:spPr>
          <a:xfrm xmlns:a="http://schemas.openxmlformats.org/drawingml/2006/main">
            <a:off x="16097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 name="">
            <a:extLst xmlns:a="http://schemas.openxmlformats.org/drawingml/2006/main">
              <a:ext uri="{FF2B5EF4-FFF2-40B4-BE49-F238E27FC236}">
                <a16:creationId xmlns:a16="http://schemas.microsoft.com/office/drawing/2014/main" id="{3EDD5298-D36C-40F5-A6DB-4CB0F7B1D66E}"/>
              </a:ext>
            </a:extLst>
          </p:cNvPr>
          <p:cNvSpPr>
            <a:spLocks xmlns:a="http://schemas.openxmlformats.org/drawingml/2006/main" noGrp="1"/>
          </p:cNvSpPr>
          <p:nvPr/>
        </p:nvSpPr>
        <p:spPr>
          <a:xfrm xmlns:a="http://schemas.openxmlformats.org/drawingml/2006/main">
            <a:off x="16097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 name="">
            <a:extLst xmlns:a="http://schemas.openxmlformats.org/drawingml/2006/main">
              <a:ext uri="{FF2B5EF4-FFF2-40B4-BE49-F238E27FC236}">
                <a16:creationId xmlns:a16="http://schemas.microsoft.com/office/drawing/2014/main" id="{AFB706A5-39DB-4D90-8056-ABF52280083D}"/>
              </a:ext>
            </a:extLst>
          </p:cNvPr>
          <p:cNvSpPr>
            <a:spLocks xmlns:a="http://schemas.openxmlformats.org/drawingml/2006/main" noGrp="1"/>
          </p:cNvSpPr>
          <p:nvPr/>
        </p:nvSpPr>
        <p:spPr>
          <a:xfrm xmlns:a="http://schemas.openxmlformats.org/drawingml/2006/main">
            <a:off x="16097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7" name="">
            <a:extLst xmlns:a="http://schemas.openxmlformats.org/drawingml/2006/main">
              <a:ext uri="{FF2B5EF4-FFF2-40B4-BE49-F238E27FC236}">
                <a16:creationId xmlns:a16="http://schemas.microsoft.com/office/drawing/2014/main" id="{5D8287E6-092D-4D81-9E08-367F2C08307D}"/>
              </a:ext>
            </a:extLst>
          </p:cNvPr>
          <p:cNvSpPr>
            <a:spLocks xmlns:a="http://schemas.openxmlformats.org/drawingml/2006/main" noGrp="1"/>
          </p:cNvSpPr>
          <p:nvPr/>
        </p:nvSpPr>
        <p:spPr>
          <a:xfrm xmlns:a="http://schemas.openxmlformats.org/drawingml/2006/main">
            <a:off x="16097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8" name="">
            <a:extLst xmlns:a="http://schemas.openxmlformats.org/drawingml/2006/main">
              <a:ext uri="{FF2B5EF4-FFF2-40B4-BE49-F238E27FC236}">
                <a16:creationId xmlns:a16="http://schemas.microsoft.com/office/drawing/2014/main" id="{89F8ABEC-1D90-4750-8A92-122B136419A7}"/>
              </a:ext>
            </a:extLst>
          </p:cNvPr>
          <p:cNvSpPr>
            <a:spLocks xmlns:a="http://schemas.openxmlformats.org/drawingml/2006/main" noGrp="1"/>
          </p:cNvSpPr>
          <p:nvPr/>
        </p:nvSpPr>
        <p:spPr>
          <a:xfrm xmlns:a="http://schemas.openxmlformats.org/drawingml/2006/main">
            <a:off x="16097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9" name="">
            <a:extLst xmlns:a="http://schemas.openxmlformats.org/drawingml/2006/main">
              <a:ext uri="{FF2B5EF4-FFF2-40B4-BE49-F238E27FC236}">
                <a16:creationId xmlns:a16="http://schemas.microsoft.com/office/drawing/2014/main" id="{7BC2DD50-826E-4A11-A409-EF6449C5D3B8}"/>
              </a:ext>
            </a:extLst>
          </p:cNvPr>
          <p:cNvSpPr>
            <a:spLocks xmlns:a="http://schemas.openxmlformats.org/drawingml/2006/main" noGrp="1"/>
          </p:cNvSpPr>
          <p:nvPr/>
        </p:nvSpPr>
        <p:spPr>
          <a:xfrm xmlns:a="http://schemas.openxmlformats.org/drawingml/2006/main">
            <a:off x="16097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0" name="">
            <a:extLst xmlns:a="http://schemas.openxmlformats.org/drawingml/2006/main">
              <a:ext uri="{FF2B5EF4-FFF2-40B4-BE49-F238E27FC236}">
                <a16:creationId xmlns:a16="http://schemas.microsoft.com/office/drawing/2014/main" id="{68ECA21E-B246-4B27-A0CC-AE0B2E0DC65B}"/>
              </a:ext>
            </a:extLst>
          </p:cNvPr>
          <p:cNvSpPr>
            <a:spLocks xmlns:a="http://schemas.openxmlformats.org/drawingml/2006/main" noGrp="1"/>
          </p:cNvSpPr>
          <p:nvPr/>
        </p:nvSpPr>
        <p:spPr>
          <a:xfrm xmlns:a="http://schemas.openxmlformats.org/drawingml/2006/main">
            <a:off x="16097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1" name="">
            <a:extLst xmlns:a="http://schemas.openxmlformats.org/drawingml/2006/main">
              <a:ext uri="{FF2B5EF4-FFF2-40B4-BE49-F238E27FC236}">
                <a16:creationId xmlns:a16="http://schemas.microsoft.com/office/drawing/2014/main" id="{A7835C15-EAE4-4DAB-B249-C928C2F6EA80}"/>
              </a:ext>
            </a:extLst>
          </p:cNvPr>
          <p:cNvSpPr>
            <a:spLocks xmlns:a="http://schemas.openxmlformats.org/drawingml/2006/main" noGrp="1"/>
          </p:cNvSpPr>
          <p:nvPr/>
        </p:nvSpPr>
        <p:spPr>
          <a:xfrm xmlns:a="http://schemas.openxmlformats.org/drawingml/2006/main">
            <a:off x="16097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2" name="">
            <a:extLst xmlns:a="http://schemas.openxmlformats.org/drawingml/2006/main">
              <a:ext uri="{FF2B5EF4-FFF2-40B4-BE49-F238E27FC236}">
                <a16:creationId xmlns:a16="http://schemas.microsoft.com/office/drawing/2014/main" id="{62507A54-F19D-4C53-91E6-D171647A66EB}"/>
              </a:ext>
            </a:extLst>
          </p:cNvPr>
          <p:cNvSpPr>
            <a:spLocks xmlns:a="http://schemas.openxmlformats.org/drawingml/2006/main" noGrp="1"/>
          </p:cNvSpPr>
          <p:nvPr/>
        </p:nvSpPr>
        <p:spPr>
          <a:xfrm xmlns:a="http://schemas.openxmlformats.org/drawingml/2006/main">
            <a:off x="16097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3" name="">
            <a:extLst xmlns:a="http://schemas.openxmlformats.org/drawingml/2006/main">
              <a:ext uri="{FF2B5EF4-FFF2-40B4-BE49-F238E27FC236}">
                <a16:creationId xmlns:a16="http://schemas.microsoft.com/office/drawing/2014/main" id="{A4D94AF9-3BD8-4CB9-9DA5-F1933C2C2E69}"/>
              </a:ext>
            </a:extLst>
          </p:cNvPr>
          <p:cNvSpPr>
            <a:spLocks xmlns:a="http://schemas.openxmlformats.org/drawingml/2006/main" noGrp="1"/>
          </p:cNvSpPr>
          <p:nvPr/>
        </p:nvSpPr>
        <p:spPr>
          <a:xfrm xmlns:a="http://schemas.openxmlformats.org/drawingml/2006/main">
            <a:off x="16097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4" name="">
            <a:extLst xmlns:a="http://schemas.openxmlformats.org/drawingml/2006/main">
              <a:ext uri="{FF2B5EF4-FFF2-40B4-BE49-F238E27FC236}">
                <a16:creationId xmlns:a16="http://schemas.microsoft.com/office/drawing/2014/main" id="{E37C4A20-1878-4DE2-B95C-056B048845CA}"/>
              </a:ext>
            </a:extLst>
          </p:cNvPr>
          <p:cNvSpPr>
            <a:spLocks xmlns:a="http://schemas.openxmlformats.org/drawingml/2006/main" noGrp="1"/>
          </p:cNvSpPr>
          <p:nvPr/>
        </p:nvSpPr>
        <p:spPr>
          <a:xfrm xmlns:a="http://schemas.openxmlformats.org/drawingml/2006/main">
            <a:off x="16097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5" name="">
            <a:extLst xmlns:a="http://schemas.openxmlformats.org/drawingml/2006/main">
              <a:ext uri="{FF2B5EF4-FFF2-40B4-BE49-F238E27FC236}">
                <a16:creationId xmlns:a16="http://schemas.microsoft.com/office/drawing/2014/main" id="{26A69969-4304-4E03-9C11-81810D28B2D7}"/>
              </a:ext>
            </a:extLst>
          </p:cNvPr>
          <p:cNvSpPr>
            <a:spLocks xmlns:a="http://schemas.openxmlformats.org/drawingml/2006/main" noGrp="1"/>
          </p:cNvSpPr>
          <p:nvPr/>
        </p:nvSpPr>
        <p:spPr>
          <a:xfrm xmlns:a="http://schemas.openxmlformats.org/drawingml/2006/main">
            <a:off x="16097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6" name="">
            <a:extLst xmlns:a="http://schemas.openxmlformats.org/drawingml/2006/main">
              <a:ext uri="{FF2B5EF4-FFF2-40B4-BE49-F238E27FC236}">
                <a16:creationId xmlns:a16="http://schemas.microsoft.com/office/drawing/2014/main" id="{5E4DE45B-D7D3-4F49-AA0B-2F9283979510}"/>
              </a:ext>
            </a:extLst>
          </p:cNvPr>
          <p:cNvSpPr>
            <a:spLocks xmlns:a="http://schemas.openxmlformats.org/drawingml/2006/main" noGrp="1"/>
          </p:cNvSpPr>
          <p:nvPr/>
        </p:nvSpPr>
        <p:spPr>
          <a:xfrm xmlns:a="http://schemas.openxmlformats.org/drawingml/2006/main">
            <a:off x="16097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7" name="">
            <a:extLst xmlns:a="http://schemas.openxmlformats.org/drawingml/2006/main">
              <a:ext uri="{FF2B5EF4-FFF2-40B4-BE49-F238E27FC236}">
                <a16:creationId xmlns:a16="http://schemas.microsoft.com/office/drawing/2014/main" id="{66EF7F41-0C97-4626-A56D-A1B5BDDE59F1}"/>
              </a:ext>
            </a:extLst>
          </p:cNvPr>
          <p:cNvSpPr>
            <a:spLocks xmlns:a="http://schemas.openxmlformats.org/drawingml/2006/main" noGrp="1"/>
          </p:cNvSpPr>
          <p:nvPr/>
        </p:nvSpPr>
        <p:spPr>
          <a:xfrm xmlns:a="http://schemas.openxmlformats.org/drawingml/2006/main">
            <a:off x="16097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8" name="">
            <a:extLst xmlns:a="http://schemas.openxmlformats.org/drawingml/2006/main">
              <a:ext uri="{FF2B5EF4-FFF2-40B4-BE49-F238E27FC236}">
                <a16:creationId xmlns:a16="http://schemas.microsoft.com/office/drawing/2014/main" id="{F5C89FAB-B087-4F49-9894-21AC0AD0156A}"/>
              </a:ext>
            </a:extLst>
          </p:cNvPr>
          <p:cNvSpPr>
            <a:spLocks xmlns:a="http://schemas.openxmlformats.org/drawingml/2006/main" noGrp="1"/>
          </p:cNvSpPr>
          <p:nvPr/>
        </p:nvSpPr>
        <p:spPr>
          <a:xfrm xmlns:a="http://schemas.openxmlformats.org/drawingml/2006/main">
            <a:off x="16097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9" name="">
            <a:extLst xmlns:a="http://schemas.openxmlformats.org/drawingml/2006/main">
              <a:ext uri="{FF2B5EF4-FFF2-40B4-BE49-F238E27FC236}">
                <a16:creationId xmlns:a16="http://schemas.microsoft.com/office/drawing/2014/main" id="{5A442E79-C47D-4A4F-8C40-9B04DA1B12D9}"/>
              </a:ext>
            </a:extLst>
          </p:cNvPr>
          <p:cNvSpPr>
            <a:spLocks xmlns:a="http://schemas.openxmlformats.org/drawingml/2006/main" noGrp="1"/>
          </p:cNvSpPr>
          <p:nvPr/>
        </p:nvSpPr>
        <p:spPr>
          <a:xfrm xmlns:a="http://schemas.openxmlformats.org/drawingml/2006/main">
            <a:off x="16097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0" name="">
            <a:extLst xmlns:a="http://schemas.openxmlformats.org/drawingml/2006/main">
              <a:ext uri="{FF2B5EF4-FFF2-40B4-BE49-F238E27FC236}">
                <a16:creationId xmlns:a16="http://schemas.microsoft.com/office/drawing/2014/main" id="{D8AF614A-289E-4EFE-B8AA-A1A848722D2C}"/>
              </a:ext>
            </a:extLst>
          </p:cNvPr>
          <p:cNvSpPr>
            <a:spLocks xmlns:a="http://schemas.openxmlformats.org/drawingml/2006/main" noGrp="1"/>
          </p:cNvSpPr>
          <p:nvPr/>
        </p:nvSpPr>
        <p:spPr>
          <a:xfrm xmlns:a="http://schemas.openxmlformats.org/drawingml/2006/main">
            <a:off x="16097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1" name="">
            <a:extLst xmlns:a="http://schemas.openxmlformats.org/drawingml/2006/main">
              <a:ext uri="{FF2B5EF4-FFF2-40B4-BE49-F238E27FC236}">
                <a16:creationId xmlns:a16="http://schemas.microsoft.com/office/drawing/2014/main" id="{33A86768-DA53-49AA-8543-13A9AAFD09FB}"/>
              </a:ext>
            </a:extLst>
          </p:cNvPr>
          <p:cNvSpPr>
            <a:spLocks xmlns:a="http://schemas.openxmlformats.org/drawingml/2006/main" noGrp="1"/>
          </p:cNvSpPr>
          <p:nvPr/>
        </p:nvSpPr>
        <p:spPr>
          <a:xfrm xmlns:a="http://schemas.openxmlformats.org/drawingml/2006/main">
            <a:off x="16097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2" name="">
            <a:extLst xmlns:a="http://schemas.openxmlformats.org/drawingml/2006/main">
              <a:ext uri="{FF2B5EF4-FFF2-40B4-BE49-F238E27FC236}">
                <a16:creationId xmlns:a16="http://schemas.microsoft.com/office/drawing/2014/main" id="{E3673C3C-5DB8-4FA8-BD7F-630FD7810353}"/>
              </a:ext>
            </a:extLst>
          </p:cNvPr>
          <p:cNvSpPr>
            <a:spLocks xmlns:a="http://schemas.openxmlformats.org/drawingml/2006/main" noGrp="1"/>
          </p:cNvSpPr>
          <p:nvPr/>
        </p:nvSpPr>
        <p:spPr>
          <a:xfrm xmlns:a="http://schemas.openxmlformats.org/drawingml/2006/main">
            <a:off x="16097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3" name="">
            <a:extLst xmlns:a="http://schemas.openxmlformats.org/drawingml/2006/main">
              <a:ext uri="{FF2B5EF4-FFF2-40B4-BE49-F238E27FC236}">
                <a16:creationId xmlns:a16="http://schemas.microsoft.com/office/drawing/2014/main" id="{2456FF9E-79F7-4975-ABD3-50A3582C72A8}"/>
              </a:ext>
            </a:extLst>
          </p:cNvPr>
          <p:cNvSpPr>
            <a:spLocks xmlns:a="http://schemas.openxmlformats.org/drawingml/2006/main" noGrp="1"/>
          </p:cNvSpPr>
          <p:nvPr/>
        </p:nvSpPr>
        <p:spPr>
          <a:xfrm xmlns:a="http://schemas.openxmlformats.org/drawingml/2006/main">
            <a:off x="16097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4" name="">
            <a:extLst xmlns:a="http://schemas.openxmlformats.org/drawingml/2006/main">
              <a:ext uri="{FF2B5EF4-FFF2-40B4-BE49-F238E27FC236}">
                <a16:creationId xmlns:a16="http://schemas.microsoft.com/office/drawing/2014/main" id="{C9D1F389-9799-487A-8650-15850C2115EE}"/>
              </a:ext>
            </a:extLst>
          </p:cNvPr>
          <p:cNvSpPr>
            <a:spLocks xmlns:a="http://schemas.openxmlformats.org/drawingml/2006/main" noGrp="1"/>
          </p:cNvSpPr>
          <p:nvPr/>
        </p:nvSpPr>
        <p:spPr>
          <a:xfrm xmlns:a="http://schemas.openxmlformats.org/drawingml/2006/main">
            <a:off x="16097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5" name="">
            <a:extLst xmlns:a="http://schemas.openxmlformats.org/drawingml/2006/main">
              <a:ext uri="{FF2B5EF4-FFF2-40B4-BE49-F238E27FC236}">
                <a16:creationId xmlns:a16="http://schemas.microsoft.com/office/drawing/2014/main" id="{E6E2C4BB-E524-478B-B69B-F47E0EB140BF}"/>
              </a:ext>
            </a:extLst>
          </p:cNvPr>
          <p:cNvSpPr>
            <a:spLocks xmlns:a="http://schemas.openxmlformats.org/drawingml/2006/main" noGrp="1"/>
          </p:cNvSpPr>
          <p:nvPr/>
        </p:nvSpPr>
        <p:spPr>
          <a:xfrm xmlns:a="http://schemas.openxmlformats.org/drawingml/2006/main">
            <a:off x="16097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6" name="">
            <a:extLst xmlns:a="http://schemas.openxmlformats.org/drawingml/2006/main">
              <a:ext uri="{FF2B5EF4-FFF2-40B4-BE49-F238E27FC236}">
                <a16:creationId xmlns:a16="http://schemas.microsoft.com/office/drawing/2014/main" id="{1E480DC7-8195-415D-8527-5FFA540F91F0}"/>
              </a:ext>
            </a:extLst>
          </p:cNvPr>
          <p:cNvSpPr>
            <a:spLocks xmlns:a="http://schemas.openxmlformats.org/drawingml/2006/main" noGrp="1"/>
          </p:cNvSpPr>
          <p:nvPr/>
        </p:nvSpPr>
        <p:spPr>
          <a:xfrm xmlns:a="http://schemas.openxmlformats.org/drawingml/2006/main">
            <a:off x="16097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7" name="">
            <a:extLst xmlns:a="http://schemas.openxmlformats.org/drawingml/2006/main">
              <a:ext uri="{FF2B5EF4-FFF2-40B4-BE49-F238E27FC236}">
                <a16:creationId xmlns:a16="http://schemas.microsoft.com/office/drawing/2014/main" id="{CF73A823-52E8-45AA-A630-7AAD55D1996D}"/>
              </a:ext>
            </a:extLst>
          </p:cNvPr>
          <p:cNvSpPr>
            <a:spLocks xmlns:a="http://schemas.openxmlformats.org/drawingml/2006/main" noGrp="1"/>
          </p:cNvSpPr>
          <p:nvPr/>
        </p:nvSpPr>
        <p:spPr>
          <a:xfrm xmlns:a="http://schemas.openxmlformats.org/drawingml/2006/main">
            <a:off x="16097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8" name="">
            <a:extLst xmlns:a="http://schemas.openxmlformats.org/drawingml/2006/main">
              <a:ext uri="{FF2B5EF4-FFF2-40B4-BE49-F238E27FC236}">
                <a16:creationId xmlns:a16="http://schemas.microsoft.com/office/drawing/2014/main" id="{790D4688-AEAA-4B71-A6E7-CA189EBD611F}"/>
              </a:ext>
            </a:extLst>
          </p:cNvPr>
          <p:cNvSpPr>
            <a:spLocks xmlns:a="http://schemas.openxmlformats.org/drawingml/2006/main" noGrp="1"/>
          </p:cNvSpPr>
          <p:nvPr/>
        </p:nvSpPr>
        <p:spPr>
          <a:xfrm xmlns:a="http://schemas.openxmlformats.org/drawingml/2006/main">
            <a:off x="16097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9" name="">
            <a:extLst xmlns:a="http://schemas.openxmlformats.org/drawingml/2006/main">
              <a:ext uri="{FF2B5EF4-FFF2-40B4-BE49-F238E27FC236}">
                <a16:creationId xmlns:a16="http://schemas.microsoft.com/office/drawing/2014/main" id="{462A641D-F966-4FC9-9D0C-707ECB7768DB}"/>
              </a:ext>
            </a:extLst>
          </p:cNvPr>
          <p:cNvSpPr>
            <a:spLocks xmlns:a="http://schemas.openxmlformats.org/drawingml/2006/main" noGrp="1"/>
          </p:cNvSpPr>
          <p:nvPr/>
        </p:nvSpPr>
        <p:spPr>
          <a:xfrm xmlns:a="http://schemas.openxmlformats.org/drawingml/2006/main">
            <a:off x="2857500" y="1390650"/>
            <a:ext cx="1676400" cy="247650"/>
          </a:xfrm>
          <a:prstGeom xmlns:a="http://schemas.openxmlformats.org/drawingml/2006/main" prst="roundRect">
            <a:avLst>
              <a:gd name="adj" fmla="val 30000"/>
            </a:avLst>
          </a:prstGeom>
          <a:solidFill xmlns:a="http://schemas.openxmlformats.org/drawingml/2006/main">
            <a:srgbClr val="08BFD3"/>
          </a:solidFill>
          <a:ln xmlns:a="http://schemas.openxmlformats.org/drawingml/2006/main" w="13335">
            <a:solidFill>
              <a:srgbClr val="08BFD3"/>
            </a:solidFill>
            <a:prstDash val="solid"/>
          </a:ln>
        </p:spPr>
      </p:sp>
      <p:sp>
        <p:nvSpPr>
          <p:cNvPr id="40" name="">
            <a:extLst xmlns:a="http://schemas.openxmlformats.org/drawingml/2006/main">
              <a:ext uri="{FF2B5EF4-FFF2-40B4-BE49-F238E27FC236}">
                <a16:creationId xmlns:a16="http://schemas.microsoft.com/office/drawing/2014/main" id="{EF6CA545-1C3E-43F0-A508-4986BF78BD0A}"/>
              </a:ext>
            </a:extLst>
          </p:cNvPr>
          <p:cNvSpPr>
            <a:spLocks xmlns:a="http://schemas.openxmlformats.org/drawingml/2006/main" noGrp="1"/>
          </p:cNvSpPr>
          <p:nvPr/>
        </p:nvSpPr>
        <p:spPr>
          <a:xfrm xmlns:a="http://schemas.openxmlformats.org/drawingml/2006/main">
            <a:off x="292417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NEXT.JS</a:t>
            </a:r>
          </a:p>
        </p:txBody>
      </p:sp>
      <p:sp>
        <p:nvSpPr>
          <p:cNvPr id="41" name="">
            <a:extLst xmlns:a="http://schemas.openxmlformats.org/drawingml/2006/main">
              <a:ext uri="{FF2B5EF4-FFF2-40B4-BE49-F238E27FC236}">
                <a16:creationId xmlns:a16="http://schemas.microsoft.com/office/drawing/2014/main" id="{619F7046-5151-494D-8DB3-CFF7B6CD915F}"/>
              </a:ext>
            </a:extLst>
          </p:cNvPr>
          <p:cNvSpPr>
            <a:spLocks xmlns:a="http://schemas.openxmlformats.org/drawingml/2006/main" noGrp="1"/>
          </p:cNvSpPr>
          <p:nvPr/>
        </p:nvSpPr>
        <p:spPr>
          <a:xfrm xmlns:a="http://schemas.openxmlformats.org/drawingml/2006/main">
            <a:off x="289560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Queue, session detail, dashboard</a:t>
            </a:r>
          </a:p>
        </p:txBody>
      </p:sp>
      <p:sp>
        <p:nvSpPr>
          <p:cNvPr id="42" name="">
            <a:extLst xmlns:a="http://schemas.openxmlformats.org/drawingml/2006/main">
              <a:ext uri="{FF2B5EF4-FFF2-40B4-BE49-F238E27FC236}">
                <a16:creationId xmlns:a16="http://schemas.microsoft.com/office/drawing/2014/main" id="{FA776546-6A13-4DE8-9953-4B537C187B80}"/>
              </a:ext>
            </a:extLst>
          </p:cNvPr>
          <p:cNvSpPr>
            <a:spLocks xmlns:a="http://schemas.openxmlformats.org/drawingml/2006/main" noGrp="1"/>
          </p:cNvSpPr>
          <p:nvPr/>
        </p:nvSpPr>
        <p:spPr>
          <a:xfrm xmlns:a="http://schemas.openxmlformats.org/drawingml/2006/main">
            <a:off x="368617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3" name="">
            <a:extLst xmlns:a="http://schemas.openxmlformats.org/drawingml/2006/main">
              <a:ext uri="{FF2B5EF4-FFF2-40B4-BE49-F238E27FC236}">
                <a16:creationId xmlns:a16="http://schemas.microsoft.com/office/drawing/2014/main" id="{72713D87-A232-4F40-80EB-5DACFA713C4B}"/>
              </a:ext>
            </a:extLst>
          </p:cNvPr>
          <p:cNvSpPr>
            <a:spLocks xmlns:a="http://schemas.openxmlformats.org/drawingml/2006/main" noGrp="1"/>
          </p:cNvSpPr>
          <p:nvPr/>
        </p:nvSpPr>
        <p:spPr>
          <a:xfrm xmlns:a="http://schemas.openxmlformats.org/drawingml/2006/main">
            <a:off x="368617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4" name="">
            <a:extLst xmlns:a="http://schemas.openxmlformats.org/drawingml/2006/main">
              <a:ext uri="{FF2B5EF4-FFF2-40B4-BE49-F238E27FC236}">
                <a16:creationId xmlns:a16="http://schemas.microsoft.com/office/drawing/2014/main" id="{594772FA-FE9F-4333-B08A-F731F5011314}"/>
              </a:ext>
            </a:extLst>
          </p:cNvPr>
          <p:cNvSpPr>
            <a:spLocks xmlns:a="http://schemas.openxmlformats.org/drawingml/2006/main" noGrp="1"/>
          </p:cNvSpPr>
          <p:nvPr/>
        </p:nvSpPr>
        <p:spPr>
          <a:xfrm xmlns:a="http://schemas.openxmlformats.org/drawingml/2006/main">
            <a:off x="368617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5" name="">
            <a:extLst xmlns:a="http://schemas.openxmlformats.org/drawingml/2006/main">
              <a:ext uri="{FF2B5EF4-FFF2-40B4-BE49-F238E27FC236}">
                <a16:creationId xmlns:a16="http://schemas.microsoft.com/office/drawing/2014/main" id="{6E73736E-A9B0-42EC-909A-F4AB08484EF3}"/>
              </a:ext>
            </a:extLst>
          </p:cNvPr>
          <p:cNvSpPr>
            <a:spLocks xmlns:a="http://schemas.openxmlformats.org/drawingml/2006/main" noGrp="1"/>
          </p:cNvSpPr>
          <p:nvPr/>
        </p:nvSpPr>
        <p:spPr>
          <a:xfrm xmlns:a="http://schemas.openxmlformats.org/drawingml/2006/main">
            <a:off x="368617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6" name="">
            <a:extLst xmlns:a="http://schemas.openxmlformats.org/drawingml/2006/main">
              <a:ext uri="{FF2B5EF4-FFF2-40B4-BE49-F238E27FC236}">
                <a16:creationId xmlns:a16="http://schemas.microsoft.com/office/drawing/2014/main" id="{CF9B98DC-CFC4-4D6B-BBB7-354D10C940D8}"/>
              </a:ext>
            </a:extLst>
          </p:cNvPr>
          <p:cNvSpPr>
            <a:spLocks xmlns:a="http://schemas.openxmlformats.org/drawingml/2006/main" noGrp="1"/>
          </p:cNvSpPr>
          <p:nvPr/>
        </p:nvSpPr>
        <p:spPr>
          <a:xfrm xmlns:a="http://schemas.openxmlformats.org/drawingml/2006/main">
            <a:off x="368617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7" name="">
            <a:extLst xmlns:a="http://schemas.openxmlformats.org/drawingml/2006/main">
              <a:ext uri="{FF2B5EF4-FFF2-40B4-BE49-F238E27FC236}">
                <a16:creationId xmlns:a16="http://schemas.microsoft.com/office/drawing/2014/main" id="{A2516239-0AB5-4C11-B1CE-E1EA01AFC2DA}"/>
              </a:ext>
            </a:extLst>
          </p:cNvPr>
          <p:cNvSpPr>
            <a:spLocks xmlns:a="http://schemas.openxmlformats.org/drawingml/2006/main" noGrp="1"/>
          </p:cNvSpPr>
          <p:nvPr/>
        </p:nvSpPr>
        <p:spPr>
          <a:xfrm xmlns:a="http://schemas.openxmlformats.org/drawingml/2006/main">
            <a:off x="368617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8" name="">
            <a:extLst xmlns:a="http://schemas.openxmlformats.org/drawingml/2006/main">
              <a:ext uri="{FF2B5EF4-FFF2-40B4-BE49-F238E27FC236}">
                <a16:creationId xmlns:a16="http://schemas.microsoft.com/office/drawing/2014/main" id="{A9CA088B-4E84-4247-826F-629135E0DBD0}"/>
              </a:ext>
            </a:extLst>
          </p:cNvPr>
          <p:cNvSpPr>
            <a:spLocks xmlns:a="http://schemas.openxmlformats.org/drawingml/2006/main" noGrp="1"/>
          </p:cNvSpPr>
          <p:nvPr/>
        </p:nvSpPr>
        <p:spPr>
          <a:xfrm xmlns:a="http://schemas.openxmlformats.org/drawingml/2006/main">
            <a:off x="368617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9" name="">
            <a:extLst xmlns:a="http://schemas.openxmlformats.org/drawingml/2006/main">
              <a:ext uri="{FF2B5EF4-FFF2-40B4-BE49-F238E27FC236}">
                <a16:creationId xmlns:a16="http://schemas.microsoft.com/office/drawing/2014/main" id="{1C0F5B6E-08CF-46E5-A467-0C4F1D38DC74}"/>
              </a:ext>
            </a:extLst>
          </p:cNvPr>
          <p:cNvSpPr>
            <a:spLocks xmlns:a="http://schemas.openxmlformats.org/drawingml/2006/main" noGrp="1"/>
          </p:cNvSpPr>
          <p:nvPr/>
        </p:nvSpPr>
        <p:spPr>
          <a:xfrm xmlns:a="http://schemas.openxmlformats.org/drawingml/2006/main">
            <a:off x="368617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0" name="">
            <a:extLst xmlns:a="http://schemas.openxmlformats.org/drawingml/2006/main">
              <a:ext uri="{FF2B5EF4-FFF2-40B4-BE49-F238E27FC236}">
                <a16:creationId xmlns:a16="http://schemas.microsoft.com/office/drawing/2014/main" id="{EA301BA1-1931-4A86-A98C-547FFD20B35B}"/>
              </a:ext>
            </a:extLst>
          </p:cNvPr>
          <p:cNvSpPr>
            <a:spLocks xmlns:a="http://schemas.openxmlformats.org/drawingml/2006/main" noGrp="1"/>
          </p:cNvSpPr>
          <p:nvPr/>
        </p:nvSpPr>
        <p:spPr>
          <a:xfrm xmlns:a="http://schemas.openxmlformats.org/drawingml/2006/main">
            <a:off x="368617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1" name="">
            <a:extLst xmlns:a="http://schemas.openxmlformats.org/drawingml/2006/main">
              <a:ext uri="{FF2B5EF4-FFF2-40B4-BE49-F238E27FC236}">
                <a16:creationId xmlns:a16="http://schemas.microsoft.com/office/drawing/2014/main" id="{B6AAD8D4-3C2C-43F6-BC2E-0737A7A8C738}"/>
              </a:ext>
            </a:extLst>
          </p:cNvPr>
          <p:cNvSpPr>
            <a:spLocks xmlns:a="http://schemas.openxmlformats.org/drawingml/2006/main" noGrp="1"/>
          </p:cNvSpPr>
          <p:nvPr/>
        </p:nvSpPr>
        <p:spPr>
          <a:xfrm xmlns:a="http://schemas.openxmlformats.org/drawingml/2006/main">
            <a:off x="368617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2" name="">
            <a:extLst xmlns:a="http://schemas.openxmlformats.org/drawingml/2006/main">
              <a:ext uri="{FF2B5EF4-FFF2-40B4-BE49-F238E27FC236}">
                <a16:creationId xmlns:a16="http://schemas.microsoft.com/office/drawing/2014/main" id="{7517E469-B4CA-4F4B-87F5-E57A5B321A56}"/>
              </a:ext>
            </a:extLst>
          </p:cNvPr>
          <p:cNvSpPr>
            <a:spLocks xmlns:a="http://schemas.openxmlformats.org/drawingml/2006/main" noGrp="1"/>
          </p:cNvSpPr>
          <p:nvPr/>
        </p:nvSpPr>
        <p:spPr>
          <a:xfrm xmlns:a="http://schemas.openxmlformats.org/drawingml/2006/main">
            <a:off x="368617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3" name="">
            <a:extLst xmlns:a="http://schemas.openxmlformats.org/drawingml/2006/main">
              <a:ext uri="{FF2B5EF4-FFF2-40B4-BE49-F238E27FC236}">
                <a16:creationId xmlns:a16="http://schemas.microsoft.com/office/drawing/2014/main" id="{8AC66486-7DF5-487F-A406-7DE39923C005}"/>
              </a:ext>
            </a:extLst>
          </p:cNvPr>
          <p:cNvSpPr>
            <a:spLocks xmlns:a="http://schemas.openxmlformats.org/drawingml/2006/main" noGrp="1"/>
          </p:cNvSpPr>
          <p:nvPr/>
        </p:nvSpPr>
        <p:spPr>
          <a:xfrm xmlns:a="http://schemas.openxmlformats.org/drawingml/2006/main">
            <a:off x="368617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4" name="">
            <a:extLst xmlns:a="http://schemas.openxmlformats.org/drawingml/2006/main">
              <a:ext uri="{FF2B5EF4-FFF2-40B4-BE49-F238E27FC236}">
                <a16:creationId xmlns:a16="http://schemas.microsoft.com/office/drawing/2014/main" id="{07354083-FCDF-493D-819B-41373AF21063}"/>
              </a:ext>
            </a:extLst>
          </p:cNvPr>
          <p:cNvSpPr>
            <a:spLocks xmlns:a="http://schemas.openxmlformats.org/drawingml/2006/main" noGrp="1"/>
          </p:cNvSpPr>
          <p:nvPr/>
        </p:nvSpPr>
        <p:spPr>
          <a:xfrm xmlns:a="http://schemas.openxmlformats.org/drawingml/2006/main">
            <a:off x="368617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5" name="">
            <a:extLst xmlns:a="http://schemas.openxmlformats.org/drawingml/2006/main">
              <a:ext uri="{FF2B5EF4-FFF2-40B4-BE49-F238E27FC236}">
                <a16:creationId xmlns:a16="http://schemas.microsoft.com/office/drawing/2014/main" id="{6B1E5283-334A-43C9-A27C-C472B180463B}"/>
              </a:ext>
            </a:extLst>
          </p:cNvPr>
          <p:cNvSpPr>
            <a:spLocks xmlns:a="http://schemas.openxmlformats.org/drawingml/2006/main" noGrp="1"/>
          </p:cNvSpPr>
          <p:nvPr/>
        </p:nvSpPr>
        <p:spPr>
          <a:xfrm xmlns:a="http://schemas.openxmlformats.org/drawingml/2006/main">
            <a:off x="368617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6" name="">
            <a:extLst xmlns:a="http://schemas.openxmlformats.org/drawingml/2006/main">
              <a:ext uri="{FF2B5EF4-FFF2-40B4-BE49-F238E27FC236}">
                <a16:creationId xmlns:a16="http://schemas.microsoft.com/office/drawing/2014/main" id="{5E79E5DF-415F-42BA-B5A4-482B0FDB375B}"/>
              </a:ext>
            </a:extLst>
          </p:cNvPr>
          <p:cNvSpPr>
            <a:spLocks xmlns:a="http://schemas.openxmlformats.org/drawingml/2006/main" noGrp="1"/>
          </p:cNvSpPr>
          <p:nvPr/>
        </p:nvSpPr>
        <p:spPr>
          <a:xfrm xmlns:a="http://schemas.openxmlformats.org/drawingml/2006/main">
            <a:off x="368617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7" name="">
            <a:extLst xmlns:a="http://schemas.openxmlformats.org/drawingml/2006/main">
              <a:ext uri="{FF2B5EF4-FFF2-40B4-BE49-F238E27FC236}">
                <a16:creationId xmlns:a16="http://schemas.microsoft.com/office/drawing/2014/main" id="{526DC200-1043-4640-A3D5-EE73B80D27E4}"/>
              </a:ext>
            </a:extLst>
          </p:cNvPr>
          <p:cNvSpPr>
            <a:spLocks xmlns:a="http://schemas.openxmlformats.org/drawingml/2006/main" noGrp="1"/>
          </p:cNvSpPr>
          <p:nvPr/>
        </p:nvSpPr>
        <p:spPr>
          <a:xfrm xmlns:a="http://schemas.openxmlformats.org/drawingml/2006/main">
            <a:off x="368617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8" name="">
            <a:extLst xmlns:a="http://schemas.openxmlformats.org/drawingml/2006/main">
              <a:ext uri="{FF2B5EF4-FFF2-40B4-BE49-F238E27FC236}">
                <a16:creationId xmlns:a16="http://schemas.microsoft.com/office/drawing/2014/main" id="{5B1179D4-BA2F-49D5-BC98-FD910196E00D}"/>
              </a:ext>
            </a:extLst>
          </p:cNvPr>
          <p:cNvSpPr>
            <a:spLocks xmlns:a="http://schemas.openxmlformats.org/drawingml/2006/main" noGrp="1"/>
          </p:cNvSpPr>
          <p:nvPr/>
        </p:nvSpPr>
        <p:spPr>
          <a:xfrm xmlns:a="http://schemas.openxmlformats.org/drawingml/2006/main">
            <a:off x="368617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9" name="">
            <a:extLst xmlns:a="http://schemas.openxmlformats.org/drawingml/2006/main">
              <a:ext uri="{FF2B5EF4-FFF2-40B4-BE49-F238E27FC236}">
                <a16:creationId xmlns:a16="http://schemas.microsoft.com/office/drawing/2014/main" id="{58716150-FB06-40E7-8CBC-8F8E3A312E89}"/>
              </a:ext>
            </a:extLst>
          </p:cNvPr>
          <p:cNvSpPr>
            <a:spLocks xmlns:a="http://schemas.openxmlformats.org/drawingml/2006/main" noGrp="1"/>
          </p:cNvSpPr>
          <p:nvPr/>
        </p:nvSpPr>
        <p:spPr>
          <a:xfrm xmlns:a="http://schemas.openxmlformats.org/drawingml/2006/main">
            <a:off x="368617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0" name="">
            <a:extLst xmlns:a="http://schemas.openxmlformats.org/drawingml/2006/main">
              <a:ext uri="{FF2B5EF4-FFF2-40B4-BE49-F238E27FC236}">
                <a16:creationId xmlns:a16="http://schemas.microsoft.com/office/drawing/2014/main" id="{A10A3F84-F056-47C4-8EB2-68E0E4702A8E}"/>
              </a:ext>
            </a:extLst>
          </p:cNvPr>
          <p:cNvSpPr>
            <a:spLocks xmlns:a="http://schemas.openxmlformats.org/drawingml/2006/main" noGrp="1"/>
          </p:cNvSpPr>
          <p:nvPr/>
        </p:nvSpPr>
        <p:spPr>
          <a:xfrm xmlns:a="http://schemas.openxmlformats.org/drawingml/2006/main">
            <a:off x="368617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1" name="">
            <a:extLst xmlns:a="http://schemas.openxmlformats.org/drawingml/2006/main">
              <a:ext uri="{FF2B5EF4-FFF2-40B4-BE49-F238E27FC236}">
                <a16:creationId xmlns:a16="http://schemas.microsoft.com/office/drawing/2014/main" id="{3C522EFD-FA5C-4E61-91FD-B3FBA7871F8F}"/>
              </a:ext>
            </a:extLst>
          </p:cNvPr>
          <p:cNvSpPr>
            <a:spLocks xmlns:a="http://schemas.openxmlformats.org/drawingml/2006/main" noGrp="1"/>
          </p:cNvSpPr>
          <p:nvPr/>
        </p:nvSpPr>
        <p:spPr>
          <a:xfrm xmlns:a="http://schemas.openxmlformats.org/drawingml/2006/main">
            <a:off x="368617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2" name="">
            <a:extLst xmlns:a="http://schemas.openxmlformats.org/drawingml/2006/main">
              <a:ext uri="{FF2B5EF4-FFF2-40B4-BE49-F238E27FC236}">
                <a16:creationId xmlns:a16="http://schemas.microsoft.com/office/drawing/2014/main" id="{ED33FFBF-F7DD-47BE-9639-E3A7CA30A0C2}"/>
              </a:ext>
            </a:extLst>
          </p:cNvPr>
          <p:cNvSpPr>
            <a:spLocks xmlns:a="http://schemas.openxmlformats.org/drawingml/2006/main" noGrp="1"/>
          </p:cNvSpPr>
          <p:nvPr/>
        </p:nvSpPr>
        <p:spPr>
          <a:xfrm xmlns:a="http://schemas.openxmlformats.org/drawingml/2006/main">
            <a:off x="368617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3" name="">
            <a:extLst xmlns:a="http://schemas.openxmlformats.org/drawingml/2006/main">
              <a:ext uri="{FF2B5EF4-FFF2-40B4-BE49-F238E27FC236}">
                <a16:creationId xmlns:a16="http://schemas.microsoft.com/office/drawing/2014/main" id="{34091C12-3D6A-488E-8026-E82E7DA38D73}"/>
              </a:ext>
            </a:extLst>
          </p:cNvPr>
          <p:cNvSpPr>
            <a:spLocks xmlns:a="http://schemas.openxmlformats.org/drawingml/2006/main" noGrp="1"/>
          </p:cNvSpPr>
          <p:nvPr/>
        </p:nvSpPr>
        <p:spPr>
          <a:xfrm xmlns:a="http://schemas.openxmlformats.org/drawingml/2006/main">
            <a:off x="368617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4" name="">
            <a:extLst xmlns:a="http://schemas.openxmlformats.org/drawingml/2006/main">
              <a:ext uri="{FF2B5EF4-FFF2-40B4-BE49-F238E27FC236}">
                <a16:creationId xmlns:a16="http://schemas.microsoft.com/office/drawing/2014/main" id="{3CD57A39-90FA-41DA-836C-D991A5C6D25C}"/>
              </a:ext>
            </a:extLst>
          </p:cNvPr>
          <p:cNvSpPr>
            <a:spLocks xmlns:a="http://schemas.openxmlformats.org/drawingml/2006/main" noGrp="1"/>
          </p:cNvSpPr>
          <p:nvPr/>
        </p:nvSpPr>
        <p:spPr>
          <a:xfrm xmlns:a="http://schemas.openxmlformats.org/drawingml/2006/main">
            <a:off x="368617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5" name="">
            <a:extLst xmlns:a="http://schemas.openxmlformats.org/drawingml/2006/main">
              <a:ext uri="{FF2B5EF4-FFF2-40B4-BE49-F238E27FC236}">
                <a16:creationId xmlns:a16="http://schemas.microsoft.com/office/drawing/2014/main" id="{564AEB38-9AF0-4F23-8C2A-074CC65B0E69}"/>
              </a:ext>
            </a:extLst>
          </p:cNvPr>
          <p:cNvSpPr>
            <a:spLocks xmlns:a="http://schemas.openxmlformats.org/drawingml/2006/main" noGrp="1"/>
          </p:cNvSpPr>
          <p:nvPr/>
        </p:nvSpPr>
        <p:spPr>
          <a:xfrm xmlns:a="http://schemas.openxmlformats.org/drawingml/2006/main">
            <a:off x="368617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6" name="">
            <a:extLst xmlns:a="http://schemas.openxmlformats.org/drawingml/2006/main">
              <a:ext uri="{FF2B5EF4-FFF2-40B4-BE49-F238E27FC236}">
                <a16:creationId xmlns:a16="http://schemas.microsoft.com/office/drawing/2014/main" id="{AFA5D19B-9F87-462B-A3C3-185F5417514D}"/>
              </a:ext>
            </a:extLst>
          </p:cNvPr>
          <p:cNvSpPr>
            <a:spLocks xmlns:a="http://schemas.openxmlformats.org/drawingml/2006/main" noGrp="1"/>
          </p:cNvSpPr>
          <p:nvPr/>
        </p:nvSpPr>
        <p:spPr>
          <a:xfrm xmlns:a="http://schemas.openxmlformats.org/drawingml/2006/main">
            <a:off x="368617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7" name="">
            <a:extLst xmlns:a="http://schemas.openxmlformats.org/drawingml/2006/main">
              <a:ext uri="{FF2B5EF4-FFF2-40B4-BE49-F238E27FC236}">
                <a16:creationId xmlns:a16="http://schemas.microsoft.com/office/drawing/2014/main" id="{91B70FD6-68F0-4FED-A6B2-41DBF15047E7}"/>
              </a:ext>
            </a:extLst>
          </p:cNvPr>
          <p:cNvSpPr>
            <a:spLocks xmlns:a="http://schemas.openxmlformats.org/drawingml/2006/main" noGrp="1"/>
          </p:cNvSpPr>
          <p:nvPr/>
        </p:nvSpPr>
        <p:spPr>
          <a:xfrm xmlns:a="http://schemas.openxmlformats.org/drawingml/2006/main">
            <a:off x="368617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8" name="">
            <a:extLst xmlns:a="http://schemas.openxmlformats.org/drawingml/2006/main">
              <a:ext uri="{FF2B5EF4-FFF2-40B4-BE49-F238E27FC236}">
                <a16:creationId xmlns:a16="http://schemas.microsoft.com/office/drawing/2014/main" id="{5D857091-B788-4D2B-8D47-427A4E57E59E}"/>
              </a:ext>
            </a:extLst>
          </p:cNvPr>
          <p:cNvSpPr>
            <a:spLocks xmlns:a="http://schemas.openxmlformats.org/drawingml/2006/main" noGrp="1"/>
          </p:cNvSpPr>
          <p:nvPr/>
        </p:nvSpPr>
        <p:spPr>
          <a:xfrm xmlns:a="http://schemas.openxmlformats.org/drawingml/2006/main">
            <a:off x="368617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9" name="">
            <a:extLst xmlns:a="http://schemas.openxmlformats.org/drawingml/2006/main">
              <a:ext uri="{FF2B5EF4-FFF2-40B4-BE49-F238E27FC236}">
                <a16:creationId xmlns:a16="http://schemas.microsoft.com/office/drawing/2014/main" id="{D4CEA6A4-BB97-4E14-967F-BD85BF890915}"/>
              </a:ext>
            </a:extLst>
          </p:cNvPr>
          <p:cNvSpPr>
            <a:spLocks xmlns:a="http://schemas.openxmlformats.org/drawingml/2006/main" noGrp="1"/>
          </p:cNvSpPr>
          <p:nvPr/>
        </p:nvSpPr>
        <p:spPr>
          <a:xfrm xmlns:a="http://schemas.openxmlformats.org/drawingml/2006/main">
            <a:off x="368617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0" name="">
            <a:extLst xmlns:a="http://schemas.openxmlformats.org/drawingml/2006/main">
              <a:ext uri="{FF2B5EF4-FFF2-40B4-BE49-F238E27FC236}">
                <a16:creationId xmlns:a16="http://schemas.microsoft.com/office/drawing/2014/main" id="{A0629AD8-64AB-4953-B175-78021AB048AC}"/>
              </a:ext>
            </a:extLst>
          </p:cNvPr>
          <p:cNvSpPr>
            <a:spLocks xmlns:a="http://schemas.openxmlformats.org/drawingml/2006/main" noGrp="1"/>
          </p:cNvSpPr>
          <p:nvPr/>
        </p:nvSpPr>
        <p:spPr>
          <a:xfrm xmlns:a="http://schemas.openxmlformats.org/drawingml/2006/main">
            <a:off x="368617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1" name="">
            <a:extLst xmlns:a="http://schemas.openxmlformats.org/drawingml/2006/main">
              <a:ext uri="{FF2B5EF4-FFF2-40B4-BE49-F238E27FC236}">
                <a16:creationId xmlns:a16="http://schemas.microsoft.com/office/drawing/2014/main" id="{A0F545EF-FCAD-40EA-BABA-F7F38689DD7E}"/>
              </a:ext>
            </a:extLst>
          </p:cNvPr>
          <p:cNvSpPr>
            <a:spLocks xmlns:a="http://schemas.openxmlformats.org/drawingml/2006/main" noGrp="1"/>
          </p:cNvSpPr>
          <p:nvPr/>
        </p:nvSpPr>
        <p:spPr>
          <a:xfrm xmlns:a="http://schemas.openxmlformats.org/drawingml/2006/main">
            <a:off x="4933950" y="1390650"/>
            <a:ext cx="1676400" cy="247650"/>
          </a:xfrm>
          <a:prstGeom xmlns:a="http://schemas.openxmlformats.org/drawingml/2006/main" prst="roundRect">
            <a:avLst>
              <a:gd name="adj" fmla="val 30000"/>
            </a:avLst>
          </a:prstGeom>
          <a:solidFill xmlns:a="http://schemas.openxmlformats.org/drawingml/2006/main">
            <a:srgbClr val="8613B8"/>
          </a:solidFill>
          <a:ln xmlns:a="http://schemas.openxmlformats.org/drawingml/2006/main" w="13335">
            <a:solidFill>
              <a:srgbClr val="8613B8"/>
            </a:solidFill>
            <a:prstDash val="solid"/>
          </a:ln>
        </p:spPr>
      </p:sp>
      <p:sp>
        <p:nvSpPr>
          <p:cNvPr id="72" name="">
            <a:extLst xmlns:a="http://schemas.openxmlformats.org/drawingml/2006/main">
              <a:ext uri="{FF2B5EF4-FFF2-40B4-BE49-F238E27FC236}">
                <a16:creationId xmlns:a16="http://schemas.microsoft.com/office/drawing/2014/main" id="{21796D04-3B01-413E-BB18-4C6A7EEEA7CC}"/>
              </a:ext>
            </a:extLst>
          </p:cNvPr>
          <p:cNvSpPr>
            <a:spLocks xmlns:a="http://schemas.openxmlformats.org/drawingml/2006/main" noGrp="1"/>
          </p:cNvSpPr>
          <p:nvPr/>
        </p:nvSpPr>
        <p:spPr>
          <a:xfrm xmlns:a="http://schemas.openxmlformats.org/drawingml/2006/main">
            <a:off x="50006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OPERATIONS API</a:t>
            </a:r>
          </a:p>
        </p:txBody>
      </p:sp>
      <p:sp>
        <p:nvSpPr>
          <p:cNvPr id="73" name="">
            <a:extLst xmlns:a="http://schemas.openxmlformats.org/drawingml/2006/main">
              <a:ext uri="{FF2B5EF4-FFF2-40B4-BE49-F238E27FC236}">
                <a16:creationId xmlns:a16="http://schemas.microsoft.com/office/drawing/2014/main" id="{0C51F7EE-AC18-4474-A6CB-0E0C34BC0D19}"/>
              </a:ext>
            </a:extLst>
          </p:cNvPr>
          <p:cNvSpPr>
            <a:spLocks xmlns:a="http://schemas.openxmlformats.org/drawingml/2006/main" noGrp="1"/>
          </p:cNvSpPr>
          <p:nvPr/>
        </p:nvSpPr>
        <p:spPr>
          <a:xfrm xmlns:a="http://schemas.openxmlformats.org/drawingml/2006/main">
            <a:off x="49720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Session lifecycle and assignment</a:t>
            </a:r>
          </a:p>
        </p:txBody>
      </p:sp>
      <p:sp>
        <p:nvSpPr>
          <p:cNvPr id="74" name="">
            <a:extLst xmlns:a="http://schemas.openxmlformats.org/drawingml/2006/main">
              <a:ext uri="{FF2B5EF4-FFF2-40B4-BE49-F238E27FC236}">
                <a16:creationId xmlns:a16="http://schemas.microsoft.com/office/drawing/2014/main" id="{3996A6E0-6F2F-4DF2-8A6A-D659CEEEA40A}"/>
              </a:ext>
            </a:extLst>
          </p:cNvPr>
          <p:cNvSpPr>
            <a:spLocks xmlns:a="http://schemas.openxmlformats.org/drawingml/2006/main" noGrp="1"/>
          </p:cNvSpPr>
          <p:nvPr/>
        </p:nvSpPr>
        <p:spPr>
          <a:xfrm xmlns:a="http://schemas.openxmlformats.org/drawingml/2006/main">
            <a:off x="57626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5" name="">
            <a:extLst xmlns:a="http://schemas.openxmlformats.org/drawingml/2006/main">
              <a:ext uri="{FF2B5EF4-FFF2-40B4-BE49-F238E27FC236}">
                <a16:creationId xmlns:a16="http://schemas.microsoft.com/office/drawing/2014/main" id="{9B30B6B4-E1F6-49D5-9C93-991A30630558}"/>
              </a:ext>
            </a:extLst>
          </p:cNvPr>
          <p:cNvSpPr>
            <a:spLocks xmlns:a="http://schemas.openxmlformats.org/drawingml/2006/main" noGrp="1"/>
          </p:cNvSpPr>
          <p:nvPr/>
        </p:nvSpPr>
        <p:spPr>
          <a:xfrm xmlns:a="http://schemas.openxmlformats.org/drawingml/2006/main">
            <a:off x="57626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6" name="">
            <a:extLst xmlns:a="http://schemas.openxmlformats.org/drawingml/2006/main">
              <a:ext uri="{FF2B5EF4-FFF2-40B4-BE49-F238E27FC236}">
                <a16:creationId xmlns:a16="http://schemas.microsoft.com/office/drawing/2014/main" id="{1CCA6F55-6869-4D71-A2CC-CAD85A58DD6B}"/>
              </a:ext>
            </a:extLst>
          </p:cNvPr>
          <p:cNvSpPr>
            <a:spLocks xmlns:a="http://schemas.openxmlformats.org/drawingml/2006/main" noGrp="1"/>
          </p:cNvSpPr>
          <p:nvPr/>
        </p:nvSpPr>
        <p:spPr>
          <a:xfrm xmlns:a="http://schemas.openxmlformats.org/drawingml/2006/main">
            <a:off x="57626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7" name="">
            <a:extLst xmlns:a="http://schemas.openxmlformats.org/drawingml/2006/main">
              <a:ext uri="{FF2B5EF4-FFF2-40B4-BE49-F238E27FC236}">
                <a16:creationId xmlns:a16="http://schemas.microsoft.com/office/drawing/2014/main" id="{BA53F5AE-D8EB-4DD4-AB52-F11B68E89FEE}"/>
              </a:ext>
            </a:extLst>
          </p:cNvPr>
          <p:cNvSpPr>
            <a:spLocks xmlns:a="http://schemas.openxmlformats.org/drawingml/2006/main" noGrp="1"/>
          </p:cNvSpPr>
          <p:nvPr/>
        </p:nvSpPr>
        <p:spPr>
          <a:xfrm xmlns:a="http://schemas.openxmlformats.org/drawingml/2006/main">
            <a:off x="57626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8" name="">
            <a:extLst xmlns:a="http://schemas.openxmlformats.org/drawingml/2006/main">
              <a:ext uri="{FF2B5EF4-FFF2-40B4-BE49-F238E27FC236}">
                <a16:creationId xmlns:a16="http://schemas.microsoft.com/office/drawing/2014/main" id="{6B9602EC-E77E-4EB7-BE25-83B8F8F587E5}"/>
              </a:ext>
            </a:extLst>
          </p:cNvPr>
          <p:cNvSpPr>
            <a:spLocks xmlns:a="http://schemas.openxmlformats.org/drawingml/2006/main" noGrp="1"/>
          </p:cNvSpPr>
          <p:nvPr/>
        </p:nvSpPr>
        <p:spPr>
          <a:xfrm xmlns:a="http://schemas.openxmlformats.org/drawingml/2006/main">
            <a:off x="57626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9" name="">
            <a:extLst xmlns:a="http://schemas.openxmlformats.org/drawingml/2006/main">
              <a:ext uri="{FF2B5EF4-FFF2-40B4-BE49-F238E27FC236}">
                <a16:creationId xmlns:a16="http://schemas.microsoft.com/office/drawing/2014/main" id="{F4B62D08-B135-49D5-B822-B1B644D1AF77}"/>
              </a:ext>
            </a:extLst>
          </p:cNvPr>
          <p:cNvSpPr>
            <a:spLocks xmlns:a="http://schemas.openxmlformats.org/drawingml/2006/main" noGrp="1"/>
          </p:cNvSpPr>
          <p:nvPr/>
        </p:nvSpPr>
        <p:spPr>
          <a:xfrm xmlns:a="http://schemas.openxmlformats.org/drawingml/2006/main">
            <a:off x="57626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0" name="">
            <a:extLst xmlns:a="http://schemas.openxmlformats.org/drawingml/2006/main">
              <a:ext uri="{FF2B5EF4-FFF2-40B4-BE49-F238E27FC236}">
                <a16:creationId xmlns:a16="http://schemas.microsoft.com/office/drawing/2014/main" id="{70094213-842F-4856-8598-82488D016BBF}"/>
              </a:ext>
            </a:extLst>
          </p:cNvPr>
          <p:cNvSpPr>
            <a:spLocks xmlns:a="http://schemas.openxmlformats.org/drawingml/2006/main" noGrp="1"/>
          </p:cNvSpPr>
          <p:nvPr/>
        </p:nvSpPr>
        <p:spPr>
          <a:xfrm xmlns:a="http://schemas.openxmlformats.org/drawingml/2006/main">
            <a:off x="57626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1" name="">
            <a:extLst xmlns:a="http://schemas.openxmlformats.org/drawingml/2006/main">
              <a:ext uri="{FF2B5EF4-FFF2-40B4-BE49-F238E27FC236}">
                <a16:creationId xmlns:a16="http://schemas.microsoft.com/office/drawing/2014/main" id="{2A6953E5-6D74-4528-AE21-934F755954D5}"/>
              </a:ext>
            </a:extLst>
          </p:cNvPr>
          <p:cNvSpPr>
            <a:spLocks xmlns:a="http://schemas.openxmlformats.org/drawingml/2006/main" noGrp="1"/>
          </p:cNvSpPr>
          <p:nvPr/>
        </p:nvSpPr>
        <p:spPr>
          <a:xfrm xmlns:a="http://schemas.openxmlformats.org/drawingml/2006/main">
            <a:off x="57626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2" name="">
            <a:extLst xmlns:a="http://schemas.openxmlformats.org/drawingml/2006/main">
              <a:ext uri="{FF2B5EF4-FFF2-40B4-BE49-F238E27FC236}">
                <a16:creationId xmlns:a16="http://schemas.microsoft.com/office/drawing/2014/main" id="{BA4657EE-CBEA-416D-B341-CC289D89E37F}"/>
              </a:ext>
            </a:extLst>
          </p:cNvPr>
          <p:cNvSpPr>
            <a:spLocks xmlns:a="http://schemas.openxmlformats.org/drawingml/2006/main" noGrp="1"/>
          </p:cNvSpPr>
          <p:nvPr/>
        </p:nvSpPr>
        <p:spPr>
          <a:xfrm xmlns:a="http://schemas.openxmlformats.org/drawingml/2006/main">
            <a:off x="57626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3" name="">
            <a:extLst xmlns:a="http://schemas.openxmlformats.org/drawingml/2006/main">
              <a:ext uri="{FF2B5EF4-FFF2-40B4-BE49-F238E27FC236}">
                <a16:creationId xmlns:a16="http://schemas.microsoft.com/office/drawing/2014/main" id="{0241B11D-2973-4E7E-BC1D-AE01E01B62A8}"/>
              </a:ext>
            </a:extLst>
          </p:cNvPr>
          <p:cNvSpPr>
            <a:spLocks xmlns:a="http://schemas.openxmlformats.org/drawingml/2006/main" noGrp="1"/>
          </p:cNvSpPr>
          <p:nvPr/>
        </p:nvSpPr>
        <p:spPr>
          <a:xfrm xmlns:a="http://schemas.openxmlformats.org/drawingml/2006/main">
            <a:off x="57626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4" name="">
            <a:extLst xmlns:a="http://schemas.openxmlformats.org/drawingml/2006/main">
              <a:ext uri="{FF2B5EF4-FFF2-40B4-BE49-F238E27FC236}">
                <a16:creationId xmlns:a16="http://schemas.microsoft.com/office/drawing/2014/main" id="{AFE6DCAD-4DE4-4AE0-9FC1-F15EF63F94C5}"/>
              </a:ext>
            </a:extLst>
          </p:cNvPr>
          <p:cNvSpPr>
            <a:spLocks xmlns:a="http://schemas.openxmlformats.org/drawingml/2006/main" noGrp="1"/>
          </p:cNvSpPr>
          <p:nvPr/>
        </p:nvSpPr>
        <p:spPr>
          <a:xfrm xmlns:a="http://schemas.openxmlformats.org/drawingml/2006/main">
            <a:off x="57626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5" name="">
            <a:extLst xmlns:a="http://schemas.openxmlformats.org/drawingml/2006/main">
              <a:ext uri="{FF2B5EF4-FFF2-40B4-BE49-F238E27FC236}">
                <a16:creationId xmlns:a16="http://schemas.microsoft.com/office/drawing/2014/main" id="{F7DAC3C7-6504-4988-9CB3-E47DA387D251}"/>
              </a:ext>
            </a:extLst>
          </p:cNvPr>
          <p:cNvSpPr>
            <a:spLocks xmlns:a="http://schemas.openxmlformats.org/drawingml/2006/main" noGrp="1"/>
          </p:cNvSpPr>
          <p:nvPr/>
        </p:nvSpPr>
        <p:spPr>
          <a:xfrm xmlns:a="http://schemas.openxmlformats.org/drawingml/2006/main">
            <a:off x="57626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6" name="">
            <a:extLst xmlns:a="http://schemas.openxmlformats.org/drawingml/2006/main">
              <a:ext uri="{FF2B5EF4-FFF2-40B4-BE49-F238E27FC236}">
                <a16:creationId xmlns:a16="http://schemas.microsoft.com/office/drawing/2014/main" id="{24834F98-A2DD-4050-A30D-433AFC061E93}"/>
              </a:ext>
            </a:extLst>
          </p:cNvPr>
          <p:cNvSpPr>
            <a:spLocks xmlns:a="http://schemas.openxmlformats.org/drawingml/2006/main" noGrp="1"/>
          </p:cNvSpPr>
          <p:nvPr/>
        </p:nvSpPr>
        <p:spPr>
          <a:xfrm xmlns:a="http://schemas.openxmlformats.org/drawingml/2006/main">
            <a:off x="57626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7" name="">
            <a:extLst xmlns:a="http://schemas.openxmlformats.org/drawingml/2006/main">
              <a:ext uri="{FF2B5EF4-FFF2-40B4-BE49-F238E27FC236}">
                <a16:creationId xmlns:a16="http://schemas.microsoft.com/office/drawing/2014/main" id="{FC2713C8-428F-4AF7-A90D-DFCEDFB1D907}"/>
              </a:ext>
            </a:extLst>
          </p:cNvPr>
          <p:cNvSpPr>
            <a:spLocks xmlns:a="http://schemas.openxmlformats.org/drawingml/2006/main" noGrp="1"/>
          </p:cNvSpPr>
          <p:nvPr/>
        </p:nvSpPr>
        <p:spPr>
          <a:xfrm xmlns:a="http://schemas.openxmlformats.org/drawingml/2006/main">
            <a:off x="57626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8" name="">
            <a:extLst xmlns:a="http://schemas.openxmlformats.org/drawingml/2006/main">
              <a:ext uri="{FF2B5EF4-FFF2-40B4-BE49-F238E27FC236}">
                <a16:creationId xmlns:a16="http://schemas.microsoft.com/office/drawing/2014/main" id="{08785A95-7B03-4927-95C9-BBAE3C997089}"/>
              </a:ext>
            </a:extLst>
          </p:cNvPr>
          <p:cNvSpPr>
            <a:spLocks xmlns:a="http://schemas.openxmlformats.org/drawingml/2006/main" noGrp="1"/>
          </p:cNvSpPr>
          <p:nvPr/>
        </p:nvSpPr>
        <p:spPr>
          <a:xfrm xmlns:a="http://schemas.openxmlformats.org/drawingml/2006/main">
            <a:off x="57626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9" name="">
            <a:extLst xmlns:a="http://schemas.openxmlformats.org/drawingml/2006/main">
              <a:ext uri="{FF2B5EF4-FFF2-40B4-BE49-F238E27FC236}">
                <a16:creationId xmlns:a16="http://schemas.microsoft.com/office/drawing/2014/main" id="{F4E160AB-1428-44D6-8B6B-D9E38446E180}"/>
              </a:ext>
            </a:extLst>
          </p:cNvPr>
          <p:cNvSpPr>
            <a:spLocks xmlns:a="http://schemas.openxmlformats.org/drawingml/2006/main" noGrp="1"/>
          </p:cNvSpPr>
          <p:nvPr/>
        </p:nvSpPr>
        <p:spPr>
          <a:xfrm xmlns:a="http://schemas.openxmlformats.org/drawingml/2006/main">
            <a:off x="57626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0" name="">
            <a:extLst xmlns:a="http://schemas.openxmlformats.org/drawingml/2006/main">
              <a:ext uri="{FF2B5EF4-FFF2-40B4-BE49-F238E27FC236}">
                <a16:creationId xmlns:a16="http://schemas.microsoft.com/office/drawing/2014/main" id="{FAC1E76E-6B9D-4EBD-84D2-D5DB1541C0F9}"/>
              </a:ext>
            </a:extLst>
          </p:cNvPr>
          <p:cNvSpPr>
            <a:spLocks xmlns:a="http://schemas.openxmlformats.org/drawingml/2006/main" noGrp="1"/>
          </p:cNvSpPr>
          <p:nvPr/>
        </p:nvSpPr>
        <p:spPr>
          <a:xfrm xmlns:a="http://schemas.openxmlformats.org/drawingml/2006/main">
            <a:off x="57626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1" name="">
            <a:extLst xmlns:a="http://schemas.openxmlformats.org/drawingml/2006/main">
              <a:ext uri="{FF2B5EF4-FFF2-40B4-BE49-F238E27FC236}">
                <a16:creationId xmlns:a16="http://schemas.microsoft.com/office/drawing/2014/main" id="{B89C8853-4055-4E42-B522-A19272BCCC93}"/>
              </a:ext>
            </a:extLst>
          </p:cNvPr>
          <p:cNvSpPr>
            <a:spLocks xmlns:a="http://schemas.openxmlformats.org/drawingml/2006/main" noGrp="1"/>
          </p:cNvSpPr>
          <p:nvPr/>
        </p:nvSpPr>
        <p:spPr>
          <a:xfrm xmlns:a="http://schemas.openxmlformats.org/drawingml/2006/main">
            <a:off x="57626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2" name="">
            <a:extLst xmlns:a="http://schemas.openxmlformats.org/drawingml/2006/main">
              <a:ext uri="{FF2B5EF4-FFF2-40B4-BE49-F238E27FC236}">
                <a16:creationId xmlns:a16="http://schemas.microsoft.com/office/drawing/2014/main" id="{14245521-61A8-48E6-A46A-585841ECD1E2}"/>
              </a:ext>
            </a:extLst>
          </p:cNvPr>
          <p:cNvSpPr>
            <a:spLocks xmlns:a="http://schemas.openxmlformats.org/drawingml/2006/main" noGrp="1"/>
          </p:cNvSpPr>
          <p:nvPr/>
        </p:nvSpPr>
        <p:spPr>
          <a:xfrm xmlns:a="http://schemas.openxmlformats.org/drawingml/2006/main">
            <a:off x="57626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3" name="">
            <a:extLst xmlns:a="http://schemas.openxmlformats.org/drawingml/2006/main">
              <a:ext uri="{FF2B5EF4-FFF2-40B4-BE49-F238E27FC236}">
                <a16:creationId xmlns:a16="http://schemas.microsoft.com/office/drawing/2014/main" id="{1D6D854F-3C47-4485-A4DF-B7123F69F590}"/>
              </a:ext>
            </a:extLst>
          </p:cNvPr>
          <p:cNvSpPr>
            <a:spLocks xmlns:a="http://schemas.openxmlformats.org/drawingml/2006/main" noGrp="1"/>
          </p:cNvSpPr>
          <p:nvPr/>
        </p:nvSpPr>
        <p:spPr>
          <a:xfrm xmlns:a="http://schemas.openxmlformats.org/drawingml/2006/main">
            <a:off x="57626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4" name="">
            <a:extLst xmlns:a="http://schemas.openxmlformats.org/drawingml/2006/main">
              <a:ext uri="{FF2B5EF4-FFF2-40B4-BE49-F238E27FC236}">
                <a16:creationId xmlns:a16="http://schemas.microsoft.com/office/drawing/2014/main" id="{607EF33B-DD20-4883-AA84-050F5618EBD2}"/>
              </a:ext>
            </a:extLst>
          </p:cNvPr>
          <p:cNvSpPr>
            <a:spLocks xmlns:a="http://schemas.openxmlformats.org/drawingml/2006/main" noGrp="1"/>
          </p:cNvSpPr>
          <p:nvPr/>
        </p:nvSpPr>
        <p:spPr>
          <a:xfrm xmlns:a="http://schemas.openxmlformats.org/drawingml/2006/main">
            <a:off x="57626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5" name="">
            <a:extLst xmlns:a="http://schemas.openxmlformats.org/drawingml/2006/main">
              <a:ext uri="{FF2B5EF4-FFF2-40B4-BE49-F238E27FC236}">
                <a16:creationId xmlns:a16="http://schemas.microsoft.com/office/drawing/2014/main" id="{A227D96A-5795-48A4-B939-93064B618DEA}"/>
              </a:ext>
            </a:extLst>
          </p:cNvPr>
          <p:cNvSpPr>
            <a:spLocks xmlns:a="http://schemas.openxmlformats.org/drawingml/2006/main" noGrp="1"/>
          </p:cNvSpPr>
          <p:nvPr/>
        </p:nvSpPr>
        <p:spPr>
          <a:xfrm xmlns:a="http://schemas.openxmlformats.org/drawingml/2006/main">
            <a:off x="57626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6" name="">
            <a:extLst xmlns:a="http://schemas.openxmlformats.org/drawingml/2006/main">
              <a:ext uri="{FF2B5EF4-FFF2-40B4-BE49-F238E27FC236}">
                <a16:creationId xmlns:a16="http://schemas.microsoft.com/office/drawing/2014/main" id="{2B38C9D2-6FDC-43D1-9EC6-F15C5FC5E2B7}"/>
              </a:ext>
            </a:extLst>
          </p:cNvPr>
          <p:cNvSpPr>
            <a:spLocks xmlns:a="http://schemas.openxmlformats.org/drawingml/2006/main" noGrp="1"/>
          </p:cNvSpPr>
          <p:nvPr/>
        </p:nvSpPr>
        <p:spPr>
          <a:xfrm xmlns:a="http://schemas.openxmlformats.org/drawingml/2006/main">
            <a:off x="57626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7" name="">
            <a:extLst xmlns:a="http://schemas.openxmlformats.org/drawingml/2006/main">
              <a:ext uri="{FF2B5EF4-FFF2-40B4-BE49-F238E27FC236}">
                <a16:creationId xmlns:a16="http://schemas.microsoft.com/office/drawing/2014/main" id="{832CFBCE-C52B-45C1-A7DA-34BB65A61A95}"/>
              </a:ext>
            </a:extLst>
          </p:cNvPr>
          <p:cNvSpPr>
            <a:spLocks xmlns:a="http://schemas.openxmlformats.org/drawingml/2006/main" noGrp="1"/>
          </p:cNvSpPr>
          <p:nvPr/>
        </p:nvSpPr>
        <p:spPr>
          <a:xfrm xmlns:a="http://schemas.openxmlformats.org/drawingml/2006/main">
            <a:off x="57626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8" name="">
            <a:extLst xmlns:a="http://schemas.openxmlformats.org/drawingml/2006/main">
              <a:ext uri="{FF2B5EF4-FFF2-40B4-BE49-F238E27FC236}">
                <a16:creationId xmlns:a16="http://schemas.microsoft.com/office/drawing/2014/main" id="{FE526429-65D5-4B39-9668-6FDE51E5E50B}"/>
              </a:ext>
            </a:extLst>
          </p:cNvPr>
          <p:cNvSpPr>
            <a:spLocks xmlns:a="http://schemas.openxmlformats.org/drawingml/2006/main" noGrp="1"/>
          </p:cNvSpPr>
          <p:nvPr/>
        </p:nvSpPr>
        <p:spPr>
          <a:xfrm xmlns:a="http://schemas.openxmlformats.org/drawingml/2006/main">
            <a:off x="57626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9" name="">
            <a:extLst xmlns:a="http://schemas.openxmlformats.org/drawingml/2006/main">
              <a:ext uri="{FF2B5EF4-FFF2-40B4-BE49-F238E27FC236}">
                <a16:creationId xmlns:a16="http://schemas.microsoft.com/office/drawing/2014/main" id="{CA062599-093E-48EF-A898-8FBD9B347D89}"/>
              </a:ext>
            </a:extLst>
          </p:cNvPr>
          <p:cNvSpPr>
            <a:spLocks xmlns:a="http://schemas.openxmlformats.org/drawingml/2006/main" noGrp="1"/>
          </p:cNvSpPr>
          <p:nvPr/>
        </p:nvSpPr>
        <p:spPr>
          <a:xfrm xmlns:a="http://schemas.openxmlformats.org/drawingml/2006/main">
            <a:off x="57626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0" name="">
            <a:extLst xmlns:a="http://schemas.openxmlformats.org/drawingml/2006/main">
              <a:ext uri="{FF2B5EF4-FFF2-40B4-BE49-F238E27FC236}">
                <a16:creationId xmlns:a16="http://schemas.microsoft.com/office/drawing/2014/main" id="{3AAC33A0-097D-4798-822D-AF1F435D35B6}"/>
              </a:ext>
            </a:extLst>
          </p:cNvPr>
          <p:cNvSpPr>
            <a:spLocks xmlns:a="http://schemas.openxmlformats.org/drawingml/2006/main" noGrp="1"/>
          </p:cNvSpPr>
          <p:nvPr/>
        </p:nvSpPr>
        <p:spPr>
          <a:xfrm xmlns:a="http://schemas.openxmlformats.org/drawingml/2006/main">
            <a:off x="57626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1" name="">
            <a:extLst xmlns:a="http://schemas.openxmlformats.org/drawingml/2006/main">
              <a:ext uri="{FF2B5EF4-FFF2-40B4-BE49-F238E27FC236}">
                <a16:creationId xmlns:a16="http://schemas.microsoft.com/office/drawing/2014/main" id="{BA007550-FF1F-4334-B720-214296B84D05}"/>
              </a:ext>
            </a:extLst>
          </p:cNvPr>
          <p:cNvSpPr>
            <a:spLocks xmlns:a="http://schemas.openxmlformats.org/drawingml/2006/main" noGrp="1"/>
          </p:cNvSpPr>
          <p:nvPr/>
        </p:nvSpPr>
        <p:spPr>
          <a:xfrm xmlns:a="http://schemas.openxmlformats.org/drawingml/2006/main">
            <a:off x="57626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2" name="">
            <a:extLst xmlns:a="http://schemas.openxmlformats.org/drawingml/2006/main">
              <a:ext uri="{FF2B5EF4-FFF2-40B4-BE49-F238E27FC236}">
                <a16:creationId xmlns:a16="http://schemas.microsoft.com/office/drawing/2014/main" id="{4AE06EFD-148F-49DE-9C00-75A1E29094A2}"/>
              </a:ext>
            </a:extLst>
          </p:cNvPr>
          <p:cNvSpPr>
            <a:spLocks xmlns:a="http://schemas.openxmlformats.org/drawingml/2006/main" noGrp="1"/>
          </p:cNvSpPr>
          <p:nvPr/>
        </p:nvSpPr>
        <p:spPr>
          <a:xfrm xmlns:a="http://schemas.openxmlformats.org/drawingml/2006/main">
            <a:off x="57626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3" name="">
            <a:extLst xmlns:a="http://schemas.openxmlformats.org/drawingml/2006/main">
              <a:ext uri="{FF2B5EF4-FFF2-40B4-BE49-F238E27FC236}">
                <a16:creationId xmlns:a16="http://schemas.microsoft.com/office/drawing/2014/main" id="{7C3B3A32-64D4-4259-978E-519642A66B42}"/>
              </a:ext>
            </a:extLst>
          </p:cNvPr>
          <p:cNvSpPr>
            <a:spLocks xmlns:a="http://schemas.openxmlformats.org/drawingml/2006/main" noGrp="1"/>
          </p:cNvSpPr>
          <p:nvPr/>
        </p:nvSpPr>
        <p:spPr>
          <a:xfrm xmlns:a="http://schemas.openxmlformats.org/drawingml/2006/main">
            <a:off x="7010400" y="1390650"/>
            <a:ext cx="1676400" cy="247650"/>
          </a:xfrm>
          <a:prstGeom xmlns:a="http://schemas.openxmlformats.org/drawingml/2006/main" prst="roundRect">
            <a:avLst>
              <a:gd name="adj" fmla="val 30000"/>
            </a:avLst>
          </a:prstGeom>
          <a:solidFill xmlns:a="http://schemas.openxmlformats.org/drawingml/2006/main">
            <a:srgbClr val="16A34A"/>
          </a:solidFill>
          <a:ln xmlns:a="http://schemas.openxmlformats.org/drawingml/2006/main" w="13335">
            <a:solidFill>
              <a:srgbClr val="16A34A"/>
            </a:solidFill>
            <a:prstDash val="solid"/>
          </a:ln>
        </p:spPr>
      </p:sp>
      <p:sp>
        <p:nvSpPr>
          <p:cNvPr id="104" name="">
            <a:extLst xmlns:a="http://schemas.openxmlformats.org/drawingml/2006/main">
              <a:ext uri="{FF2B5EF4-FFF2-40B4-BE49-F238E27FC236}">
                <a16:creationId xmlns:a16="http://schemas.microsoft.com/office/drawing/2014/main" id="{3CE2B09A-C1DD-4976-9C45-9EEC17A415F3}"/>
              </a:ext>
            </a:extLst>
          </p:cNvPr>
          <p:cNvSpPr>
            <a:spLocks xmlns:a="http://schemas.openxmlformats.org/drawingml/2006/main" noGrp="1"/>
          </p:cNvSpPr>
          <p:nvPr/>
        </p:nvSpPr>
        <p:spPr>
          <a:xfrm xmlns:a="http://schemas.openxmlformats.org/drawingml/2006/main">
            <a:off x="707707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POSTGRESQL</a:t>
            </a:r>
          </a:p>
        </p:txBody>
      </p:sp>
      <p:sp>
        <p:nvSpPr>
          <p:cNvPr id="105" name="">
            <a:extLst xmlns:a="http://schemas.openxmlformats.org/drawingml/2006/main">
              <a:ext uri="{FF2B5EF4-FFF2-40B4-BE49-F238E27FC236}">
                <a16:creationId xmlns:a16="http://schemas.microsoft.com/office/drawing/2014/main" id="{74ACC2A1-6453-453B-84FE-F9D5A498F87C}"/>
              </a:ext>
            </a:extLst>
          </p:cNvPr>
          <p:cNvSpPr>
            <a:spLocks xmlns:a="http://schemas.openxmlformats.org/drawingml/2006/main" noGrp="1"/>
          </p:cNvSpPr>
          <p:nvPr/>
        </p:nvSpPr>
        <p:spPr>
          <a:xfrm xmlns:a="http://schemas.openxmlformats.org/drawingml/2006/main">
            <a:off x="704850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Booking, session, staff, notification</a:t>
            </a:r>
          </a:p>
        </p:txBody>
      </p:sp>
      <p:sp>
        <p:nvSpPr>
          <p:cNvPr id="106" name="">
            <a:extLst xmlns:a="http://schemas.openxmlformats.org/drawingml/2006/main">
              <a:ext uri="{FF2B5EF4-FFF2-40B4-BE49-F238E27FC236}">
                <a16:creationId xmlns:a16="http://schemas.microsoft.com/office/drawing/2014/main" id="{5D5DD1EB-CF88-4DBA-BB2D-3E00875DCE39}"/>
              </a:ext>
            </a:extLst>
          </p:cNvPr>
          <p:cNvSpPr>
            <a:spLocks xmlns:a="http://schemas.openxmlformats.org/drawingml/2006/main" noGrp="1"/>
          </p:cNvSpPr>
          <p:nvPr/>
        </p:nvSpPr>
        <p:spPr>
          <a:xfrm xmlns:a="http://schemas.openxmlformats.org/drawingml/2006/main">
            <a:off x="783907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7" name="">
            <a:extLst xmlns:a="http://schemas.openxmlformats.org/drawingml/2006/main">
              <a:ext uri="{FF2B5EF4-FFF2-40B4-BE49-F238E27FC236}">
                <a16:creationId xmlns:a16="http://schemas.microsoft.com/office/drawing/2014/main" id="{F166EE4A-99A1-4949-999B-40EEEDE14523}"/>
              </a:ext>
            </a:extLst>
          </p:cNvPr>
          <p:cNvSpPr>
            <a:spLocks xmlns:a="http://schemas.openxmlformats.org/drawingml/2006/main" noGrp="1"/>
          </p:cNvSpPr>
          <p:nvPr/>
        </p:nvSpPr>
        <p:spPr>
          <a:xfrm xmlns:a="http://schemas.openxmlformats.org/drawingml/2006/main">
            <a:off x="783907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8" name="">
            <a:extLst xmlns:a="http://schemas.openxmlformats.org/drawingml/2006/main">
              <a:ext uri="{FF2B5EF4-FFF2-40B4-BE49-F238E27FC236}">
                <a16:creationId xmlns:a16="http://schemas.microsoft.com/office/drawing/2014/main" id="{B830E715-33A7-4BC2-B125-932EE9E04966}"/>
              </a:ext>
            </a:extLst>
          </p:cNvPr>
          <p:cNvSpPr>
            <a:spLocks xmlns:a="http://schemas.openxmlformats.org/drawingml/2006/main" noGrp="1"/>
          </p:cNvSpPr>
          <p:nvPr/>
        </p:nvSpPr>
        <p:spPr>
          <a:xfrm xmlns:a="http://schemas.openxmlformats.org/drawingml/2006/main">
            <a:off x="783907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9" name="">
            <a:extLst xmlns:a="http://schemas.openxmlformats.org/drawingml/2006/main">
              <a:ext uri="{FF2B5EF4-FFF2-40B4-BE49-F238E27FC236}">
                <a16:creationId xmlns:a16="http://schemas.microsoft.com/office/drawing/2014/main" id="{FB8E5CD1-9F5E-48B5-B6BF-CA90A66ACC99}"/>
              </a:ext>
            </a:extLst>
          </p:cNvPr>
          <p:cNvSpPr>
            <a:spLocks xmlns:a="http://schemas.openxmlformats.org/drawingml/2006/main" noGrp="1"/>
          </p:cNvSpPr>
          <p:nvPr/>
        </p:nvSpPr>
        <p:spPr>
          <a:xfrm xmlns:a="http://schemas.openxmlformats.org/drawingml/2006/main">
            <a:off x="783907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0" name="">
            <a:extLst xmlns:a="http://schemas.openxmlformats.org/drawingml/2006/main">
              <a:ext uri="{FF2B5EF4-FFF2-40B4-BE49-F238E27FC236}">
                <a16:creationId xmlns:a16="http://schemas.microsoft.com/office/drawing/2014/main" id="{1B0C0221-5E9F-427A-8315-B70BAC365644}"/>
              </a:ext>
            </a:extLst>
          </p:cNvPr>
          <p:cNvSpPr>
            <a:spLocks xmlns:a="http://schemas.openxmlformats.org/drawingml/2006/main" noGrp="1"/>
          </p:cNvSpPr>
          <p:nvPr/>
        </p:nvSpPr>
        <p:spPr>
          <a:xfrm xmlns:a="http://schemas.openxmlformats.org/drawingml/2006/main">
            <a:off x="783907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1" name="">
            <a:extLst xmlns:a="http://schemas.openxmlformats.org/drawingml/2006/main">
              <a:ext uri="{FF2B5EF4-FFF2-40B4-BE49-F238E27FC236}">
                <a16:creationId xmlns:a16="http://schemas.microsoft.com/office/drawing/2014/main" id="{D02F54FD-ED13-40F1-A015-DED866D2AF64}"/>
              </a:ext>
            </a:extLst>
          </p:cNvPr>
          <p:cNvSpPr>
            <a:spLocks xmlns:a="http://schemas.openxmlformats.org/drawingml/2006/main" noGrp="1"/>
          </p:cNvSpPr>
          <p:nvPr/>
        </p:nvSpPr>
        <p:spPr>
          <a:xfrm xmlns:a="http://schemas.openxmlformats.org/drawingml/2006/main">
            <a:off x="783907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2" name="">
            <a:extLst xmlns:a="http://schemas.openxmlformats.org/drawingml/2006/main">
              <a:ext uri="{FF2B5EF4-FFF2-40B4-BE49-F238E27FC236}">
                <a16:creationId xmlns:a16="http://schemas.microsoft.com/office/drawing/2014/main" id="{8CD55475-6F0F-4EB0-BD12-A1ACF11E805A}"/>
              </a:ext>
            </a:extLst>
          </p:cNvPr>
          <p:cNvSpPr>
            <a:spLocks xmlns:a="http://schemas.openxmlformats.org/drawingml/2006/main" noGrp="1"/>
          </p:cNvSpPr>
          <p:nvPr/>
        </p:nvSpPr>
        <p:spPr>
          <a:xfrm xmlns:a="http://schemas.openxmlformats.org/drawingml/2006/main">
            <a:off x="783907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3" name="">
            <a:extLst xmlns:a="http://schemas.openxmlformats.org/drawingml/2006/main">
              <a:ext uri="{FF2B5EF4-FFF2-40B4-BE49-F238E27FC236}">
                <a16:creationId xmlns:a16="http://schemas.microsoft.com/office/drawing/2014/main" id="{71575254-5F4C-48B3-A9B7-15EAA9127822}"/>
              </a:ext>
            </a:extLst>
          </p:cNvPr>
          <p:cNvSpPr>
            <a:spLocks xmlns:a="http://schemas.openxmlformats.org/drawingml/2006/main" noGrp="1"/>
          </p:cNvSpPr>
          <p:nvPr/>
        </p:nvSpPr>
        <p:spPr>
          <a:xfrm xmlns:a="http://schemas.openxmlformats.org/drawingml/2006/main">
            <a:off x="783907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4" name="">
            <a:extLst xmlns:a="http://schemas.openxmlformats.org/drawingml/2006/main">
              <a:ext uri="{FF2B5EF4-FFF2-40B4-BE49-F238E27FC236}">
                <a16:creationId xmlns:a16="http://schemas.microsoft.com/office/drawing/2014/main" id="{CABCF751-E5EB-491C-97EB-D71905FBC99E}"/>
              </a:ext>
            </a:extLst>
          </p:cNvPr>
          <p:cNvSpPr>
            <a:spLocks xmlns:a="http://schemas.openxmlformats.org/drawingml/2006/main" noGrp="1"/>
          </p:cNvSpPr>
          <p:nvPr/>
        </p:nvSpPr>
        <p:spPr>
          <a:xfrm xmlns:a="http://schemas.openxmlformats.org/drawingml/2006/main">
            <a:off x="783907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5" name="">
            <a:extLst xmlns:a="http://schemas.openxmlformats.org/drawingml/2006/main">
              <a:ext uri="{FF2B5EF4-FFF2-40B4-BE49-F238E27FC236}">
                <a16:creationId xmlns:a16="http://schemas.microsoft.com/office/drawing/2014/main" id="{10A06FFE-A399-4529-8E6A-22D548E2F0C4}"/>
              </a:ext>
            </a:extLst>
          </p:cNvPr>
          <p:cNvSpPr>
            <a:spLocks xmlns:a="http://schemas.openxmlformats.org/drawingml/2006/main" noGrp="1"/>
          </p:cNvSpPr>
          <p:nvPr/>
        </p:nvSpPr>
        <p:spPr>
          <a:xfrm xmlns:a="http://schemas.openxmlformats.org/drawingml/2006/main">
            <a:off x="783907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6" name="">
            <a:extLst xmlns:a="http://schemas.openxmlformats.org/drawingml/2006/main">
              <a:ext uri="{FF2B5EF4-FFF2-40B4-BE49-F238E27FC236}">
                <a16:creationId xmlns:a16="http://schemas.microsoft.com/office/drawing/2014/main" id="{FB97FCE3-273B-44A4-9648-B66249A81FFD}"/>
              </a:ext>
            </a:extLst>
          </p:cNvPr>
          <p:cNvSpPr>
            <a:spLocks xmlns:a="http://schemas.openxmlformats.org/drawingml/2006/main" noGrp="1"/>
          </p:cNvSpPr>
          <p:nvPr/>
        </p:nvSpPr>
        <p:spPr>
          <a:xfrm xmlns:a="http://schemas.openxmlformats.org/drawingml/2006/main">
            <a:off x="783907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7" name="">
            <a:extLst xmlns:a="http://schemas.openxmlformats.org/drawingml/2006/main">
              <a:ext uri="{FF2B5EF4-FFF2-40B4-BE49-F238E27FC236}">
                <a16:creationId xmlns:a16="http://schemas.microsoft.com/office/drawing/2014/main" id="{6B4E6D5B-0CCB-4590-8CF0-D2D0A16A9611}"/>
              </a:ext>
            </a:extLst>
          </p:cNvPr>
          <p:cNvSpPr>
            <a:spLocks xmlns:a="http://schemas.openxmlformats.org/drawingml/2006/main" noGrp="1"/>
          </p:cNvSpPr>
          <p:nvPr/>
        </p:nvSpPr>
        <p:spPr>
          <a:xfrm xmlns:a="http://schemas.openxmlformats.org/drawingml/2006/main">
            <a:off x="783907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8" name="">
            <a:extLst xmlns:a="http://schemas.openxmlformats.org/drawingml/2006/main">
              <a:ext uri="{FF2B5EF4-FFF2-40B4-BE49-F238E27FC236}">
                <a16:creationId xmlns:a16="http://schemas.microsoft.com/office/drawing/2014/main" id="{52FBF18B-154D-4266-BF10-AB939B94D2EA}"/>
              </a:ext>
            </a:extLst>
          </p:cNvPr>
          <p:cNvSpPr>
            <a:spLocks xmlns:a="http://schemas.openxmlformats.org/drawingml/2006/main" noGrp="1"/>
          </p:cNvSpPr>
          <p:nvPr/>
        </p:nvSpPr>
        <p:spPr>
          <a:xfrm xmlns:a="http://schemas.openxmlformats.org/drawingml/2006/main">
            <a:off x="783907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9" name="">
            <a:extLst xmlns:a="http://schemas.openxmlformats.org/drawingml/2006/main">
              <a:ext uri="{FF2B5EF4-FFF2-40B4-BE49-F238E27FC236}">
                <a16:creationId xmlns:a16="http://schemas.microsoft.com/office/drawing/2014/main" id="{F2F74223-C65B-488C-808D-1E6193D1659A}"/>
              </a:ext>
            </a:extLst>
          </p:cNvPr>
          <p:cNvSpPr>
            <a:spLocks xmlns:a="http://schemas.openxmlformats.org/drawingml/2006/main" noGrp="1"/>
          </p:cNvSpPr>
          <p:nvPr/>
        </p:nvSpPr>
        <p:spPr>
          <a:xfrm xmlns:a="http://schemas.openxmlformats.org/drawingml/2006/main">
            <a:off x="783907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0" name="">
            <a:extLst xmlns:a="http://schemas.openxmlformats.org/drawingml/2006/main">
              <a:ext uri="{FF2B5EF4-FFF2-40B4-BE49-F238E27FC236}">
                <a16:creationId xmlns:a16="http://schemas.microsoft.com/office/drawing/2014/main" id="{077DEBE0-3608-4EC2-A6BC-A2A040819858}"/>
              </a:ext>
            </a:extLst>
          </p:cNvPr>
          <p:cNvSpPr>
            <a:spLocks xmlns:a="http://schemas.openxmlformats.org/drawingml/2006/main" noGrp="1"/>
          </p:cNvSpPr>
          <p:nvPr/>
        </p:nvSpPr>
        <p:spPr>
          <a:xfrm xmlns:a="http://schemas.openxmlformats.org/drawingml/2006/main">
            <a:off x="783907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1" name="">
            <a:extLst xmlns:a="http://schemas.openxmlformats.org/drawingml/2006/main">
              <a:ext uri="{FF2B5EF4-FFF2-40B4-BE49-F238E27FC236}">
                <a16:creationId xmlns:a16="http://schemas.microsoft.com/office/drawing/2014/main" id="{CE7BF17C-5388-47EF-A69D-89706CBCCA21}"/>
              </a:ext>
            </a:extLst>
          </p:cNvPr>
          <p:cNvSpPr>
            <a:spLocks xmlns:a="http://schemas.openxmlformats.org/drawingml/2006/main" noGrp="1"/>
          </p:cNvSpPr>
          <p:nvPr/>
        </p:nvSpPr>
        <p:spPr>
          <a:xfrm xmlns:a="http://schemas.openxmlformats.org/drawingml/2006/main">
            <a:off x="783907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2" name="">
            <a:extLst xmlns:a="http://schemas.openxmlformats.org/drawingml/2006/main">
              <a:ext uri="{FF2B5EF4-FFF2-40B4-BE49-F238E27FC236}">
                <a16:creationId xmlns:a16="http://schemas.microsoft.com/office/drawing/2014/main" id="{471BCA52-8229-474C-A232-498E5DD68630}"/>
              </a:ext>
            </a:extLst>
          </p:cNvPr>
          <p:cNvSpPr>
            <a:spLocks xmlns:a="http://schemas.openxmlformats.org/drawingml/2006/main" noGrp="1"/>
          </p:cNvSpPr>
          <p:nvPr/>
        </p:nvSpPr>
        <p:spPr>
          <a:xfrm xmlns:a="http://schemas.openxmlformats.org/drawingml/2006/main">
            <a:off x="783907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3" name="">
            <a:extLst xmlns:a="http://schemas.openxmlformats.org/drawingml/2006/main">
              <a:ext uri="{FF2B5EF4-FFF2-40B4-BE49-F238E27FC236}">
                <a16:creationId xmlns:a16="http://schemas.microsoft.com/office/drawing/2014/main" id="{1B5A3181-D4B5-46DB-B109-FB0B0373294B}"/>
              </a:ext>
            </a:extLst>
          </p:cNvPr>
          <p:cNvSpPr>
            <a:spLocks xmlns:a="http://schemas.openxmlformats.org/drawingml/2006/main" noGrp="1"/>
          </p:cNvSpPr>
          <p:nvPr/>
        </p:nvSpPr>
        <p:spPr>
          <a:xfrm xmlns:a="http://schemas.openxmlformats.org/drawingml/2006/main">
            <a:off x="783907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4" name="">
            <a:extLst xmlns:a="http://schemas.openxmlformats.org/drawingml/2006/main">
              <a:ext uri="{FF2B5EF4-FFF2-40B4-BE49-F238E27FC236}">
                <a16:creationId xmlns:a16="http://schemas.microsoft.com/office/drawing/2014/main" id="{1AB7478B-6CC6-4642-8D9E-CBE373784071}"/>
              </a:ext>
            </a:extLst>
          </p:cNvPr>
          <p:cNvSpPr>
            <a:spLocks xmlns:a="http://schemas.openxmlformats.org/drawingml/2006/main" noGrp="1"/>
          </p:cNvSpPr>
          <p:nvPr/>
        </p:nvSpPr>
        <p:spPr>
          <a:xfrm xmlns:a="http://schemas.openxmlformats.org/drawingml/2006/main">
            <a:off x="783907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5" name="">
            <a:extLst xmlns:a="http://schemas.openxmlformats.org/drawingml/2006/main">
              <a:ext uri="{FF2B5EF4-FFF2-40B4-BE49-F238E27FC236}">
                <a16:creationId xmlns:a16="http://schemas.microsoft.com/office/drawing/2014/main" id="{7866F82F-5E6A-4918-85FD-DABEFC8BFEF3}"/>
              </a:ext>
            </a:extLst>
          </p:cNvPr>
          <p:cNvSpPr>
            <a:spLocks xmlns:a="http://schemas.openxmlformats.org/drawingml/2006/main" noGrp="1"/>
          </p:cNvSpPr>
          <p:nvPr/>
        </p:nvSpPr>
        <p:spPr>
          <a:xfrm xmlns:a="http://schemas.openxmlformats.org/drawingml/2006/main">
            <a:off x="783907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6" name="">
            <a:extLst xmlns:a="http://schemas.openxmlformats.org/drawingml/2006/main">
              <a:ext uri="{FF2B5EF4-FFF2-40B4-BE49-F238E27FC236}">
                <a16:creationId xmlns:a16="http://schemas.microsoft.com/office/drawing/2014/main" id="{6BF3EA2B-C7D9-464E-AA69-78EF375CAED7}"/>
              </a:ext>
            </a:extLst>
          </p:cNvPr>
          <p:cNvSpPr>
            <a:spLocks xmlns:a="http://schemas.openxmlformats.org/drawingml/2006/main" noGrp="1"/>
          </p:cNvSpPr>
          <p:nvPr/>
        </p:nvSpPr>
        <p:spPr>
          <a:xfrm xmlns:a="http://schemas.openxmlformats.org/drawingml/2006/main">
            <a:off x="783907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7" name="">
            <a:extLst xmlns:a="http://schemas.openxmlformats.org/drawingml/2006/main">
              <a:ext uri="{FF2B5EF4-FFF2-40B4-BE49-F238E27FC236}">
                <a16:creationId xmlns:a16="http://schemas.microsoft.com/office/drawing/2014/main" id="{3592FBB6-F6A3-4682-9D29-247EBC979141}"/>
              </a:ext>
            </a:extLst>
          </p:cNvPr>
          <p:cNvSpPr>
            <a:spLocks xmlns:a="http://schemas.openxmlformats.org/drawingml/2006/main" noGrp="1"/>
          </p:cNvSpPr>
          <p:nvPr/>
        </p:nvSpPr>
        <p:spPr>
          <a:xfrm xmlns:a="http://schemas.openxmlformats.org/drawingml/2006/main">
            <a:off x="783907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8" name="">
            <a:extLst xmlns:a="http://schemas.openxmlformats.org/drawingml/2006/main">
              <a:ext uri="{FF2B5EF4-FFF2-40B4-BE49-F238E27FC236}">
                <a16:creationId xmlns:a16="http://schemas.microsoft.com/office/drawing/2014/main" id="{DDB205A8-3176-495E-846A-FEE6418AE089}"/>
              </a:ext>
            </a:extLst>
          </p:cNvPr>
          <p:cNvSpPr>
            <a:spLocks xmlns:a="http://schemas.openxmlformats.org/drawingml/2006/main" noGrp="1"/>
          </p:cNvSpPr>
          <p:nvPr/>
        </p:nvSpPr>
        <p:spPr>
          <a:xfrm xmlns:a="http://schemas.openxmlformats.org/drawingml/2006/main">
            <a:off x="783907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9" name="">
            <a:extLst xmlns:a="http://schemas.openxmlformats.org/drawingml/2006/main">
              <a:ext uri="{FF2B5EF4-FFF2-40B4-BE49-F238E27FC236}">
                <a16:creationId xmlns:a16="http://schemas.microsoft.com/office/drawing/2014/main" id="{4991ACBB-6726-4070-8452-03EAA98EDB42}"/>
              </a:ext>
            </a:extLst>
          </p:cNvPr>
          <p:cNvSpPr>
            <a:spLocks xmlns:a="http://schemas.openxmlformats.org/drawingml/2006/main" noGrp="1"/>
          </p:cNvSpPr>
          <p:nvPr/>
        </p:nvSpPr>
        <p:spPr>
          <a:xfrm xmlns:a="http://schemas.openxmlformats.org/drawingml/2006/main">
            <a:off x="783907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0" name="">
            <a:extLst xmlns:a="http://schemas.openxmlformats.org/drawingml/2006/main">
              <a:ext uri="{FF2B5EF4-FFF2-40B4-BE49-F238E27FC236}">
                <a16:creationId xmlns:a16="http://schemas.microsoft.com/office/drawing/2014/main" id="{94ABDCE4-86AA-4B5A-AF4C-0A5FE38B9E6D}"/>
              </a:ext>
            </a:extLst>
          </p:cNvPr>
          <p:cNvSpPr>
            <a:spLocks xmlns:a="http://schemas.openxmlformats.org/drawingml/2006/main" noGrp="1"/>
          </p:cNvSpPr>
          <p:nvPr/>
        </p:nvSpPr>
        <p:spPr>
          <a:xfrm xmlns:a="http://schemas.openxmlformats.org/drawingml/2006/main">
            <a:off x="783907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1" name="">
            <a:extLst xmlns:a="http://schemas.openxmlformats.org/drawingml/2006/main">
              <a:ext uri="{FF2B5EF4-FFF2-40B4-BE49-F238E27FC236}">
                <a16:creationId xmlns:a16="http://schemas.microsoft.com/office/drawing/2014/main" id="{86784EE4-3432-4AA4-9509-F723327A7745}"/>
              </a:ext>
            </a:extLst>
          </p:cNvPr>
          <p:cNvSpPr>
            <a:spLocks xmlns:a="http://schemas.openxmlformats.org/drawingml/2006/main" noGrp="1"/>
          </p:cNvSpPr>
          <p:nvPr/>
        </p:nvSpPr>
        <p:spPr>
          <a:xfrm xmlns:a="http://schemas.openxmlformats.org/drawingml/2006/main">
            <a:off x="783907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2" name="">
            <a:extLst xmlns:a="http://schemas.openxmlformats.org/drawingml/2006/main">
              <a:ext uri="{FF2B5EF4-FFF2-40B4-BE49-F238E27FC236}">
                <a16:creationId xmlns:a16="http://schemas.microsoft.com/office/drawing/2014/main" id="{DCA2B3DB-6533-4D2F-9D4F-00627981F7AB}"/>
              </a:ext>
            </a:extLst>
          </p:cNvPr>
          <p:cNvSpPr>
            <a:spLocks xmlns:a="http://schemas.openxmlformats.org/drawingml/2006/main" noGrp="1"/>
          </p:cNvSpPr>
          <p:nvPr/>
        </p:nvSpPr>
        <p:spPr>
          <a:xfrm xmlns:a="http://schemas.openxmlformats.org/drawingml/2006/main">
            <a:off x="783907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3" name="">
            <a:extLst xmlns:a="http://schemas.openxmlformats.org/drawingml/2006/main">
              <a:ext uri="{FF2B5EF4-FFF2-40B4-BE49-F238E27FC236}">
                <a16:creationId xmlns:a16="http://schemas.microsoft.com/office/drawing/2014/main" id="{5FEE74BD-7105-43C7-AD80-0534899F1B1D}"/>
              </a:ext>
            </a:extLst>
          </p:cNvPr>
          <p:cNvSpPr>
            <a:spLocks xmlns:a="http://schemas.openxmlformats.org/drawingml/2006/main" noGrp="1"/>
          </p:cNvSpPr>
          <p:nvPr/>
        </p:nvSpPr>
        <p:spPr>
          <a:xfrm xmlns:a="http://schemas.openxmlformats.org/drawingml/2006/main">
            <a:off x="783907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4" name="">
            <a:extLst xmlns:a="http://schemas.openxmlformats.org/drawingml/2006/main">
              <a:ext uri="{FF2B5EF4-FFF2-40B4-BE49-F238E27FC236}">
                <a16:creationId xmlns:a16="http://schemas.microsoft.com/office/drawing/2014/main" id="{8641C9B5-1962-4D0B-8D40-13CE06934ADF}"/>
              </a:ext>
            </a:extLst>
          </p:cNvPr>
          <p:cNvSpPr>
            <a:spLocks xmlns:a="http://schemas.openxmlformats.org/drawingml/2006/main" noGrp="1"/>
          </p:cNvSpPr>
          <p:nvPr/>
        </p:nvSpPr>
        <p:spPr>
          <a:xfrm xmlns:a="http://schemas.openxmlformats.org/drawingml/2006/main">
            <a:off x="783907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5" name="">
            <a:extLst xmlns:a="http://schemas.openxmlformats.org/drawingml/2006/main">
              <a:ext uri="{FF2B5EF4-FFF2-40B4-BE49-F238E27FC236}">
                <a16:creationId xmlns:a16="http://schemas.microsoft.com/office/drawing/2014/main" id="{B4BF35F5-E512-40E7-86B8-B4B42C7BFC57}"/>
              </a:ext>
            </a:extLst>
          </p:cNvPr>
          <p:cNvSpPr>
            <a:spLocks xmlns:a="http://schemas.openxmlformats.org/drawingml/2006/main" noGrp="1"/>
          </p:cNvSpPr>
          <p:nvPr/>
        </p:nvSpPr>
        <p:spPr>
          <a:xfrm xmlns:a="http://schemas.openxmlformats.org/drawingml/2006/main">
            <a:off x="9086850" y="1390650"/>
            <a:ext cx="1676400" cy="247650"/>
          </a:xfrm>
          <a:prstGeom xmlns:a="http://schemas.openxmlformats.org/drawingml/2006/main" prst="roundRect">
            <a:avLst>
              <a:gd name="adj" fmla="val 30000"/>
            </a:avLst>
          </a:prstGeom>
          <a:solidFill xmlns:a="http://schemas.openxmlformats.org/drawingml/2006/main">
            <a:srgbClr val="FF5A1F"/>
          </a:solidFill>
          <a:ln xmlns:a="http://schemas.openxmlformats.org/drawingml/2006/main" w="13335">
            <a:solidFill>
              <a:srgbClr val="FF5A1F"/>
            </a:solidFill>
            <a:prstDash val="solid"/>
          </a:ln>
        </p:spPr>
      </p:sp>
      <p:sp>
        <p:nvSpPr>
          <p:cNvPr id="136" name="">
            <a:extLst xmlns:a="http://schemas.openxmlformats.org/drawingml/2006/main">
              <a:ext uri="{FF2B5EF4-FFF2-40B4-BE49-F238E27FC236}">
                <a16:creationId xmlns:a16="http://schemas.microsoft.com/office/drawing/2014/main" id="{3669ADB2-AA1C-4282-A431-2736DCE79918}"/>
              </a:ext>
            </a:extLst>
          </p:cNvPr>
          <p:cNvSpPr>
            <a:spLocks xmlns:a="http://schemas.openxmlformats.org/drawingml/2006/main" noGrp="1"/>
          </p:cNvSpPr>
          <p:nvPr/>
        </p:nvSpPr>
        <p:spPr>
          <a:xfrm xmlns:a="http://schemas.openxmlformats.org/drawingml/2006/main">
            <a:off x="91535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WS CLIENTS</a:t>
            </a:r>
          </a:p>
        </p:txBody>
      </p:sp>
      <p:sp>
        <p:nvSpPr>
          <p:cNvPr id="137" name="">
            <a:extLst xmlns:a="http://schemas.openxmlformats.org/drawingml/2006/main">
              <a:ext uri="{FF2B5EF4-FFF2-40B4-BE49-F238E27FC236}">
                <a16:creationId xmlns:a16="http://schemas.microsoft.com/office/drawing/2014/main" id="{336230C3-AF69-4A49-BF58-8209A454ABB9}"/>
              </a:ext>
            </a:extLst>
          </p:cNvPr>
          <p:cNvSpPr>
            <a:spLocks xmlns:a="http://schemas.openxmlformats.org/drawingml/2006/main" noGrp="1"/>
          </p:cNvSpPr>
          <p:nvPr/>
        </p:nvSpPr>
        <p:spPr>
          <a:xfrm xmlns:a="http://schemas.openxmlformats.org/drawingml/2006/main">
            <a:off x="91249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Staff, manager, admin caches</a:t>
            </a:r>
          </a:p>
        </p:txBody>
      </p:sp>
      <p:sp>
        <p:nvSpPr>
          <p:cNvPr id="138" name="">
            <a:extLst xmlns:a="http://schemas.openxmlformats.org/drawingml/2006/main">
              <a:ext uri="{FF2B5EF4-FFF2-40B4-BE49-F238E27FC236}">
                <a16:creationId xmlns:a16="http://schemas.microsoft.com/office/drawing/2014/main" id="{C9AFFF9E-FDB9-4A7F-B621-A5419AE527DF}"/>
              </a:ext>
            </a:extLst>
          </p:cNvPr>
          <p:cNvSpPr>
            <a:spLocks xmlns:a="http://schemas.openxmlformats.org/drawingml/2006/main" noGrp="1"/>
          </p:cNvSpPr>
          <p:nvPr/>
        </p:nvSpPr>
        <p:spPr>
          <a:xfrm xmlns:a="http://schemas.openxmlformats.org/drawingml/2006/main">
            <a:off x="99155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9" name="">
            <a:extLst xmlns:a="http://schemas.openxmlformats.org/drawingml/2006/main">
              <a:ext uri="{FF2B5EF4-FFF2-40B4-BE49-F238E27FC236}">
                <a16:creationId xmlns:a16="http://schemas.microsoft.com/office/drawing/2014/main" id="{DB760947-C475-4406-999B-1C5FD63E7590}"/>
              </a:ext>
            </a:extLst>
          </p:cNvPr>
          <p:cNvSpPr>
            <a:spLocks xmlns:a="http://schemas.openxmlformats.org/drawingml/2006/main" noGrp="1"/>
          </p:cNvSpPr>
          <p:nvPr/>
        </p:nvSpPr>
        <p:spPr>
          <a:xfrm xmlns:a="http://schemas.openxmlformats.org/drawingml/2006/main">
            <a:off x="99155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0" name="">
            <a:extLst xmlns:a="http://schemas.openxmlformats.org/drawingml/2006/main">
              <a:ext uri="{FF2B5EF4-FFF2-40B4-BE49-F238E27FC236}">
                <a16:creationId xmlns:a16="http://schemas.microsoft.com/office/drawing/2014/main" id="{D535D0F1-52DF-431C-ABDB-7AD25D04D27C}"/>
              </a:ext>
            </a:extLst>
          </p:cNvPr>
          <p:cNvSpPr>
            <a:spLocks xmlns:a="http://schemas.openxmlformats.org/drawingml/2006/main" noGrp="1"/>
          </p:cNvSpPr>
          <p:nvPr/>
        </p:nvSpPr>
        <p:spPr>
          <a:xfrm xmlns:a="http://schemas.openxmlformats.org/drawingml/2006/main">
            <a:off x="99155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1" name="">
            <a:extLst xmlns:a="http://schemas.openxmlformats.org/drawingml/2006/main">
              <a:ext uri="{FF2B5EF4-FFF2-40B4-BE49-F238E27FC236}">
                <a16:creationId xmlns:a16="http://schemas.microsoft.com/office/drawing/2014/main" id="{7A82206B-8883-422B-B82F-11A40E976F91}"/>
              </a:ext>
            </a:extLst>
          </p:cNvPr>
          <p:cNvSpPr>
            <a:spLocks xmlns:a="http://schemas.openxmlformats.org/drawingml/2006/main" noGrp="1"/>
          </p:cNvSpPr>
          <p:nvPr/>
        </p:nvSpPr>
        <p:spPr>
          <a:xfrm xmlns:a="http://schemas.openxmlformats.org/drawingml/2006/main">
            <a:off x="99155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2" name="">
            <a:extLst xmlns:a="http://schemas.openxmlformats.org/drawingml/2006/main">
              <a:ext uri="{FF2B5EF4-FFF2-40B4-BE49-F238E27FC236}">
                <a16:creationId xmlns:a16="http://schemas.microsoft.com/office/drawing/2014/main" id="{E059743B-DBB0-4E5C-AA30-0B71455B610E}"/>
              </a:ext>
            </a:extLst>
          </p:cNvPr>
          <p:cNvSpPr>
            <a:spLocks xmlns:a="http://schemas.openxmlformats.org/drawingml/2006/main" noGrp="1"/>
          </p:cNvSpPr>
          <p:nvPr/>
        </p:nvSpPr>
        <p:spPr>
          <a:xfrm xmlns:a="http://schemas.openxmlformats.org/drawingml/2006/main">
            <a:off x="99155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3" name="">
            <a:extLst xmlns:a="http://schemas.openxmlformats.org/drawingml/2006/main">
              <a:ext uri="{FF2B5EF4-FFF2-40B4-BE49-F238E27FC236}">
                <a16:creationId xmlns:a16="http://schemas.microsoft.com/office/drawing/2014/main" id="{034E4F21-C81F-4D75-9B76-683FB9ACF80B}"/>
              </a:ext>
            </a:extLst>
          </p:cNvPr>
          <p:cNvSpPr>
            <a:spLocks xmlns:a="http://schemas.openxmlformats.org/drawingml/2006/main" noGrp="1"/>
          </p:cNvSpPr>
          <p:nvPr/>
        </p:nvSpPr>
        <p:spPr>
          <a:xfrm xmlns:a="http://schemas.openxmlformats.org/drawingml/2006/main">
            <a:off x="99155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4" name="">
            <a:extLst xmlns:a="http://schemas.openxmlformats.org/drawingml/2006/main">
              <a:ext uri="{FF2B5EF4-FFF2-40B4-BE49-F238E27FC236}">
                <a16:creationId xmlns:a16="http://schemas.microsoft.com/office/drawing/2014/main" id="{90A34B50-4AC7-453B-A418-99E8DBB13294}"/>
              </a:ext>
            </a:extLst>
          </p:cNvPr>
          <p:cNvSpPr>
            <a:spLocks xmlns:a="http://schemas.openxmlformats.org/drawingml/2006/main" noGrp="1"/>
          </p:cNvSpPr>
          <p:nvPr/>
        </p:nvSpPr>
        <p:spPr>
          <a:xfrm xmlns:a="http://schemas.openxmlformats.org/drawingml/2006/main">
            <a:off x="99155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5" name="">
            <a:extLst xmlns:a="http://schemas.openxmlformats.org/drawingml/2006/main">
              <a:ext uri="{FF2B5EF4-FFF2-40B4-BE49-F238E27FC236}">
                <a16:creationId xmlns:a16="http://schemas.microsoft.com/office/drawing/2014/main" id="{52227807-4D6A-4245-96C2-006D8DB21451}"/>
              </a:ext>
            </a:extLst>
          </p:cNvPr>
          <p:cNvSpPr>
            <a:spLocks xmlns:a="http://schemas.openxmlformats.org/drawingml/2006/main" noGrp="1"/>
          </p:cNvSpPr>
          <p:nvPr/>
        </p:nvSpPr>
        <p:spPr>
          <a:xfrm xmlns:a="http://schemas.openxmlformats.org/drawingml/2006/main">
            <a:off x="99155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6" name="">
            <a:extLst xmlns:a="http://schemas.openxmlformats.org/drawingml/2006/main">
              <a:ext uri="{FF2B5EF4-FFF2-40B4-BE49-F238E27FC236}">
                <a16:creationId xmlns:a16="http://schemas.microsoft.com/office/drawing/2014/main" id="{2E914E16-0375-4049-9EBF-80986EC73D10}"/>
              </a:ext>
            </a:extLst>
          </p:cNvPr>
          <p:cNvSpPr>
            <a:spLocks xmlns:a="http://schemas.openxmlformats.org/drawingml/2006/main" noGrp="1"/>
          </p:cNvSpPr>
          <p:nvPr/>
        </p:nvSpPr>
        <p:spPr>
          <a:xfrm xmlns:a="http://schemas.openxmlformats.org/drawingml/2006/main">
            <a:off x="99155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7" name="">
            <a:extLst xmlns:a="http://schemas.openxmlformats.org/drawingml/2006/main">
              <a:ext uri="{FF2B5EF4-FFF2-40B4-BE49-F238E27FC236}">
                <a16:creationId xmlns:a16="http://schemas.microsoft.com/office/drawing/2014/main" id="{8541DA48-2306-4E0F-8A9F-419AB63D0619}"/>
              </a:ext>
            </a:extLst>
          </p:cNvPr>
          <p:cNvSpPr>
            <a:spLocks xmlns:a="http://schemas.openxmlformats.org/drawingml/2006/main" noGrp="1"/>
          </p:cNvSpPr>
          <p:nvPr/>
        </p:nvSpPr>
        <p:spPr>
          <a:xfrm xmlns:a="http://schemas.openxmlformats.org/drawingml/2006/main">
            <a:off x="99155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8" name="">
            <a:extLst xmlns:a="http://schemas.openxmlformats.org/drawingml/2006/main">
              <a:ext uri="{FF2B5EF4-FFF2-40B4-BE49-F238E27FC236}">
                <a16:creationId xmlns:a16="http://schemas.microsoft.com/office/drawing/2014/main" id="{98CDF1C7-DA5C-4684-B8D9-8C36F1EB289E}"/>
              </a:ext>
            </a:extLst>
          </p:cNvPr>
          <p:cNvSpPr>
            <a:spLocks xmlns:a="http://schemas.openxmlformats.org/drawingml/2006/main" noGrp="1"/>
          </p:cNvSpPr>
          <p:nvPr/>
        </p:nvSpPr>
        <p:spPr>
          <a:xfrm xmlns:a="http://schemas.openxmlformats.org/drawingml/2006/main">
            <a:off x="99155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9" name="">
            <a:extLst xmlns:a="http://schemas.openxmlformats.org/drawingml/2006/main">
              <a:ext uri="{FF2B5EF4-FFF2-40B4-BE49-F238E27FC236}">
                <a16:creationId xmlns:a16="http://schemas.microsoft.com/office/drawing/2014/main" id="{6940BBDA-0B73-4FE4-85E5-8D9CF748BEA9}"/>
              </a:ext>
            </a:extLst>
          </p:cNvPr>
          <p:cNvSpPr>
            <a:spLocks xmlns:a="http://schemas.openxmlformats.org/drawingml/2006/main" noGrp="1"/>
          </p:cNvSpPr>
          <p:nvPr/>
        </p:nvSpPr>
        <p:spPr>
          <a:xfrm xmlns:a="http://schemas.openxmlformats.org/drawingml/2006/main">
            <a:off x="99155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0" name="">
            <a:extLst xmlns:a="http://schemas.openxmlformats.org/drawingml/2006/main">
              <a:ext uri="{FF2B5EF4-FFF2-40B4-BE49-F238E27FC236}">
                <a16:creationId xmlns:a16="http://schemas.microsoft.com/office/drawing/2014/main" id="{468ECEA9-8F1F-49CA-A1F9-19DEB3FB2445}"/>
              </a:ext>
            </a:extLst>
          </p:cNvPr>
          <p:cNvSpPr>
            <a:spLocks xmlns:a="http://schemas.openxmlformats.org/drawingml/2006/main" noGrp="1"/>
          </p:cNvSpPr>
          <p:nvPr/>
        </p:nvSpPr>
        <p:spPr>
          <a:xfrm xmlns:a="http://schemas.openxmlformats.org/drawingml/2006/main">
            <a:off x="99155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1" name="">
            <a:extLst xmlns:a="http://schemas.openxmlformats.org/drawingml/2006/main">
              <a:ext uri="{FF2B5EF4-FFF2-40B4-BE49-F238E27FC236}">
                <a16:creationId xmlns:a16="http://schemas.microsoft.com/office/drawing/2014/main" id="{A33378DB-3280-4827-8558-C5B1DC597B9B}"/>
              </a:ext>
            </a:extLst>
          </p:cNvPr>
          <p:cNvSpPr>
            <a:spLocks xmlns:a="http://schemas.openxmlformats.org/drawingml/2006/main" noGrp="1"/>
          </p:cNvSpPr>
          <p:nvPr/>
        </p:nvSpPr>
        <p:spPr>
          <a:xfrm xmlns:a="http://schemas.openxmlformats.org/drawingml/2006/main">
            <a:off x="99155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2" name="">
            <a:extLst xmlns:a="http://schemas.openxmlformats.org/drawingml/2006/main">
              <a:ext uri="{FF2B5EF4-FFF2-40B4-BE49-F238E27FC236}">
                <a16:creationId xmlns:a16="http://schemas.microsoft.com/office/drawing/2014/main" id="{6A94D8D6-3194-4D0C-8BAB-952A9EFE2008}"/>
              </a:ext>
            </a:extLst>
          </p:cNvPr>
          <p:cNvSpPr>
            <a:spLocks xmlns:a="http://schemas.openxmlformats.org/drawingml/2006/main" noGrp="1"/>
          </p:cNvSpPr>
          <p:nvPr/>
        </p:nvSpPr>
        <p:spPr>
          <a:xfrm xmlns:a="http://schemas.openxmlformats.org/drawingml/2006/main">
            <a:off x="99155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3" name="">
            <a:extLst xmlns:a="http://schemas.openxmlformats.org/drawingml/2006/main">
              <a:ext uri="{FF2B5EF4-FFF2-40B4-BE49-F238E27FC236}">
                <a16:creationId xmlns:a16="http://schemas.microsoft.com/office/drawing/2014/main" id="{22FA95B0-77B2-4849-B125-0F5E7BF95B74}"/>
              </a:ext>
            </a:extLst>
          </p:cNvPr>
          <p:cNvSpPr>
            <a:spLocks xmlns:a="http://schemas.openxmlformats.org/drawingml/2006/main" noGrp="1"/>
          </p:cNvSpPr>
          <p:nvPr/>
        </p:nvSpPr>
        <p:spPr>
          <a:xfrm xmlns:a="http://schemas.openxmlformats.org/drawingml/2006/main">
            <a:off x="99155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4" name="">
            <a:extLst xmlns:a="http://schemas.openxmlformats.org/drawingml/2006/main">
              <a:ext uri="{FF2B5EF4-FFF2-40B4-BE49-F238E27FC236}">
                <a16:creationId xmlns:a16="http://schemas.microsoft.com/office/drawing/2014/main" id="{436B0FBF-CA08-411D-8862-E259A345A6E8}"/>
              </a:ext>
            </a:extLst>
          </p:cNvPr>
          <p:cNvSpPr>
            <a:spLocks xmlns:a="http://schemas.openxmlformats.org/drawingml/2006/main" noGrp="1"/>
          </p:cNvSpPr>
          <p:nvPr/>
        </p:nvSpPr>
        <p:spPr>
          <a:xfrm xmlns:a="http://schemas.openxmlformats.org/drawingml/2006/main">
            <a:off x="99155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5" name="">
            <a:extLst xmlns:a="http://schemas.openxmlformats.org/drawingml/2006/main">
              <a:ext uri="{FF2B5EF4-FFF2-40B4-BE49-F238E27FC236}">
                <a16:creationId xmlns:a16="http://schemas.microsoft.com/office/drawing/2014/main" id="{21F8F0E4-DB5F-479C-A18B-4716EC41C180}"/>
              </a:ext>
            </a:extLst>
          </p:cNvPr>
          <p:cNvSpPr>
            <a:spLocks xmlns:a="http://schemas.openxmlformats.org/drawingml/2006/main" noGrp="1"/>
          </p:cNvSpPr>
          <p:nvPr/>
        </p:nvSpPr>
        <p:spPr>
          <a:xfrm xmlns:a="http://schemas.openxmlformats.org/drawingml/2006/main">
            <a:off x="99155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6" name="">
            <a:extLst xmlns:a="http://schemas.openxmlformats.org/drawingml/2006/main">
              <a:ext uri="{FF2B5EF4-FFF2-40B4-BE49-F238E27FC236}">
                <a16:creationId xmlns:a16="http://schemas.microsoft.com/office/drawing/2014/main" id="{A5A7EA86-05FC-4102-858C-42FEB8730052}"/>
              </a:ext>
            </a:extLst>
          </p:cNvPr>
          <p:cNvSpPr>
            <a:spLocks xmlns:a="http://schemas.openxmlformats.org/drawingml/2006/main" noGrp="1"/>
          </p:cNvSpPr>
          <p:nvPr/>
        </p:nvSpPr>
        <p:spPr>
          <a:xfrm xmlns:a="http://schemas.openxmlformats.org/drawingml/2006/main">
            <a:off x="99155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7" name="">
            <a:extLst xmlns:a="http://schemas.openxmlformats.org/drawingml/2006/main">
              <a:ext uri="{FF2B5EF4-FFF2-40B4-BE49-F238E27FC236}">
                <a16:creationId xmlns:a16="http://schemas.microsoft.com/office/drawing/2014/main" id="{FD90D5D7-D83F-4C23-8644-6B7A43B378DF}"/>
              </a:ext>
            </a:extLst>
          </p:cNvPr>
          <p:cNvSpPr>
            <a:spLocks xmlns:a="http://schemas.openxmlformats.org/drawingml/2006/main" noGrp="1"/>
          </p:cNvSpPr>
          <p:nvPr/>
        </p:nvSpPr>
        <p:spPr>
          <a:xfrm xmlns:a="http://schemas.openxmlformats.org/drawingml/2006/main">
            <a:off x="99155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8" name="">
            <a:extLst xmlns:a="http://schemas.openxmlformats.org/drawingml/2006/main">
              <a:ext uri="{FF2B5EF4-FFF2-40B4-BE49-F238E27FC236}">
                <a16:creationId xmlns:a16="http://schemas.microsoft.com/office/drawing/2014/main" id="{03F91335-588A-4B82-BE73-5A9184B00D9A}"/>
              </a:ext>
            </a:extLst>
          </p:cNvPr>
          <p:cNvSpPr>
            <a:spLocks xmlns:a="http://schemas.openxmlformats.org/drawingml/2006/main" noGrp="1"/>
          </p:cNvSpPr>
          <p:nvPr/>
        </p:nvSpPr>
        <p:spPr>
          <a:xfrm xmlns:a="http://schemas.openxmlformats.org/drawingml/2006/main">
            <a:off x="99155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9" name="">
            <a:extLst xmlns:a="http://schemas.openxmlformats.org/drawingml/2006/main">
              <a:ext uri="{FF2B5EF4-FFF2-40B4-BE49-F238E27FC236}">
                <a16:creationId xmlns:a16="http://schemas.microsoft.com/office/drawing/2014/main" id="{316E4569-3AB5-4BAB-9276-375B237939F1}"/>
              </a:ext>
            </a:extLst>
          </p:cNvPr>
          <p:cNvSpPr>
            <a:spLocks xmlns:a="http://schemas.openxmlformats.org/drawingml/2006/main" noGrp="1"/>
          </p:cNvSpPr>
          <p:nvPr/>
        </p:nvSpPr>
        <p:spPr>
          <a:xfrm xmlns:a="http://schemas.openxmlformats.org/drawingml/2006/main">
            <a:off x="99155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0" name="">
            <a:extLst xmlns:a="http://schemas.openxmlformats.org/drawingml/2006/main">
              <a:ext uri="{FF2B5EF4-FFF2-40B4-BE49-F238E27FC236}">
                <a16:creationId xmlns:a16="http://schemas.microsoft.com/office/drawing/2014/main" id="{DA90E257-876C-40D5-81ED-BC7336455259}"/>
              </a:ext>
            </a:extLst>
          </p:cNvPr>
          <p:cNvSpPr>
            <a:spLocks xmlns:a="http://schemas.openxmlformats.org/drawingml/2006/main" noGrp="1"/>
          </p:cNvSpPr>
          <p:nvPr/>
        </p:nvSpPr>
        <p:spPr>
          <a:xfrm xmlns:a="http://schemas.openxmlformats.org/drawingml/2006/main">
            <a:off x="99155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1" name="">
            <a:extLst xmlns:a="http://schemas.openxmlformats.org/drawingml/2006/main">
              <a:ext uri="{FF2B5EF4-FFF2-40B4-BE49-F238E27FC236}">
                <a16:creationId xmlns:a16="http://schemas.microsoft.com/office/drawing/2014/main" id="{DA2445B2-339F-4957-B08E-C45AB7F20343}"/>
              </a:ext>
            </a:extLst>
          </p:cNvPr>
          <p:cNvSpPr>
            <a:spLocks xmlns:a="http://schemas.openxmlformats.org/drawingml/2006/main" noGrp="1"/>
          </p:cNvSpPr>
          <p:nvPr/>
        </p:nvSpPr>
        <p:spPr>
          <a:xfrm xmlns:a="http://schemas.openxmlformats.org/drawingml/2006/main">
            <a:off x="99155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2" name="">
            <a:extLst xmlns:a="http://schemas.openxmlformats.org/drawingml/2006/main">
              <a:ext uri="{FF2B5EF4-FFF2-40B4-BE49-F238E27FC236}">
                <a16:creationId xmlns:a16="http://schemas.microsoft.com/office/drawing/2014/main" id="{EC3BA14B-C060-4CC2-B349-0F90DE636168}"/>
              </a:ext>
            </a:extLst>
          </p:cNvPr>
          <p:cNvSpPr>
            <a:spLocks xmlns:a="http://schemas.openxmlformats.org/drawingml/2006/main" noGrp="1"/>
          </p:cNvSpPr>
          <p:nvPr/>
        </p:nvSpPr>
        <p:spPr>
          <a:xfrm xmlns:a="http://schemas.openxmlformats.org/drawingml/2006/main">
            <a:off x="99155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3" name="">
            <a:extLst xmlns:a="http://schemas.openxmlformats.org/drawingml/2006/main">
              <a:ext uri="{FF2B5EF4-FFF2-40B4-BE49-F238E27FC236}">
                <a16:creationId xmlns:a16="http://schemas.microsoft.com/office/drawing/2014/main" id="{32EBD010-4053-4639-B4AD-DBFA6D92E8F3}"/>
              </a:ext>
            </a:extLst>
          </p:cNvPr>
          <p:cNvSpPr>
            <a:spLocks xmlns:a="http://schemas.openxmlformats.org/drawingml/2006/main" noGrp="1"/>
          </p:cNvSpPr>
          <p:nvPr/>
        </p:nvSpPr>
        <p:spPr>
          <a:xfrm xmlns:a="http://schemas.openxmlformats.org/drawingml/2006/main">
            <a:off x="99155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4" name="">
            <a:extLst xmlns:a="http://schemas.openxmlformats.org/drawingml/2006/main">
              <a:ext uri="{FF2B5EF4-FFF2-40B4-BE49-F238E27FC236}">
                <a16:creationId xmlns:a16="http://schemas.microsoft.com/office/drawing/2014/main" id="{D466B68F-1254-4BF8-80A9-56C2531D9477}"/>
              </a:ext>
            </a:extLst>
          </p:cNvPr>
          <p:cNvSpPr>
            <a:spLocks xmlns:a="http://schemas.openxmlformats.org/drawingml/2006/main" noGrp="1"/>
          </p:cNvSpPr>
          <p:nvPr/>
        </p:nvSpPr>
        <p:spPr>
          <a:xfrm xmlns:a="http://schemas.openxmlformats.org/drawingml/2006/main">
            <a:off x="99155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5" name="">
            <a:extLst xmlns:a="http://schemas.openxmlformats.org/drawingml/2006/main">
              <a:ext uri="{FF2B5EF4-FFF2-40B4-BE49-F238E27FC236}">
                <a16:creationId xmlns:a16="http://schemas.microsoft.com/office/drawing/2014/main" id="{3BA10F91-99CA-472A-9F75-5500E1E6FCCE}"/>
              </a:ext>
            </a:extLst>
          </p:cNvPr>
          <p:cNvSpPr>
            <a:spLocks xmlns:a="http://schemas.openxmlformats.org/drawingml/2006/main" noGrp="1"/>
          </p:cNvSpPr>
          <p:nvPr/>
        </p:nvSpPr>
        <p:spPr>
          <a:xfrm xmlns:a="http://schemas.openxmlformats.org/drawingml/2006/main">
            <a:off x="99155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6" name="">
            <a:extLst xmlns:a="http://schemas.openxmlformats.org/drawingml/2006/main">
              <a:ext uri="{FF2B5EF4-FFF2-40B4-BE49-F238E27FC236}">
                <a16:creationId xmlns:a16="http://schemas.microsoft.com/office/drawing/2014/main" id="{573B2BBF-BBE4-43A7-84A5-7F85D813DD45}"/>
              </a:ext>
            </a:extLst>
          </p:cNvPr>
          <p:cNvSpPr>
            <a:spLocks xmlns:a="http://schemas.openxmlformats.org/drawingml/2006/main" noGrp="1"/>
          </p:cNvSpPr>
          <p:nvPr/>
        </p:nvSpPr>
        <p:spPr>
          <a:xfrm xmlns:a="http://schemas.openxmlformats.org/drawingml/2006/main">
            <a:off x="99155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7" name="">
            <a:extLst xmlns:a="http://schemas.openxmlformats.org/drawingml/2006/main">
              <a:ext uri="{FF2B5EF4-FFF2-40B4-BE49-F238E27FC236}">
                <a16:creationId xmlns:a16="http://schemas.microsoft.com/office/drawing/2014/main" id="{1BD86155-28D2-4572-AB29-0DCD7EB45DBE}"/>
              </a:ext>
            </a:extLst>
          </p:cNvPr>
          <p:cNvSpPr>
            <a:spLocks xmlns:a="http://schemas.openxmlformats.org/drawingml/2006/main" noGrp="1"/>
          </p:cNvSpPr>
          <p:nvPr/>
        </p:nvSpPr>
        <p:spPr>
          <a:xfrm xmlns:a="http://schemas.openxmlformats.org/drawingml/2006/main">
            <a:off x="590550" y="1990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168" name="">
            <a:extLst xmlns:a="http://schemas.openxmlformats.org/drawingml/2006/main">
              <a:ext uri="{FF2B5EF4-FFF2-40B4-BE49-F238E27FC236}">
                <a16:creationId xmlns:a16="http://schemas.microsoft.com/office/drawing/2014/main" id="{B875138C-6F80-43B3-BB74-80689DD7C5BB}"/>
              </a:ext>
            </a:extLst>
          </p:cNvPr>
          <p:cNvSpPr>
            <a:spLocks xmlns:a="http://schemas.openxmlformats.org/drawingml/2006/main" noGrp="1"/>
          </p:cNvSpPr>
          <p:nvPr/>
        </p:nvSpPr>
        <p:spPr>
          <a:xfrm xmlns:a="http://schemas.openxmlformats.org/drawingml/2006/main">
            <a:off x="590550" y="2038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1</a:t>
            </a:r>
          </a:p>
        </p:txBody>
      </p:sp>
      <p:sp>
        <p:nvSpPr>
          <p:cNvPr id="169" name="">
            <a:extLst xmlns:a="http://schemas.openxmlformats.org/drawingml/2006/main">
              <a:ext uri="{FF2B5EF4-FFF2-40B4-BE49-F238E27FC236}">
                <a16:creationId xmlns:a16="http://schemas.microsoft.com/office/drawing/2014/main" id="{901311ED-67EB-45B3-A17C-00744B4C5C71}"/>
              </a:ext>
            </a:extLst>
          </p:cNvPr>
          <p:cNvSpPr>
            <a:spLocks xmlns:a="http://schemas.openxmlformats.org/drawingml/2006/main" noGrp="1"/>
          </p:cNvSpPr>
          <p:nvPr/>
        </p:nvSpPr>
        <p:spPr>
          <a:xfrm xmlns:a="http://schemas.openxmlformats.org/drawingml/2006/main">
            <a:off x="3695700" y="2038350"/>
            <a:ext cx="2076450" cy="76200"/>
          </a:xfrm>
          <a:prstGeom xmlns:a="http://schemas.openxmlformats.org/drawingml/2006/main" prst="rightArrow">
            <a:avLst/>
          </a:prstGeom>
          <a:solidFill xmlns:a="http://schemas.openxmlformats.org/drawingml/2006/main">
            <a:srgbClr val="08BFD3"/>
          </a:solidFill>
          <a:ln xmlns:a="http://schemas.openxmlformats.org/drawingml/2006/main" w="0">
            <a:solidFill>
              <a:srgbClr val="08BFD3"/>
            </a:solidFill>
          </a:ln>
        </p:spPr>
      </p:sp>
      <p:sp>
        <p:nvSpPr>
          <p:cNvPr id="170" name="">
            <a:extLst xmlns:a="http://schemas.openxmlformats.org/drawingml/2006/main">
              <a:ext uri="{FF2B5EF4-FFF2-40B4-BE49-F238E27FC236}">
                <a16:creationId xmlns:a16="http://schemas.microsoft.com/office/drawing/2014/main" id="{C5120680-057D-440C-A0D5-AB91BBC18AF1}"/>
              </a:ext>
            </a:extLst>
          </p:cNvPr>
          <p:cNvSpPr>
            <a:spLocks xmlns:a="http://schemas.openxmlformats.org/drawingml/2006/main" noGrp="1"/>
          </p:cNvSpPr>
          <p:nvPr/>
        </p:nvSpPr>
        <p:spPr>
          <a:xfrm xmlns:a="http://schemas.openxmlformats.org/drawingml/2006/main">
            <a:off x="3771900" y="18478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92443"/>
          </a:bodyPr>
          <a:lstStyle xmlns:a="http://schemas.openxmlformats.org/drawingml/2006/main"/>
          <a:p xmlns:a="http://schemas.openxmlformats.org/drawingml/2006/main">
            <a:pPr algn="ctr">
              <a:defRPr sz="720" b="1">
                <a:solidFill>
                  <a:srgbClr val="08BFD3"/>
                </a:solidFill>
                <a:latin typeface="Poppins"/>
                <a:ea typeface="Poppins"/>
                <a:cs typeface="Poppins"/>
              </a:defRPr>
            </a:pPr>
            <a:r>
              <a:rPr sz="720" b="1">
                <a:solidFill>
                  <a:srgbClr val="08BFD3"/>
                </a:solidFill>
                <a:latin typeface="Poppins"/>
                <a:ea typeface="Poppins"/>
                <a:cs typeface="Poppins"/>
              </a:rPr>
              <a:t>GET /operations/bookings/eligible-sessions</a:t>
            </a:r>
          </a:p>
        </p:txBody>
      </p:sp>
      <p:sp>
        <p:nvSpPr>
          <p:cNvPr id="171" name="">
            <a:extLst xmlns:a="http://schemas.openxmlformats.org/drawingml/2006/main">
              <a:ext uri="{FF2B5EF4-FFF2-40B4-BE49-F238E27FC236}">
                <a16:creationId xmlns:a16="http://schemas.microsoft.com/office/drawing/2014/main" id="{3B450693-A18B-4C6E-826D-847C012DBF49}"/>
              </a:ext>
            </a:extLst>
          </p:cNvPr>
          <p:cNvSpPr>
            <a:spLocks xmlns:a="http://schemas.openxmlformats.org/drawingml/2006/main" noGrp="1"/>
          </p:cNvSpPr>
          <p:nvPr/>
        </p:nvSpPr>
        <p:spPr>
          <a:xfrm xmlns:a="http://schemas.openxmlformats.org/drawingml/2006/main">
            <a:off x="38290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2" name="">
            <a:extLst xmlns:a="http://schemas.openxmlformats.org/drawingml/2006/main">
              <a:ext uri="{FF2B5EF4-FFF2-40B4-BE49-F238E27FC236}">
                <a16:creationId xmlns:a16="http://schemas.microsoft.com/office/drawing/2014/main" id="{E7F4820E-9834-43A8-8EEF-93147FE928D8}"/>
              </a:ext>
            </a:extLst>
          </p:cNvPr>
          <p:cNvSpPr>
            <a:spLocks xmlns:a="http://schemas.openxmlformats.org/drawingml/2006/main" noGrp="1"/>
          </p:cNvSpPr>
          <p:nvPr/>
        </p:nvSpPr>
        <p:spPr>
          <a:xfrm xmlns:a="http://schemas.openxmlformats.org/drawingml/2006/main">
            <a:off x="39338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3" name="">
            <a:extLst xmlns:a="http://schemas.openxmlformats.org/drawingml/2006/main">
              <a:ext uri="{FF2B5EF4-FFF2-40B4-BE49-F238E27FC236}">
                <a16:creationId xmlns:a16="http://schemas.microsoft.com/office/drawing/2014/main" id="{FBDC05E9-E631-48A9-AC6E-F12FF26D90CF}"/>
              </a:ext>
            </a:extLst>
          </p:cNvPr>
          <p:cNvSpPr>
            <a:spLocks xmlns:a="http://schemas.openxmlformats.org/drawingml/2006/main" noGrp="1"/>
          </p:cNvSpPr>
          <p:nvPr/>
        </p:nvSpPr>
        <p:spPr>
          <a:xfrm xmlns:a="http://schemas.openxmlformats.org/drawingml/2006/main">
            <a:off x="40386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4" name="">
            <a:extLst xmlns:a="http://schemas.openxmlformats.org/drawingml/2006/main">
              <a:ext uri="{FF2B5EF4-FFF2-40B4-BE49-F238E27FC236}">
                <a16:creationId xmlns:a16="http://schemas.microsoft.com/office/drawing/2014/main" id="{A1A17F46-3394-4D73-92F9-18241C6D6E7D}"/>
              </a:ext>
            </a:extLst>
          </p:cNvPr>
          <p:cNvSpPr>
            <a:spLocks xmlns:a="http://schemas.openxmlformats.org/drawingml/2006/main" noGrp="1"/>
          </p:cNvSpPr>
          <p:nvPr/>
        </p:nvSpPr>
        <p:spPr>
          <a:xfrm xmlns:a="http://schemas.openxmlformats.org/drawingml/2006/main">
            <a:off x="41433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5" name="">
            <a:extLst xmlns:a="http://schemas.openxmlformats.org/drawingml/2006/main">
              <a:ext uri="{FF2B5EF4-FFF2-40B4-BE49-F238E27FC236}">
                <a16:creationId xmlns:a16="http://schemas.microsoft.com/office/drawing/2014/main" id="{B27C66EF-8BF3-42A4-92EF-190495412CDE}"/>
              </a:ext>
            </a:extLst>
          </p:cNvPr>
          <p:cNvSpPr>
            <a:spLocks xmlns:a="http://schemas.openxmlformats.org/drawingml/2006/main" noGrp="1"/>
          </p:cNvSpPr>
          <p:nvPr/>
        </p:nvSpPr>
        <p:spPr>
          <a:xfrm xmlns:a="http://schemas.openxmlformats.org/drawingml/2006/main">
            <a:off x="42481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6" name="">
            <a:extLst xmlns:a="http://schemas.openxmlformats.org/drawingml/2006/main">
              <a:ext uri="{FF2B5EF4-FFF2-40B4-BE49-F238E27FC236}">
                <a16:creationId xmlns:a16="http://schemas.microsoft.com/office/drawing/2014/main" id="{56FF6398-3015-41A2-913D-D871621493E4}"/>
              </a:ext>
            </a:extLst>
          </p:cNvPr>
          <p:cNvSpPr>
            <a:spLocks xmlns:a="http://schemas.openxmlformats.org/drawingml/2006/main" noGrp="1"/>
          </p:cNvSpPr>
          <p:nvPr/>
        </p:nvSpPr>
        <p:spPr>
          <a:xfrm xmlns:a="http://schemas.openxmlformats.org/drawingml/2006/main">
            <a:off x="43529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7" name="">
            <a:extLst xmlns:a="http://schemas.openxmlformats.org/drawingml/2006/main">
              <a:ext uri="{FF2B5EF4-FFF2-40B4-BE49-F238E27FC236}">
                <a16:creationId xmlns:a16="http://schemas.microsoft.com/office/drawing/2014/main" id="{3B2898B8-5F53-48FA-BD9D-41E549657026}"/>
              </a:ext>
            </a:extLst>
          </p:cNvPr>
          <p:cNvSpPr>
            <a:spLocks xmlns:a="http://schemas.openxmlformats.org/drawingml/2006/main" noGrp="1"/>
          </p:cNvSpPr>
          <p:nvPr/>
        </p:nvSpPr>
        <p:spPr>
          <a:xfrm xmlns:a="http://schemas.openxmlformats.org/drawingml/2006/main">
            <a:off x="44577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8" name="">
            <a:extLst xmlns:a="http://schemas.openxmlformats.org/drawingml/2006/main">
              <a:ext uri="{FF2B5EF4-FFF2-40B4-BE49-F238E27FC236}">
                <a16:creationId xmlns:a16="http://schemas.microsoft.com/office/drawing/2014/main" id="{C8ACC7D3-5E04-4EAC-9D5A-8383F3ECD6D0}"/>
              </a:ext>
            </a:extLst>
          </p:cNvPr>
          <p:cNvSpPr>
            <a:spLocks xmlns:a="http://schemas.openxmlformats.org/drawingml/2006/main" noGrp="1"/>
          </p:cNvSpPr>
          <p:nvPr/>
        </p:nvSpPr>
        <p:spPr>
          <a:xfrm xmlns:a="http://schemas.openxmlformats.org/drawingml/2006/main">
            <a:off x="45624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9" name="">
            <a:extLst xmlns:a="http://schemas.openxmlformats.org/drawingml/2006/main">
              <a:ext uri="{FF2B5EF4-FFF2-40B4-BE49-F238E27FC236}">
                <a16:creationId xmlns:a16="http://schemas.microsoft.com/office/drawing/2014/main" id="{271F0C4C-D79F-49B7-8D6F-7D92DB6C064B}"/>
              </a:ext>
            </a:extLst>
          </p:cNvPr>
          <p:cNvSpPr>
            <a:spLocks xmlns:a="http://schemas.openxmlformats.org/drawingml/2006/main" noGrp="1"/>
          </p:cNvSpPr>
          <p:nvPr/>
        </p:nvSpPr>
        <p:spPr>
          <a:xfrm xmlns:a="http://schemas.openxmlformats.org/drawingml/2006/main">
            <a:off x="46672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0" name="">
            <a:extLst xmlns:a="http://schemas.openxmlformats.org/drawingml/2006/main">
              <a:ext uri="{FF2B5EF4-FFF2-40B4-BE49-F238E27FC236}">
                <a16:creationId xmlns:a16="http://schemas.microsoft.com/office/drawing/2014/main" id="{CAC45BB2-2EC8-4599-800A-A0BF8CD3899E}"/>
              </a:ext>
            </a:extLst>
          </p:cNvPr>
          <p:cNvSpPr>
            <a:spLocks xmlns:a="http://schemas.openxmlformats.org/drawingml/2006/main" noGrp="1"/>
          </p:cNvSpPr>
          <p:nvPr/>
        </p:nvSpPr>
        <p:spPr>
          <a:xfrm xmlns:a="http://schemas.openxmlformats.org/drawingml/2006/main">
            <a:off x="47720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1" name="">
            <a:extLst xmlns:a="http://schemas.openxmlformats.org/drawingml/2006/main">
              <a:ext uri="{FF2B5EF4-FFF2-40B4-BE49-F238E27FC236}">
                <a16:creationId xmlns:a16="http://schemas.microsoft.com/office/drawing/2014/main" id="{EFBE699D-6BBE-4A49-A4A4-5FD20AB7DB70}"/>
              </a:ext>
            </a:extLst>
          </p:cNvPr>
          <p:cNvSpPr>
            <a:spLocks xmlns:a="http://schemas.openxmlformats.org/drawingml/2006/main" noGrp="1"/>
          </p:cNvSpPr>
          <p:nvPr/>
        </p:nvSpPr>
        <p:spPr>
          <a:xfrm xmlns:a="http://schemas.openxmlformats.org/drawingml/2006/main">
            <a:off x="48768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2" name="">
            <a:extLst xmlns:a="http://schemas.openxmlformats.org/drawingml/2006/main">
              <a:ext uri="{FF2B5EF4-FFF2-40B4-BE49-F238E27FC236}">
                <a16:creationId xmlns:a16="http://schemas.microsoft.com/office/drawing/2014/main" id="{6039E2A7-4CCB-4E66-83B5-1A00BB456619}"/>
              </a:ext>
            </a:extLst>
          </p:cNvPr>
          <p:cNvSpPr>
            <a:spLocks xmlns:a="http://schemas.openxmlformats.org/drawingml/2006/main" noGrp="1"/>
          </p:cNvSpPr>
          <p:nvPr/>
        </p:nvSpPr>
        <p:spPr>
          <a:xfrm xmlns:a="http://schemas.openxmlformats.org/drawingml/2006/main">
            <a:off x="49815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3" name="">
            <a:extLst xmlns:a="http://schemas.openxmlformats.org/drawingml/2006/main">
              <a:ext uri="{FF2B5EF4-FFF2-40B4-BE49-F238E27FC236}">
                <a16:creationId xmlns:a16="http://schemas.microsoft.com/office/drawing/2014/main" id="{0D27D8D2-3B96-4E59-B3E1-F518B2C49212}"/>
              </a:ext>
            </a:extLst>
          </p:cNvPr>
          <p:cNvSpPr>
            <a:spLocks xmlns:a="http://schemas.openxmlformats.org/drawingml/2006/main" noGrp="1"/>
          </p:cNvSpPr>
          <p:nvPr/>
        </p:nvSpPr>
        <p:spPr>
          <a:xfrm xmlns:a="http://schemas.openxmlformats.org/drawingml/2006/main">
            <a:off x="50863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4" name="">
            <a:extLst xmlns:a="http://schemas.openxmlformats.org/drawingml/2006/main">
              <a:ext uri="{FF2B5EF4-FFF2-40B4-BE49-F238E27FC236}">
                <a16:creationId xmlns:a16="http://schemas.microsoft.com/office/drawing/2014/main" id="{7A945619-F7E4-481C-9DEF-4EED34B0F129}"/>
              </a:ext>
            </a:extLst>
          </p:cNvPr>
          <p:cNvSpPr>
            <a:spLocks xmlns:a="http://schemas.openxmlformats.org/drawingml/2006/main" noGrp="1"/>
          </p:cNvSpPr>
          <p:nvPr/>
        </p:nvSpPr>
        <p:spPr>
          <a:xfrm xmlns:a="http://schemas.openxmlformats.org/drawingml/2006/main">
            <a:off x="51911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5" name="">
            <a:extLst xmlns:a="http://schemas.openxmlformats.org/drawingml/2006/main">
              <a:ext uri="{FF2B5EF4-FFF2-40B4-BE49-F238E27FC236}">
                <a16:creationId xmlns:a16="http://schemas.microsoft.com/office/drawing/2014/main" id="{DE78F66B-2ADC-46D6-9EA4-2780FF9CB82C}"/>
              </a:ext>
            </a:extLst>
          </p:cNvPr>
          <p:cNvSpPr>
            <a:spLocks xmlns:a="http://schemas.openxmlformats.org/drawingml/2006/main" noGrp="1"/>
          </p:cNvSpPr>
          <p:nvPr/>
        </p:nvSpPr>
        <p:spPr>
          <a:xfrm xmlns:a="http://schemas.openxmlformats.org/drawingml/2006/main">
            <a:off x="52959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6" name="">
            <a:extLst xmlns:a="http://schemas.openxmlformats.org/drawingml/2006/main">
              <a:ext uri="{FF2B5EF4-FFF2-40B4-BE49-F238E27FC236}">
                <a16:creationId xmlns:a16="http://schemas.microsoft.com/office/drawing/2014/main" id="{D0B018D7-CD1C-4823-84BE-4D6083BEF110}"/>
              </a:ext>
            </a:extLst>
          </p:cNvPr>
          <p:cNvSpPr>
            <a:spLocks xmlns:a="http://schemas.openxmlformats.org/drawingml/2006/main" noGrp="1"/>
          </p:cNvSpPr>
          <p:nvPr/>
        </p:nvSpPr>
        <p:spPr>
          <a:xfrm xmlns:a="http://schemas.openxmlformats.org/drawingml/2006/main">
            <a:off x="54006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7" name="">
            <a:extLst xmlns:a="http://schemas.openxmlformats.org/drawingml/2006/main">
              <a:ext uri="{FF2B5EF4-FFF2-40B4-BE49-F238E27FC236}">
                <a16:creationId xmlns:a16="http://schemas.microsoft.com/office/drawing/2014/main" id="{601D8387-BA30-4009-8755-FA46EB470D68}"/>
              </a:ext>
            </a:extLst>
          </p:cNvPr>
          <p:cNvSpPr>
            <a:spLocks xmlns:a="http://schemas.openxmlformats.org/drawingml/2006/main" noGrp="1"/>
          </p:cNvSpPr>
          <p:nvPr/>
        </p:nvSpPr>
        <p:spPr>
          <a:xfrm xmlns:a="http://schemas.openxmlformats.org/drawingml/2006/main">
            <a:off x="55054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8" name="">
            <a:extLst xmlns:a="http://schemas.openxmlformats.org/drawingml/2006/main">
              <a:ext uri="{FF2B5EF4-FFF2-40B4-BE49-F238E27FC236}">
                <a16:creationId xmlns:a16="http://schemas.microsoft.com/office/drawing/2014/main" id="{E0E35ECD-11E6-425F-B2BD-FF6312829331}"/>
              </a:ext>
            </a:extLst>
          </p:cNvPr>
          <p:cNvSpPr>
            <a:spLocks xmlns:a="http://schemas.openxmlformats.org/drawingml/2006/main" noGrp="1"/>
          </p:cNvSpPr>
          <p:nvPr/>
        </p:nvSpPr>
        <p:spPr>
          <a:xfrm xmlns:a="http://schemas.openxmlformats.org/drawingml/2006/main">
            <a:off x="56102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9" name="">
            <a:extLst xmlns:a="http://schemas.openxmlformats.org/drawingml/2006/main">
              <a:ext uri="{FF2B5EF4-FFF2-40B4-BE49-F238E27FC236}">
                <a16:creationId xmlns:a16="http://schemas.microsoft.com/office/drawing/2014/main" id="{CB9D1291-41CF-4346-A9FA-558FD24F326E}"/>
              </a:ext>
            </a:extLst>
          </p:cNvPr>
          <p:cNvSpPr>
            <a:spLocks xmlns:a="http://schemas.openxmlformats.org/drawingml/2006/main" noGrp="1"/>
          </p:cNvSpPr>
          <p:nvPr/>
        </p:nvSpPr>
        <p:spPr>
          <a:xfrm xmlns:a="http://schemas.openxmlformats.org/drawingml/2006/main">
            <a:off x="57150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0" name="">
            <a:extLst xmlns:a="http://schemas.openxmlformats.org/drawingml/2006/main">
              <a:ext uri="{FF2B5EF4-FFF2-40B4-BE49-F238E27FC236}">
                <a16:creationId xmlns:a16="http://schemas.microsoft.com/office/drawing/2014/main" id="{6DA0E6C8-24A1-400C-94FF-B043EB4B3499}"/>
              </a:ext>
            </a:extLst>
          </p:cNvPr>
          <p:cNvSpPr>
            <a:spLocks xmlns:a="http://schemas.openxmlformats.org/drawingml/2006/main" noGrp="1"/>
          </p:cNvSpPr>
          <p:nvPr/>
        </p:nvSpPr>
        <p:spPr>
          <a:xfrm xmlns:a="http://schemas.openxmlformats.org/drawingml/2006/main">
            <a:off x="3695700" y="21621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191" name="">
            <a:extLst xmlns:a="http://schemas.openxmlformats.org/drawingml/2006/main">
              <a:ext uri="{FF2B5EF4-FFF2-40B4-BE49-F238E27FC236}">
                <a16:creationId xmlns:a16="http://schemas.microsoft.com/office/drawing/2014/main" id="{D9D2B77B-16D0-4C74-944A-232F8BDDE31D}"/>
              </a:ext>
            </a:extLst>
          </p:cNvPr>
          <p:cNvSpPr>
            <a:spLocks xmlns:a="http://schemas.openxmlformats.org/drawingml/2006/main" noGrp="1"/>
          </p:cNvSpPr>
          <p:nvPr/>
        </p:nvSpPr>
        <p:spPr>
          <a:xfrm xmlns:a="http://schemas.openxmlformats.org/drawingml/2006/main">
            <a:off x="3771900" y="22479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CONFIRMED bookings eligible for session</a:t>
            </a:r>
          </a:p>
        </p:txBody>
      </p:sp>
      <p:sp>
        <p:nvSpPr>
          <p:cNvPr id="192" name="">
            <a:extLst xmlns:a="http://schemas.openxmlformats.org/drawingml/2006/main">
              <a:ext uri="{FF2B5EF4-FFF2-40B4-BE49-F238E27FC236}">
                <a16:creationId xmlns:a16="http://schemas.microsoft.com/office/drawing/2014/main" id="{EA605305-5E4F-4C48-888D-EBC3B5E0A5FA}"/>
              </a:ext>
            </a:extLst>
          </p:cNvPr>
          <p:cNvSpPr>
            <a:spLocks xmlns:a="http://schemas.openxmlformats.org/drawingml/2006/main" noGrp="1"/>
          </p:cNvSpPr>
          <p:nvPr/>
        </p:nvSpPr>
        <p:spPr>
          <a:xfrm xmlns:a="http://schemas.openxmlformats.org/drawingml/2006/main">
            <a:off x="590550" y="25622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193" name="">
            <a:extLst xmlns:a="http://schemas.openxmlformats.org/drawingml/2006/main">
              <a:ext uri="{FF2B5EF4-FFF2-40B4-BE49-F238E27FC236}">
                <a16:creationId xmlns:a16="http://schemas.microsoft.com/office/drawing/2014/main" id="{5DF0A5AA-7BEB-47B7-8478-AEF47550235F}"/>
              </a:ext>
            </a:extLst>
          </p:cNvPr>
          <p:cNvSpPr>
            <a:spLocks xmlns:a="http://schemas.openxmlformats.org/drawingml/2006/main" noGrp="1"/>
          </p:cNvSpPr>
          <p:nvPr/>
        </p:nvSpPr>
        <p:spPr>
          <a:xfrm xmlns:a="http://schemas.openxmlformats.org/drawingml/2006/main">
            <a:off x="590550" y="26098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2</a:t>
            </a:r>
          </a:p>
        </p:txBody>
      </p:sp>
      <p:sp>
        <p:nvSpPr>
          <p:cNvPr id="194" name="">
            <a:extLst xmlns:a="http://schemas.openxmlformats.org/drawingml/2006/main">
              <a:ext uri="{FF2B5EF4-FFF2-40B4-BE49-F238E27FC236}">
                <a16:creationId xmlns:a16="http://schemas.microsoft.com/office/drawing/2014/main" id="{4A880F2C-DB3B-4B81-A046-736F9CCE4C33}"/>
              </a:ext>
            </a:extLst>
          </p:cNvPr>
          <p:cNvSpPr>
            <a:spLocks xmlns:a="http://schemas.openxmlformats.org/drawingml/2006/main" noGrp="1"/>
          </p:cNvSpPr>
          <p:nvPr/>
        </p:nvSpPr>
        <p:spPr>
          <a:xfrm xmlns:a="http://schemas.openxmlformats.org/drawingml/2006/main">
            <a:off x="3695700" y="2609850"/>
            <a:ext cx="2076450" cy="76200"/>
          </a:xfrm>
          <a:prstGeom xmlns:a="http://schemas.openxmlformats.org/drawingml/2006/main" prst="rightArrow">
            <a:avLst/>
          </a:prstGeom>
          <a:solidFill xmlns:a="http://schemas.openxmlformats.org/drawingml/2006/main">
            <a:srgbClr val="8613B8"/>
          </a:solidFill>
          <a:ln xmlns:a="http://schemas.openxmlformats.org/drawingml/2006/main" w="0">
            <a:solidFill>
              <a:srgbClr val="8613B8"/>
            </a:solidFill>
          </a:ln>
        </p:spPr>
      </p:sp>
      <p:sp>
        <p:nvSpPr>
          <p:cNvPr id="195" name="">
            <a:extLst xmlns:a="http://schemas.openxmlformats.org/drawingml/2006/main">
              <a:ext uri="{FF2B5EF4-FFF2-40B4-BE49-F238E27FC236}">
                <a16:creationId xmlns:a16="http://schemas.microsoft.com/office/drawing/2014/main" id="{665F42C3-5412-443B-A627-B7DC182CC409}"/>
              </a:ext>
            </a:extLst>
          </p:cNvPr>
          <p:cNvSpPr>
            <a:spLocks xmlns:a="http://schemas.openxmlformats.org/drawingml/2006/main" noGrp="1"/>
          </p:cNvSpPr>
          <p:nvPr/>
        </p:nvSpPr>
        <p:spPr>
          <a:xfrm xmlns:a="http://schemas.openxmlformats.org/drawingml/2006/main">
            <a:off x="3771900" y="24193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8613B8"/>
                </a:solidFill>
                <a:latin typeface="Poppins"/>
                <a:ea typeface="Poppins"/>
                <a:cs typeface="Poppins"/>
              </a:defRPr>
            </a:pPr>
            <a:r>
              <a:rPr sz="720" b="1">
                <a:solidFill>
                  <a:srgbClr val="8613B8"/>
                </a:solidFill>
                <a:latin typeface="Poppins"/>
                <a:ea typeface="Poppins"/>
                <a:cs typeface="Poppins"/>
              </a:rPr>
              <a:t>POST /operations/sessions</a:t>
            </a:r>
          </a:p>
        </p:txBody>
      </p:sp>
      <p:sp>
        <p:nvSpPr>
          <p:cNvPr id="196" name="">
            <a:extLst xmlns:a="http://schemas.openxmlformats.org/drawingml/2006/main">
              <a:ext uri="{FF2B5EF4-FFF2-40B4-BE49-F238E27FC236}">
                <a16:creationId xmlns:a16="http://schemas.microsoft.com/office/drawing/2014/main" id="{40F4D702-9330-488C-BD80-4E963DFF7A93}"/>
              </a:ext>
            </a:extLst>
          </p:cNvPr>
          <p:cNvSpPr>
            <a:spLocks xmlns:a="http://schemas.openxmlformats.org/drawingml/2006/main" noGrp="1"/>
          </p:cNvSpPr>
          <p:nvPr/>
        </p:nvSpPr>
        <p:spPr>
          <a:xfrm xmlns:a="http://schemas.openxmlformats.org/drawingml/2006/main">
            <a:off x="38290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7" name="">
            <a:extLst xmlns:a="http://schemas.openxmlformats.org/drawingml/2006/main">
              <a:ext uri="{FF2B5EF4-FFF2-40B4-BE49-F238E27FC236}">
                <a16:creationId xmlns:a16="http://schemas.microsoft.com/office/drawing/2014/main" id="{C823B574-C21B-45A8-8D9A-C4D02E5F8119}"/>
              </a:ext>
            </a:extLst>
          </p:cNvPr>
          <p:cNvSpPr>
            <a:spLocks xmlns:a="http://schemas.openxmlformats.org/drawingml/2006/main" noGrp="1"/>
          </p:cNvSpPr>
          <p:nvPr/>
        </p:nvSpPr>
        <p:spPr>
          <a:xfrm xmlns:a="http://schemas.openxmlformats.org/drawingml/2006/main">
            <a:off x="39338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8" name="">
            <a:extLst xmlns:a="http://schemas.openxmlformats.org/drawingml/2006/main">
              <a:ext uri="{FF2B5EF4-FFF2-40B4-BE49-F238E27FC236}">
                <a16:creationId xmlns:a16="http://schemas.microsoft.com/office/drawing/2014/main" id="{3E8ADA8F-0AB8-4E89-83D4-B935BDC8A8AC}"/>
              </a:ext>
            </a:extLst>
          </p:cNvPr>
          <p:cNvSpPr>
            <a:spLocks xmlns:a="http://schemas.openxmlformats.org/drawingml/2006/main" noGrp="1"/>
          </p:cNvSpPr>
          <p:nvPr/>
        </p:nvSpPr>
        <p:spPr>
          <a:xfrm xmlns:a="http://schemas.openxmlformats.org/drawingml/2006/main">
            <a:off x="40386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9" name="">
            <a:extLst xmlns:a="http://schemas.openxmlformats.org/drawingml/2006/main">
              <a:ext uri="{FF2B5EF4-FFF2-40B4-BE49-F238E27FC236}">
                <a16:creationId xmlns:a16="http://schemas.microsoft.com/office/drawing/2014/main" id="{8D4AE7E2-FA61-4180-BFD5-197C49EB3435}"/>
              </a:ext>
            </a:extLst>
          </p:cNvPr>
          <p:cNvSpPr>
            <a:spLocks xmlns:a="http://schemas.openxmlformats.org/drawingml/2006/main" noGrp="1"/>
          </p:cNvSpPr>
          <p:nvPr/>
        </p:nvSpPr>
        <p:spPr>
          <a:xfrm xmlns:a="http://schemas.openxmlformats.org/drawingml/2006/main">
            <a:off x="41433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0" name="">
            <a:extLst xmlns:a="http://schemas.openxmlformats.org/drawingml/2006/main">
              <a:ext uri="{FF2B5EF4-FFF2-40B4-BE49-F238E27FC236}">
                <a16:creationId xmlns:a16="http://schemas.microsoft.com/office/drawing/2014/main" id="{B81E67B0-4ADD-48EA-B31F-144605648E7F}"/>
              </a:ext>
            </a:extLst>
          </p:cNvPr>
          <p:cNvSpPr>
            <a:spLocks xmlns:a="http://schemas.openxmlformats.org/drawingml/2006/main" noGrp="1"/>
          </p:cNvSpPr>
          <p:nvPr/>
        </p:nvSpPr>
        <p:spPr>
          <a:xfrm xmlns:a="http://schemas.openxmlformats.org/drawingml/2006/main">
            <a:off x="42481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1" name="">
            <a:extLst xmlns:a="http://schemas.openxmlformats.org/drawingml/2006/main">
              <a:ext uri="{FF2B5EF4-FFF2-40B4-BE49-F238E27FC236}">
                <a16:creationId xmlns:a16="http://schemas.microsoft.com/office/drawing/2014/main" id="{AF650080-0962-48C2-8678-53E1641496DF}"/>
              </a:ext>
            </a:extLst>
          </p:cNvPr>
          <p:cNvSpPr>
            <a:spLocks xmlns:a="http://schemas.openxmlformats.org/drawingml/2006/main" noGrp="1"/>
          </p:cNvSpPr>
          <p:nvPr/>
        </p:nvSpPr>
        <p:spPr>
          <a:xfrm xmlns:a="http://schemas.openxmlformats.org/drawingml/2006/main">
            <a:off x="43529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2" name="">
            <a:extLst xmlns:a="http://schemas.openxmlformats.org/drawingml/2006/main">
              <a:ext uri="{FF2B5EF4-FFF2-40B4-BE49-F238E27FC236}">
                <a16:creationId xmlns:a16="http://schemas.microsoft.com/office/drawing/2014/main" id="{508183B6-9C9D-4308-95C0-2A2F3356145F}"/>
              </a:ext>
            </a:extLst>
          </p:cNvPr>
          <p:cNvSpPr>
            <a:spLocks xmlns:a="http://schemas.openxmlformats.org/drawingml/2006/main" noGrp="1"/>
          </p:cNvSpPr>
          <p:nvPr/>
        </p:nvSpPr>
        <p:spPr>
          <a:xfrm xmlns:a="http://schemas.openxmlformats.org/drawingml/2006/main">
            <a:off x="44577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3" name="">
            <a:extLst xmlns:a="http://schemas.openxmlformats.org/drawingml/2006/main">
              <a:ext uri="{FF2B5EF4-FFF2-40B4-BE49-F238E27FC236}">
                <a16:creationId xmlns:a16="http://schemas.microsoft.com/office/drawing/2014/main" id="{506B0116-5A5D-45D9-B067-129C2174EEAA}"/>
              </a:ext>
            </a:extLst>
          </p:cNvPr>
          <p:cNvSpPr>
            <a:spLocks xmlns:a="http://schemas.openxmlformats.org/drawingml/2006/main" noGrp="1"/>
          </p:cNvSpPr>
          <p:nvPr/>
        </p:nvSpPr>
        <p:spPr>
          <a:xfrm xmlns:a="http://schemas.openxmlformats.org/drawingml/2006/main">
            <a:off x="45624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4" name="">
            <a:extLst xmlns:a="http://schemas.openxmlformats.org/drawingml/2006/main">
              <a:ext uri="{FF2B5EF4-FFF2-40B4-BE49-F238E27FC236}">
                <a16:creationId xmlns:a16="http://schemas.microsoft.com/office/drawing/2014/main" id="{21FCF024-5F60-4CC7-ACE7-BD3DC553CCBE}"/>
              </a:ext>
            </a:extLst>
          </p:cNvPr>
          <p:cNvSpPr>
            <a:spLocks xmlns:a="http://schemas.openxmlformats.org/drawingml/2006/main" noGrp="1"/>
          </p:cNvSpPr>
          <p:nvPr/>
        </p:nvSpPr>
        <p:spPr>
          <a:xfrm xmlns:a="http://schemas.openxmlformats.org/drawingml/2006/main">
            <a:off x="46672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5" name="">
            <a:extLst xmlns:a="http://schemas.openxmlformats.org/drawingml/2006/main">
              <a:ext uri="{FF2B5EF4-FFF2-40B4-BE49-F238E27FC236}">
                <a16:creationId xmlns:a16="http://schemas.microsoft.com/office/drawing/2014/main" id="{1A23657F-806A-4CC5-9DF5-CF66524315B8}"/>
              </a:ext>
            </a:extLst>
          </p:cNvPr>
          <p:cNvSpPr>
            <a:spLocks xmlns:a="http://schemas.openxmlformats.org/drawingml/2006/main" noGrp="1"/>
          </p:cNvSpPr>
          <p:nvPr/>
        </p:nvSpPr>
        <p:spPr>
          <a:xfrm xmlns:a="http://schemas.openxmlformats.org/drawingml/2006/main">
            <a:off x="47720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6" name="">
            <a:extLst xmlns:a="http://schemas.openxmlformats.org/drawingml/2006/main">
              <a:ext uri="{FF2B5EF4-FFF2-40B4-BE49-F238E27FC236}">
                <a16:creationId xmlns:a16="http://schemas.microsoft.com/office/drawing/2014/main" id="{83ACD93F-46E1-4F2E-AC62-2564063A479C}"/>
              </a:ext>
            </a:extLst>
          </p:cNvPr>
          <p:cNvSpPr>
            <a:spLocks xmlns:a="http://schemas.openxmlformats.org/drawingml/2006/main" noGrp="1"/>
          </p:cNvSpPr>
          <p:nvPr/>
        </p:nvSpPr>
        <p:spPr>
          <a:xfrm xmlns:a="http://schemas.openxmlformats.org/drawingml/2006/main">
            <a:off x="48768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7" name="">
            <a:extLst xmlns:a="http://schemas.openxmlformats.org/drawingml/2006/main">
              <a:ext uri="{FF2B5EF4-FFF2-40B4-BE49-F238E27FC236}">
                <a16:creationId xmlns:a16="http://schemas.microsoft.com/office/drawing/2014/main" id="{0EACE2BE-CE48-48C8-BF2B-66A93B20E759}"/>
              </a:ext>
            </a:extLst>
          </p:cNvPr>
          <p:cNvSpPr>
            <a:spLocks xmlns:a="http://schemas.openxmlformats.org/drawingml/2006/main" noGrp="1"/>
          </p:cNvSpPr>
          <p:nvPr/>
        </p:nvSpPr>
        <p:spPr>
          <a:xfrm xmlns:a="http://schemas.openxmlformats.org/drawingml/2006/main">
            <a:off x="49815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8" name="">
            <a:extLst xmlns:a="http://schemas.openxmlformats.org/drawingml/2006/main">
              <a:ext uri="{FF2B5EF4-FFF2-40B4-BE49-F238E27FC236}">
                <a16:creationId xmlns:a16="http://schemas.microsoft.com/office/drawing/2014/main" id="{3C55FDA8-E159-4FEE-A896-96AD1644DD36}"/>
              </a:ext>
            </a:extLst>
          </p:cNvPr>
          <p:cNvSpPr>
            <a:spLocks xmlns:a="http://schemas.openxmlformats.org/drawingml/2006/main" noGrp="1"/>
          </p:cNvSpPr>
          <p:nvPr/>
        </p:nvSpPr>
        <p:spPr>
          <a:xfrm xmlns:a="http://schemas.openxmlformats.org/drawingml/2006/main">
            <a:off x="50863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9" name="">
            <a:extLst xmlns:a="http://schemas.openxmlformats.org/drawingml/2006/main">
              <a:ext uri="{FF2B5EF4-FFF2-40B4-BE49-F238E27FC236}">
                <a16:creationId xmlns:a16="http://schemas.microsoft.com/office/drawing/2014/main" id="{1DA57290-10CE-41D6-9AD3-2A267567CA4A}"/>
              </a:ext>
            </a:extLst>
          </p:cNvPr>
          <p:cNvSpPr>
            <a:spLocks xmlns:a="http://schemas.openxmlformats.org/drawingml/2006/main" noGrp="1"/>
          </p:cNvSpPr>
          <p:nvPr/>
        </p:nvSpPr>
        <p:spPr>
          <a:xfrm xmlns:a="http://schemas.openxmlformats.org/drawingml/2006/main">
            <a:off x="51911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0" name="">
            <a:extLst xmlns:a="http://schemas.openxmlformats.org/drawingml/2006/main">
              <a:ext uri="{FF2B5EF4-FFF2-40B4-BE49-F238E27FC236}">
                <a16:creationId xmlns:a16="http://schemas.microsoft.com/office/drawing/2014/main" id="{B3B54BBD-E4BA-40FB-9E62-98812E500F79}"/>
              </a:ext>
            </a:extLst>
          </p:cNvPr>
          <p:cNvSpPr>
            <a:spLocks xmlns:a="http://schemas.openxmlformats.org/drawingml/2006/main" noGrp="1"/>
          </p:cNvSpPr>
          <p:nvPr/>
        </p:nvSpPr>
        <p:spPr>
          <a:xfrm xmlns:a="http://schemas.openxmlformats.org/drawingml/2006/main">
            <a:off x="52959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1" name="">
            <a:extLst xmlns:a="http://schemas.openxmlformats.org/drawingml/2006/main">
              <a:ext uri="{FF2B5EF4-FFF2-40B4-BE49-F238E27FC236}">
                <a16:creationId xmlns:a16="http://schemas.microsoft.com/office/drawing/2014/main" id="{87DBBC5F-BA97-433D-BD8C-6AA3E8F53FAB}"/>
              </a:ext>
            </a:extLst>
          </p:cNvPr>
          <p:cNvSpPr>
            <a:spLocks xmlns:a="http://schemas.openxmlformats.org/drawingml/2006/main" noGrp="1"/>
          </p:cNvSpPr>
          <p:nvPr/>
        </p:nvSpPr>
        <p:spPr>
          <a:xfrm xmlns:a="http://schemas.openxmlformats.org/drawingml/2006/main">
            <a:off x="54006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2" name="">
            <a:extLst xmlns:a="http://schemas.openxmlformats.org/drawingml/2006/main">
              <a:ext uri="{FF2B5EF4-FFF2-40B4-BE49-F238E27FC236}">
                <a16:creationId xmlns:a16="http://schemas.microsoft.com/office/drawing/2014/main" id="{9D5ADFF5-11BA-4F0D-95AE-51D9433C11CA}"/>
              </a:ext>
            </a:extLst>
          </p:cNvPr>
          <p:cNvSpPr>
            <a:spLocks xmlns:a="http://schemas.openxmlformats.org/drawingml/2006/main" noGrp="1"/>
          </p:cNvSpPr>
          <p:nvPr/>
        </p:nvSpPr>
        <p:spPr>
          <a:xfrm xmlns:a="http://schemas.openxmlformats.org/drawingml/2006/main">
            <a:off x="55054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3" name="">
            <a:extLst xmlns:a="http://schemas.openxmlformats.org/drawingml/2006/main">
              <a:ext uri="{FF2B5EF4-FFF2-40B4-BE49-F238E27FC236}">
                <a16:creationId xmlns:a16="http://schemas.microsoft.com/office/drawing/2014/main" id="{5F73147E-B9CC-44D4-B605-4BCE66C31A7F}"/>
              </a:ext>
            </a:extLst>
          </p:cNvPr>
          <p:cNvSpPr>
            <a:spLocks xmlns:a="http://schemas.openxmlformats.org/drawingml/2006/main" noGrp="1"/>
          </p:cNvSpPr>
          <p:nvPr/>
        </p:nvSpPr>
        <p:spPr>
          <a:xfrm xmlns:a="http://schemas.openxmlformats.org/drawingml/2006/main">
            <a:off x="56102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4" name="">
            <a:extLst xmlns:a="http://schemas.openxmlformats.org/drawingml/2006/main">
              <a:ext uri="{FF2B5EF4-FFF2-40B4-BE49-F238E27FC236}">
                <a16:creationId xmlns:a16="http://schemas.microsoft.com/office/drawing/2014/main" id="{BDC9D4F8-F580-4827-9959-70D1E98E3590}"/>
              </a:ext>
            </a:extLst>
          </p:cNvPr>
          <p:cNvSpPr>
            <a:spLocks xmlns:a="http://schemas.openxmlformats.org/drawingml/2006/main" noGrp="1"/>
          </p:cNvSpPr>
          <p:nvPr/>
        </p:nvSpPr>
        <p:spPr>
          <a:xfrm xmlns:a="http://schemas.openxmlformats.org/drawingml/2006/main">
            <a:off x="57150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5" name="">
            <a:extLst xmlns:a="http://schemas.openxmlformats.org/drawingml/2006/main">
              <a:ext uri="{FF2B5EF4-FFF2-40B4-BE49-F238E27FC236}">
                <a16:creationId xmlns:a16="http://schemas.microsoft.com/office/drawing/2014/main" id="{D9B0E9C0-18ED-4FCE-A0E6-D78D0CF2FF20}"/>
              </a:ext>
            </a:extLst>
          </p:cNvPr>
          <p:cNvSpPr>
            <a:spLocks xmlns:a="http://schemas.openxmlformats.org/drawingml/2006/main" noGrp="1"/>
          </p:cNvSpPr>
          <p:nvPr/>
        </p:nvSpPr>
        <p:spPr>
          <a:xfrm xmlns:a="http://schemas.openxmlformats.org/drawingml/2006/main">
            <a:off x="3695700" y="27336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16" name="">
            <a:extLst xmlns:a="http://schemas.openxmlformats.org/drawingml/2006/main">
              <a:ext uri="{FF2B5EF4-FFF2-40B4-BE49-F238E27FC236}">
                <a16:creationId xmlns:a16="http://schemas.microsoft.com/office/drawing/2014/main" id="{622A77AC-74AE-4609-926A-E4DD2C011DFE}"/>
              </a:ext>
            </a:extLst>
          </p:cNvPr>
          <p:cNvSpPr>
            <a:spLocks xmlns:a="http://schemas.openxmlformats.org/drawingml/2006/main" noGrp="1"/>
          </p:cNvSpPr>
          <p:nvPr/>
        </p:nvSpPr>
        <p:spPr>
          <a:xfrm xmlns:a="http://schemas.openxmlformats.org/drawingml/2006/main">
            <a:off x="3771900" y="28194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WashSession PENDING + assigned staff</a:t>
            </a:r>
          </a:p>
        </p:txBody>
      </p:sp>
      <p:sp>
        <p:nvSpPr>
          <p:cNvPr id="217" name="">
            <a:extLst xmlns:a="http://schemas.openxmlformats.org/drawingml/2006/main">
              <a:ext uri="{FF2B5EF4-FFF2-40B4-BE49-F238E27FC236}">
                <a16:creationId xmlns:a16="http://schemas.microsoft.com/office/drawing/2014/main" id="{D9B320BC-FD0C-4A4B-8C41-D955EBECD52B}"/>
              </a:ext>
            </a:extLst>
          </p:cNvPr>
          <p:cNvSpPr>
            <a:spLocks xmlns:a="http://schemas.openxmlformats.org/drawingml/2006/main" noGrp="1"/>
          </p:cNvSpPr>
          <p:nvPr/>
        </p:nvSpPr>
        <p:spPr>
          <a:xfrm xmlns:a="http://schemas.openxmlformats.org/drawingml/2006/main">
            <a:off x="590550" y="3133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18" name="">
            <a:extLst xmlns:a="http://schemas.openxmlformats.org/drawingml/2006/main">
              <a:ext uri="{FF2B5EF4-FFF2-40B4-BE49-F238E27FC236}">
                <a16:creationId xmlns:a16="http://schemas.microsoft.com/office/drawing/2014/main" id="{281124C8-93E1-4617-8A05-D2958332589A}"/>
              </a:ext>
            </a:extLst>
          </p:cNvPr>
          <p:cNvSpPr>
            <a:spLocks xmlns:a="http://schemas.openxmlformats.org/drawingml/2006/main" noGrp="1"/>
          </p:cNvSpPr>
          <p:nvPr/>
        </p:nvSpPr>
        <p:spPr>
          <a:xfrm xmlns:a="http://schemas.openxmlformats.org/drawingml/2006/main">
            <a:off x="590550" y="3181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3</a:t>
            </a:r>
          </a:p>
        </p:txBody>
      </p:sp>
      <p:sp>
        <p:nvSpPr>
          <p:cNvPr id="219" name="">
            <a:extLst xmlns:a="http://schemas.openxmlformats.org/drawingml/2006/main">
              <a:ext uri="{FF2B5EF4-FFF2-40B4-BE49-F238E27FC236}">
                <a16:creationId xmlns:a16="http://schemas.microsoft.com/office/drawing/2014/main" id="{F85EC40B-4652-42C7-A380-50FD5B98321F}"/>
              </a:ext>
            </a:extLst>
          </p:cNvPr>
          <p:cNvSpPr>
            <a:spLocks xmlns:a="http://schemas.openxmlformats.org/drawingml/2006/main" noGrp="1"/>
          </p:cNvSpPr>
          <p:nvPr/>
        </p:nvSpPr>
        <p:spPr>
          <a:xfrm xmlns:a="http://schemas.openxmlformats.org/drawingml/2006/main">
            <a:off x="3695700" y="3181350"/>
            <a:ext cx="2076450" cy="76200"/>
          </a:xfrm>
          <a:prstGeom xmlns:a="http://schemas.openxmlformats.org/drawingml/2006/main" prst="rightArrow">
            <a:avLst/>
          </a:prstGeom>
          <a:solidFill xmlns:a="http://schemas.openxmlformats.org/drawingml/2006/main">
            <a:srgbClr val="8613B8"/>
          </a:solidFill>
          <a:ln xmlns:a="http://schemas.openxmlformats.org/drawingml/2006/main" w="0">
            <a:solidFill>
              <a:srgbClr val="8613B8"/>
            </a:solidFill>
          </a:ln>
        </p:spPr>
      </p:sp>
      <p:sp>
        <p:nvSpPr>
          <p:cNvPr id="220" name="">
            <a:extLst xmlns:a="http://schemas.openxmlformats.org/drawingml/2006/main">
              <a:ext uri="{FF2B5EF4-FFF2-40B4-BE49-F238E27FC236}">
                <a16:creationId xmlns:a16="http://schemas.microsoft.com/office/drawing/2014/main" id="{D73AB3E0-AC1A-45F1-9946-B9BD9D6D8DC8}"/>
              </a:ext>
            </a:extLst>
          </p:cNvPr>
          <p:cNvSpPr>
            <a:spLocks xmlns:a="http://schemas.openxmlformats.org/drawingml/2006/main" noGrp="1"/>
          </p:cNvSpPr>
          <p:nvPr/>
        </p:nvSpPr>
        <p:spPr>
          <a:xfrm xmlns:a="http://schemas.openxmlformats.org/drawingml/2006/main">
            <a:off x="3771900" y="29908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8613B8"/>
                </a:solidFill>
                <a:latin typeface="Poppins"/>
                <a:ea typeface="Poppins"/>
                <a:cs typeface="Poppins"/>
              </a:defRPr>
            </a:pPr>
            <a:r>
              <a:rPr sz="720" b="1">
                <a:solidFill>
                  <a:srgbClr val="8613B8"/>
                </a:solidFill>
                <a:latin typeface="Poppins"/>
                <a:ea typeface="Poppins"/>
                <a:cs typeface="Poppins"/>
              </a:rPr>
              <a:t>POST /sessions/{id}/queue</a:t>
            </a:r>
          </a:p>
        </p:txBody>
      </p:sp>
      <p:sp>
        <p:nvSpPr>
          <p:cNvPr id="221" name="">
            <a:extLst xmlns:a="http://schemas.openxmlformats.org/drawingml/2006/main">
              <a:ext uri="{FF2B5EF4-FFF2-40B4-BE49-F238E27FC236}">
                <a16:creationId xmlns:a16="http://schemas.microsoft.com/office/drawing/2014/main" id="{8E07FC6C-1DF4-42CC-A022-89F5238A72AE}"/>
              </a:ext>
            </a:extLst>
          </p:cNvPr>
          <p:cNvSpPr>
            <a:spLocks xmlns:a="http://schemas.openxmlformats.org/drawingml/2006/main" noGrp="1"/>
          </p:cNvSpPr>
          <p:nvPr/>
        </p:nvSpPr>
        <p:spPr>
          <a:xfrm xmlns:a="http://schemas.openxmlformats.org/drawingml/2006/main">
            <a:off x="38290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2" name="">
            <a:extLst xmlns:a="http://schemas.openxmlformats.org/drawingml/2006/main">
              <a:ext uri="{FF2B5EF4-FFF2-40B4-BE49-F238E27FC236}">
                <a16:creationId xmlns:a16="http://schemas.microsoft.com/office/drawing/2014/main" id="{8F580426-B449-455D-8D41-62BB9A36DB95}"/>
              </a:ext>
            </a:extLst>
          </p:cNvPr>
          <p:cNvSpPr>
            <a:spLocks xmlns:a="http://schemas.openxmlformats.org/drawingml/2006/main" noGrp="1"/>
          </p:cNvSpPr>
          <p:nvPr/>
        </p:nvSpPr>
        <p:spPr>
          <a:xfrm xmlns:a="http://schemas.openxmlformats.org/drawingml/2006/main">
            <a:off x="39338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3" name="">
            <a:extLst xmlns:a="http://schemas.openxmlformats.org/drawingml/2006/main">
              <a:ext uri="{FF2B5EF4-FFF2-40B4-BE49-F238E27FC236}">
                <a16:creationId xmlns:a16="http://schemas.microsoft.com/office/drawing/2014/main" id="{FFD2ABDC-97AA-4874-8B2A-22352D51D3C9}"/>
              </a:ext>
            </a:extLst>
          </p:cNvPr>
          <p:cNvSpPr>
            <a:spLocks xmlns:a="http://schemas.openxmlformats.org/drawingml/2006/main" noGrp="1"/>
          </p:cNvSpPr>
          <p:nvPr/>
        </p:nvSpPr>
        <p:spPr>
          <a:xfrm xmlns:a="http://schemas.openxmlformats.org/drawingml/2006/main">
            <a:off x="40386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4" name="">
            <a:extLst xmlns:a="http://schemas.openxmlformats.org/drawingml/2006/main">
              <a:ext uri="{FF2B5EF4-FFF2-40B4-BE49-F238E27FC236}">
                <a16:creationId xmlns:a16="http://schemas.microsoft.com/office/drawing/2014/main" id="{17194AFB-D11B-4334-BEAA-E221AD766ACA}"/>
              </a:ext>
            </a:extLst>
          </p:cNvPr>
          <p:cNvSpPr>
            <a:spLocks xmlns:a="http://schemas.openxmlformats.org/drawingml/2006/main" noGrp="1"/>
          </p:cNvSpPr>
          <p:nvPr/>
        </p:nvSpPr>
        <p:spPr>
          <a:xfrm xmlns:a="http://schemas.openxmlformats.org/drawingml/2006/main">
            <a:off x="41433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5" name="">
            <a:extLst xmlns:a="http://schemas.openxmlformats.org/drawingml/2006/main">
              <a:ext uri="{FF2B5EF4-FFF2-40B4-BE49-F238E27FC236}">
                <a16:creationId xmlns:a16="http://schemas.microsoft.com/office/drawing/2014/main" id="{DB473278-F403-4E30-AA8D-CB7625C0ACD7}"/>
              </a:ext>
            </a:extLst>
          </p:cNvPr>
          <p:cNvSpPr>
            <a:spLocks xmlns:a="http://schemas.openxmlformats.org/drawingml/2006/main" noGrp="1"/>
          </p:cNvSpPr>
          <p:nvPr/>
        </p:nvSpPr>
        <p:spPr>
          <a:xfrm xmlns:a="http://schemas.openxmlformats.org/drawingml/2006/main">
            <a:off x="42481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6" name="">
            <a:extLst xmlns:a="http://schemas.openxmlformats.org/drawingml/2006/main">
              <a:ext uri="{FF2B5EF4-FFF2-40B4-BE49-F238E27FC236}">
                <a16:creationId xmlns:a16="http://schemas.microsoft.com/office/drawing/2014/main" id="{3B1B96EB-3B89-4B0F-B2B2-17B6467883AA}"/>
              </a:ext>
            </a:extLst>
          </p:cNvPr>
          <p:cNvSpPr>
            <a:spLocks xmlns:a="http://schemas.openxmlformats.org/drawingml/2006/main" noGrp="1"/>
          </p:cNvSpPr>
          <p:nvPr/>
        </p:nvSpPr>
        <p:spPr>
          <a:xfrm xmlns:a="http://schemas.openxmlformats.org/drawingml/2006/main">
            <a:off x="43529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7" name="">
            <a:extLst xmlns:a="http://schemas.openxmlformats.org/drawingml/2006/main">
              <a:ext uri="{FF2B5EF4-FFF2-40B4-BE49-F238E27FC236}">
                <a16:creationId xmlns:a16="http://schemas.microsoft.com/office/drawing/2014/main" id="{5AE7092D-C23B-4828-8C70-DDA6E017E32D}"/>
              </a:ext>
            </a:extLst>
          </p:cNvPr>
          <p:cNvSpPr>
            <a:spLocks xmlns:a="http://schemas.openxmlformats.org/drawingml/2006/main" noGrp="1"/>
          </p:cNvSpPr>
          <p:nvPr/>
        </p:nvSpPr>
        <p:spPr>
          <a:xfrm xmlns:a="http://schemas.openxmlformats.org/drawingml/2006/main">
            <a:off x="44577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8" name="">
            <a:extLst xmlns:a="http://schemas.openxmlformats.org/drawingml/2006/main">
              <a:ext uri="{FF2B5EF4-FFF2-40B4-BE49-F238E27FC236}">
                <a16:creationId xmlns:a16="http://schemas.microsoft.com/office/drawing/2014/main" id="{9C0A57AA-5239-4423-85E3-4EB4895F83C8}"/>
              </a:ext>
            </a:extLst>
          </p:cNvPr>
          <p:cNvSpPr>
            <a:spLocks xmlns:a="http://schemas.openxmlformats.org/drawingml/2006/main" noGrp="1"/>
          </p:cNvSpPr>
          <p:nvPr/>
        </p:nvSpPr>
        <p:spPr>
          <a:xfrm xmlns:a="http://schemas.openxmlformats.org/drawingml/2006/main">
            <a:off x="45624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9" name="">
            <a:extLst xmlns:a="http://schemas.openxmlformats.org/drawingml/2006/main">
              <a:ext uri="{FF2B5EF4-FFF2-40B4-BE49-F238E27FC236}">
                <a16:creationId xmlns:a16="http://schemas.microsoft.com/office/drawing/2014/main" id="{F2214E64-AF74-4BAC-8F1E-5729A3E11755}"/>
              </a:ext>
            </a:extLst>
          </p:cNvPr>
          <p:cNvSpPr>
            <a:spLocks xmlns:a="http://schemas.openxmlformats.org/drawingml/2006/main" noGrp="1"/>
          </p:cNvSpPr>
          <p:nvPr/>
        </p:nvSpPr>
        <p:spPr>
          <a:xfrm xmlns:a="http://schemas.openxmlformats.org/drawingml/2006/main">
            <a:off x="46672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0" name="">
            <a:extLst xmlns:a="http://schemas.openxmlformats.org/drawingml/2006/main">
              <a:ext uri="{FF2B5EF4-FFF2-40B4-BE49-F238E27FC236}">
                <a16:creationId xmlns:a16="http://schemas.microsoft.com/office/drawing/2014/main" id="{07BD9F90-C948-47C1-A562-111FCC6BC115}"/>
              </a:ext>
            </a:extLst>
          </p:cNvPr>
          <p:cNvSpPr>
            <a:spLocks xmlns:a="http://schemas.openxmlformats.org/drawingml/2006/main" noGrp="1"/>
          </p:cNvSpPr>
          <p:nvPr/>
        </p:nvSpPr>
        <p:spPr>
          <a:xfrm xmlns:a="http://schemas.openxmlformats.org/drawingml/2006/main">
            <a:off x="47720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1" name="">
            <a:extLst xmlns:a="http://schemas.openxmlformats.org/drawingml/2006/main">
              <a:ext uri="{FF2B5EF4-FFF2-40B4-BE49-F238E27FC236}">
                <a16:creationId xmlns:a16="http://schemas.microsoft.com/office/drawing/2014/main" id="{57162444-12C2-4D70-B765-D61B04DB49B1}"/>
              </a:ext>
            </a:extLst>
          </p:cNvPr>
          <p:cNvSpPr>
            <a:spLocks xmlns:a="http://schemas.openxmlformats.org/drawingml/2006/main" noGrp="1"/>
          </p:cNvSpPr>
          <p:nvPr/>
        </p:nvSpPr>
        <p:spPr>
          <a:xfrm xmlns:a="http://schemas.openxmlformats.org/drawingml/2006/main">
            <a:off x="48768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2" name="">
            <a:extLst xmlns:a="http://schemas.openxmlformats.org/drawingml/2006/main">
              <a:ext uri="{FF2B5EF4-FFF2-40B4-BE49-F238E27FC236}">
                <a16:creationId xmlns:a16="http://schemas.microsoft.com/office/drawing/2014/main" id="{073AF1C8-7525-4CFC-9645-25F7B1328FEA}"/>
              </a:ext>
            </a:extLst>
          </p:cNvPr>
          <p:cNvSpPr>
            <a:spLocks xmlns:a="http://schemas.openxmlformats.org/drawingml/2006/main" noGrp="1"/>
          </p:cNvSpPr>
          <p:nvPr/>
        </p:nvSpPr>
        <p:spPr>
          <a:xfrm xmlns:a="http://schemas.openxmlformats.org/drawingml/2006/main">
            <a:off x="49815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3" name="">
            <a:extLst xmlns:a="http://schemas.openxmlformats.org/drawingml/2006/main">
              <a:ext uri="{FF2B5EF4-FFF2-40B4-BE49-F238E27FC236}">
                <a16:creationId xmlns:a16="http://schemas.microsoft.com/office/drawing/2014/main" id="{1C557F24-9D3C-4DF0-B55A-32F3F9D36DCA}"/>
              </a:ext>
            </a:extLst>
          </p:cNvPr>
          <p:cNvSpPr>
            <a:spLocks xmlns:a="http://schemas.openxmlformats.org/drawingml/2006/main" noGrp="1"/>
          </p:cNvSpPr>
          <p:nvPr/>
        </p:nvSpPr>
        <p:spPr>
          <a:xfrm xmlns:a="http://schemas.openxmlformats.org/drawingml/2006/main">
            <a:off x="50863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4" name="">
            <a:extLst xmlns:a="http://schemas.openxmlformats.org/drawingml/2006/main">
              <a:ext uri="{FF2B5EF4-FFF2-40B4-BE49-F238E27FC236}">
                <a16:creationId xmlns:a16="http://schemas.microsoft.com/office/drawing/2014/main" id="{B4313FCE-A76D-4167-867E-621BEF47266D}"/>
              </a:ext>
            </a:extLst>
          </p:cNvPr>
          <p:cNvSpPr>
            <a:spLocks xmlns:a="http://schemas.openxmlformats.org/drawingml/2006/main" noGrp="1"/>
          </p:cNvSpPr>
          <p:nvPr/>
        </p:nvSpPr>
        <p:spPr>
          <a:xfrm xmlns:a="http://schemas.openxmlformats.org/drawingml/2006/main">
            <a:off x="51911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5" name="">
            <a:extLst xmlns:a="http://schemas.openxmlformats.org/drawingml/2006/main">
              <a:ext uri="{FF2B5EF4-FFF2-40B4-BE49-F238E27FC236}">
                <a16:creationId xmlns:a16="http://schemas.microsoft.com/office/drawing/2014/main" id="{74CF123E-7B58-42B8-937C-C2DA9C88B022}"/>
              </a:ext>
            </a:extLst>
          </p:cNvPr>
          <p:cNvSpPr>
            <a:spLocks xmlns:a="http://schemas.openxmlformats.org/drawingml/2006/main" noGrp="1"/>
          </p:cNvSpPr>
          <p:nvPr/>
        </p:nvSpPr>
        <p:spPr>
          <a:xfrm xmlns:a="http://schemas.openxmlformats.org/drawingml/2006/main">
            <a:off x="52959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6" name="">
            <a:extLst xmlns:a="http://schemas.openxmlformats.org/drawingml/2006/main">
              <a:ext uri="{FF2B5EF4-FFF2-40B4-BE49-F238E27FC236}">
                <a16:creationId xmlns:a16="http://schemas.microsoft.com/office/drawing/2014/main" id="{AD5E7B74-8A44-4B2F-BF9C-761321048FAD}"/>
              </a:ext>
            </a:extLst>
          </p:cNvPr>
          <p:cNvSpPr>
            <a:spLocks xmlns:a="http://schemas.openxmlformats.org/drawingml/2006/main" noGrp="1"/>
          </p:cNvSpPr>
          <p:nvPr/>
        </p:nvSpPr>
        <p:spPr>
          <a:xfrm xmlns:a="http://schemas.openxmlformats.org/drawingml/2006/main">
            <a:off x="54006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7" name="">
            <a:extLst xmlns:a="http://schemas.openxmlformats.org/drawingml/2006/main">
              <a:ext uri="{FF2B5EF4-FFF2-40B4-BE49-F238E27FC236}">
                <a16:creationId xmlns:a16="http://schemas.microsoft.com/office/drawing/2014/main" id="{D1A8036D-7EC4-4E06-BCD6-738EA9486A1C}"/>
              </a:ext>
            </a:extLst>
          </p:cNvPr>
          <p:cNvSpPr>
            <a:spLocks xmlns:a="http://schemas.openxmlformats.org/drawingml/2006/main" noGrp="1"/>
          </p:cNvSpPr>
          <p:nvPr/>
        </p:nvSpPr>
        <p:spPr>
          <a:xfrm xmlns:a="http://schemas.openxmlformats.org/drawingml/2006/main">
            <a:off x="55054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8" name="">
            <a:extLst xmlns:a="http://schemas.openxmlformats.org/drawingml/2006/main">
              <a:ext uri="{FF2B5EF4-FFF2-40B4-BE49-F238E27FC236}">
                <a16:creationId xmlns:a16="http://schemas.microsoft.com/office/drawing/2014/main" id="{1AE432B1-1ACB-4694-ABB3-65CEF6D5E189}"/>
              </a:ext>
            </a:extLst>
          </p:cNvPr>
          <p:cNvSpPr>
            <a:spLocks xmlns:a="http://schemas.openxmlformats.org/drawingml/2006/main" noGrp="1"/>
          </p:cNvSpPr>
          <p:nvPr/>
        </p:nvSpPr>
        <p:spPr>
          <a:xfrm xmlns:a="http://schemas.openxmlformats.org/drawingml/2006/main">
            <a:off x="56102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9" name="">
            <a:extLst xmlns:a="http://schemas.openxmlformats.org/drawingml/2006/main">
              <a:ext uri="{FF2B5EF4-FFF2-40B4-BE49-F238E27FC236}">
                <a16:creationId xmlns:a16="http://schemas.microsoft.com/office/drawing/2014/main" id="{EEDBECD1-3915-4A17-AD0F-54610545E52A}"/>
              </a:ext>
            </a:extLst>
          </p:cNvPr>
          <p:cNvSpPr>
            <a:spLocks xmlns:a="http://schemas.openxmlformats.org/drawingml/2006/main" noGrp="1"/>
          </p:cNvSpPr>
          <p:nvPr/>
        </p:nvSpPr>
        <p:spPr>
          <a:xfrm xmlns:a="http://schemas.openxmlformats.org/drawingml/2006/main">
            <a:off x="57150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0" name="">
            <a:extLst xmlns:a="http://schemas.openxmlformats.org/drawingml/2006/main">
              <a:ext uri="{FF2B5EF4-FFF2-40B4-BE49-F238E27FC236}">
                <a16:creationId xmlns:a16="http://schemas.microsoft.com/office/drawing/2014/main" id="{817E41D6-689E-452F-8906-FDB6EA6327E3}"/>
              </a:ext>
            </a:extLst>
          </p:cNvPr>
          <p:cNvSpPr>
            <a:spLocks xmlns:a="http://schemas.openxmlformats.org/drawingml/2006/main" noGrp="1"/>
          </p:cNvSpPr>
          <p:nvPr/>
        </p:nvSpPr>
        <p:spPr>
          <a:xfrm xmlns:a="http://schemas.openxmlformats.org/drawingml/2006/main">
            <a:off x="3695700" y="33051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41" name="">
            <a:extLst xmlns:a="http://schemas.openxmlformats.org/drawingml/2006/main">
              <a:ext uri="{FF2B5EF4-FFF2-40B4-BE49-F238E27FC236}">
                <a16:creationId xmlns:a16="http://schemas.microsoft.com/office/drawing/2014/main" id="{A01465D7-AECF-4F72-B3C9-13118123BB5D}"/>
              </a:ext>
            </a:extLst>
          </p:cNvPr>
          <p:cNvSpPr>
            <a:spLocks xmlns:a="http://schemas.openxmlformats.org/drawingml/2006/main" noGrp="1"/>
          </p:cNvSpPr>
          <p:nvPr/>
        </p:nvSpPr>
        <p:spPr>
          <a:xfrm xmlns:a="http://schemas.openxmlformats.org/drawingml/2006/main">
            <a:off x="3771900" y="33909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Session QUEUED + event</a:t>
            </a:r>
          </a:p>
        </p:txBody>
      </p:sp>
      <p:sp>
        <p:nvSpPr>
          <p:cNvPr id="242" name="">
            <a:extLst xmlns:a="http://schemas.openxmlformats.org/drawingml/2006/main">
              <a:ext uri="{FF2B5EF4-FFF2-40B4-BE49-F238E27FC236}">
                <a16:creationId xmlns:a16="http://schemas.microsoft.com/office/drawing/2014/main" id="{351A5AC0-6400-4FF4-A618-5DAD77CC73CB}"/>
              </a:ext>
            </a:extLst>
          </p:cNvPr>
          <p:cNvSpPr>
            <a:spLocks xmlns:a="http://schemas.openxmlformats.org/drawingml/2006/main" noGrp="1"/>
          </p:cNvSpPr>
          <p:nvPr/>
        </p:nvSpPr>
        <p:spPr>
          <a:xfrm xmlns:a="http://schemas.openxmlformats.org/drawingml/2006/main">
            <a:off x="590550" y="37052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43" name="">
            <a:extLst xmlns:a="http://schemas.openxmlformats.org/drawingml/2006/main">
              <a:ext uri="{FF2B5EF4-FFF2-40B4-BE49-F238E27FC236}">
                <a16:creationId xmlns:a16="http://schemas.microsoft.com/office/drawing/2014/main" id="{33D35554-8EE3-495A-A8F8-6D02BA50B969}"/>
              </a:ext>
            </a:extLst>
          </p:cNvPr>
          <p:cNvSpPr>
            <a:spLocks xmlns:a="http://schemas.openxmlformats.org/drawingml/2006/main" noGrp="1"/>
          </p:cNvSpPr>
          <p:nvPr/>
        </p:nvSpPr>
        <p:spPr>
          <a:xfrm xmlns:a="http://schemas.openxmlformats.org/drawingml/2006/main">
            <a:off x="590550" y="37528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4</a:t>
            </a:r>
          </a:p>
        </p:txBody>
      </p:sp>
      <p:sp>
        <p:nvSpPr>
          <p:cNvPr id="244" name="">
            <a:extLst xmlns:a="http://schemas.openxmlformats.org/drawingml/2006/main">
              <a:ext uri="{FF2B5EF4-FFF2-40B4-BE49-F238E27FC236}">
                <a16:creationId xmlns:a16="http://schemas.microsoft.com/office/drawing/2014/main" id="{9C2FEB38-0926-4B30-958F-9C4911964633}"/>
              </a:ext>
            </a:extLst>
          </p:cNvPr>
          <p:cNvSpPr>
            <a:spLocks xmlns:a="http://schemas.openxmlformats.org/drawingml/2006/main" noGrp="1"/>
          </p:cNvSpPr>
          <p:nvPr/>
        </p:nvSpPr>
        <p:spPr>
          <a:xfrm xmlns:a="http://schemas.openxmlformats.org/drawingml/2006/main">
            <a:off x="3695700" y="3752850"/>
            <a:ext cx="2076450" cy="76200"/>
          </a:xfrm>
          <a:prstGeom xmlns:a="http://schemas.openxmlformats.org/drawingml/2006/main" prst="rightArrow">
            <a:avLst/>
          </a:prstGeom>
          <a:solidFill xmlns:a="http://schemas.openxmlformats.org/drawingml/2006/main">
            <a:srgbClr val="2563EB"/>
          </a:solidFill>
          <a:ln xmlns:a="http://schemas.openxmlformats.org/drawingml/2006/main" w="0">
            <a:solidFill>
              <a:srgbClr val="2563EB"/>
            </a:solidFill>
          </a:ln>
        </p:spPr>
      </p:sp>
      <p:sp>
        <p:nvSpPr>
          <p:cNvPr id="245" name="">
            <a:extLst xmlns:a="http://schemas.openxmlformats.org/drawingml/2006/main">
              <a:ext uri="{FF2B5EF4-FFF2-40B4-BE49-F238E27FC236}">
                <a16:creationId xmlns:a16="http://schemas.microsoft.com/office/drawing/2014/main" id="{4B82821C-7057-4EDC-B9DE-47923BEADA7A}"/>
              </a:ext>
            </a:extLst>
          </p:cNvPr>
          <p:cNvSpPr>
            <a:spLocks xmlns:a="http://schemas.openxmlformats.org/drawingml/2006/main" noGrp="1"/>
          </p:cNvSpPr>
          <p:nvPr/>
        </p:nvSpPr>
        <p:spPr>
          <a:xfrm xmlns:a="http://schemas.openxmlformats.org/drawingml/2006/main">
            <a:off x="3771900" y="35623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2563EB"/>
                </a:solidFill>
                <a:latin typeface="Poppins"/>
                <a:ea typeface="Poppins"/>
                <a:cs typeface="Poppins"/>
              </a:defRPr>
            </a:pPr>
            <a:r>
              <a:rPr sz="720" b="1">
                <a:solidFill>
                  <a:srgbClr val="2563EB"/>
                </a:solidFill>
                <a:latin typeface="Poppins"/>
                <a:ea typeface="Poppins"/>
                <a:cs typeface="Poppins"/>
              </a:rPr>
              <a:t>POST /sessions/{id}/check-in</a:t>
            </a:r>
          </a:p>
        </p:txBody>
      </p:sp>
      <p:sp>
        <p:nvSpPr>
          <p:cNvPr id="246" name="">
            <a:extLst xmlns:a="http://schemas.openxmlformats.org/drawingml/2006/main">
              <a:ext uri="{FF2B5EF4-FFF2-40B4-BE49-F238E27FC236}">
                <a16:creationId xmlns:a16="http://schemas.microsoft.com/office/drawing/2014/main" id="{46B093CF-8C02-48D4-A656-F4B7E2D5F9D1}"/>
              </a:ext>
            </a:extLst>
          </p:cNvPr>
          <p:cNvSpPr>
            <a:spLocks xmlns:a="http://schemas.openxmlformats.org/drawingml/2006/main" noGrp="1"/>
          </p:cNvSpPr>
          <p:nvPr/>
        </p:nvSpPr>
        <p:spPr>
          <a:xfrm xmlns:a="http://schemas.openxmlformats.org/drawingml/2006/main">
            <a:off x="38290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7" name="">
            <a:extLst xmlns:a="http://schemas.openxmlformats.org/drawingml/2006/main">
              <a:ext uri="{FF2B5EF4-FFF2-40B4-BE49-F238E27FC236}">
                <a16:creationId xmlns:a16="http://schemas.microsoft.com/office/drawing/2014/main" id="{8E50CBFD-C4B1-4581-AB16-2AEEB1988E95}"/>
              </a:ext>
            </a:extLst>
          </p:cNvPr>
          <p:cNvSpPr>
            <a:spLocks xmlns:a="http://schemas.openxmlformats.org/drawingml/2006/main" noGrp="1"/>
          </p:cNvSpPr>
          <p:nvPr/>
        </p:nvSpPr>
        <p:spPr>
          <a:xfrm xmlns:a="http://schemas.openxmlformats.org/drawingml/2006/main">
            <a:off x="39338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8" name="">
            <a:extLst xmlns:a="http://schemas.openxmlformats.org/drawingml/2006/main">
              <a:ext uri="{FF2B5EF4-FFF2-40B4-BE49-F238E27FC236}">
                <a16:creationId xmlns:a16="http://schemas.microsoft.com/office/drawing/2014/main" id="{B40ED484-6909-41E0-AF5C-E4394A1ED95E}"/>
              </a:ext>
            </a:extLst>
          </p:cNvPr>
          <p:cNvSpPr>
            <a:spLocks xmlns:a="http://schemas.openxmlformats.org/drawingml/2006/main" noGrp="1"/>
          </p:cNvSpPr>
          <p:nvPr/>
        </p:nvSpPr>
        <p:spPr>
          <a:xfrm xmlns:a="http://schemas.openxmlformats.org/drawingml/2006/main">
            <a:off x="40386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9" name="">
            <a:extLst xmlns:a="http://schemas.openxmlformats.org/drawingml/2006/main">
              <a:ext uri="{FF2B5EF4-FFF2-40B4-BE49-F238E27FC236}">
                <a16:creationId xmlns:a16="http://schemas.microsoft.com/office/drawing/2014/main" id="{422BDDC7-5EA7-427C-B8C1-50277A883639}"/>
              </a:ext>
            </a:extLst>
          </p:cNvPr>
          <p:cNvSpPr>
            <a:spLocks xmlns:a="http://schemas.openxmlformats.org/drawingml/2006/main" noGrp="1"/>
          </p:cNvSpPr>
          <p:nvPr/>
        </p:nvSpPr>
        <p:spPr>
          <a:xfrm xmlns:a="http://schemas.openxmlformats.org/drawingml/2006/main">
            <a:off x="41433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0" name="">
            <a:extLst xmlns:a="http://schemas.openxmlformats.org/drawingml/2006/main">
              <a:ext uri="{FF2B5EF4-FFF2-40B4-BE49-F238E27FC236}">
                <a16:creationId xmlns:a16="http://schemas.microsoft.com/office/drawing/2014/main" id="{0C2385CE-4243-4955-99DB-8D756902CE54}"/>
              </a:ext>
            </a:extLst>
          </p:cNvPr>
          <p:cNvSpPr>
            <a:spLocks xmlns:a="http://schemas.openxmlformats.org/drawingml/2006/main" noGrp="1"/>
          </p:cNvSpPr>
          <p:nvPr/>
        </p:nvSpPr>
        <p:spPr>
          <a:xfrm xmlns:a="http://schemas.openxmlformats.org/drawingml/2006/main">
            <a:off x="42481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1" name="">
            <a:extLst xmlns:a="http://schemas.openxmlformats.org/drawingml/2006/main">
              <a:ext uri="{FF2B5EF4-FFF2-40B4-BE49-F238E27FC236}">
                <a16:creationId xmlns:a16="http://schemas.microsoft.com/office/drawing/2014/main" id="{A1BA3C8F-6A8E-430B-AAF9-1C3CCDA380AF}"/>
              </a:ext>
            </a:extLst>
          </p:cNvPr>
          <p:cNvSpPr>
            <a:spLocks xmlns:a="http://schemas.openxmlformats.org/drawingml/2006/main" noGrp="1"/>
          </p:cNvSpPr>
          <p:nvPr/>
        </p:nvSpPr>
        <p:spPr>
          <a:xfrm xmlns:a="http://schemas.openxmlformats.org/drawingml/2006/main">
            <a:off x="43529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2" name="">
            <a:extLst xmlns:a="http://schemas.openxmlformats.org/drawingml/2006/main">
              <a:ext uri="{FF2B5EF4-FFF2-40B4-BE49-F238E27FC236}">
                <a16:creationId xmlns:a16="http://schemas.microsoft.com/office/drawing/2014/main" id="{2F407D70-241D-411F-BA56-ED11A0C2B693}"/>
              </a:ext>
            </a:extLst>
          </p:cNvPr>
          <p:cNvSpPr>
            <a:spLocks xmlns:a="http://schemas.openxmlformats.org/drawingml/2006/main" noGrp="1"/>
          </p:cNvSpPr>
          <p:nvPr/>
        </p:nvSpPr>
        <p:spPr>
          <a:xfrm xmlns:a="http://schemas.openxmlformats.org/drawingml/2006/main">
            <a:off x="44577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3" name="">
            <a:extLst xmlns:a="http://schemas.openxmlformats.org/drawingml/2006/main">
              <a:ext uri="{FF2B5EF4-FFF2-40B4-BE49-F238E27FC236}">
                <a16:creationId xmlns:a16="http://schemas.microsoft.com/office/drawing/2014/main" id="{602E3F34-6014-41B2-85D9-1FF0BEB38676}"/>
              </a:ext>
            </a:extLst>
          </p:cNvPr>
          <p:cNvSpPr>
            <a:spLocks xmlns:a="http://schemas.openxmlformats.org/drawingml/2006/main" noGrp="1"/>
          </p:cNvSpPr>
          <p:nvPr/>
        </p:nvSpPr>
        <p:spPr>
          <a:xfrm xmlns:a="http://schemas.openxmlformats.org/drawingml/2006/main">
            <a:off x="45624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4" name="">
            <a:extLst xmlns:a="http://schemas.openxmlformats.org/drawingml/2006/main">
              <a:ext uri="{FF2B5EF4-FFF2-40B4-BE49-F238E27FC236}">
                <a16:creationId xmlns:a16="http://schemas.microsoft.com/office/drawing/2014/main" id="{FF99E2F3-8856-4D8C-9116-EDC26B6DAEE1}"/>
              </a:ext>
            </a:extLst>
          </p:cNvPr>
          <p:cNvSpPr>
            <a:spLocks xmlns:a="http://schemas.openxmlformats.org/drawingml/2006/main" noGrp="1"/>
          </p:cNvSpPr>
          <p:nvPr/>
        </p:nvSpPr>
        <p:spPr>
          <a:xfrm xmlns:a="http://schemas.openxmlformats.org/drawingml/2006/main">
            <a:off x="46672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5" name="">
            <a:extLst xmlns:a="http://schemas.openxmlformats.org/drawingml/2006/main">
              <a:ext uri="{FF2B5EF4-FFF2-40B4-BE49-F238E27FC236}">
                <a16:creationId xmlns:a16="http://schemas.microsoft.com/office/drawing/2014/main" id="{C8BABC82-3C49-47D0-BE70-4BB04ECA7F30}"/>
              </a:ext>
            </a:extLst>
          </p:cNvPr>
          <p:cNvSpPr>
            <a:spLocks xmlns:a="http://schemas.openxmlformats.org/drawingml/2006/main" noGrp="1"/>
          </p:cNvSpPr>
          <p:nvPr/>
        </p:nvSpPr>
        <p:spPr>
          <a:xfrm xmlns:a="http://schemas.openxmlformats.org/drawingml/2006/main">
            <a:off x="47720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6" name="">
            <a:extLst xmlns:a="http://schemas.openxmlformats.org/drawingml/2006/main">
              <a:ext uri="{FF2B5EF4-FFF2-40B4-BE49-F238E27FC236}">
                <a16:creationId xmlns:a16="http://schemas.microsoft.com/office/drawing/2014/main" id="{8D2B6F10-34DB-4C50-B635-092DDA438C27}"/>
              </a:ext>
            </a:extLst>
          </p:cNvPr>
          <p:cNvSpPr>
            <a:spLocks xmlns:a="http://schemas.openxmlformats.org/drawingml/2006/main" noGrp="1"/>
          </p:cNvSpPr>
          <p:nvPr/>
        </p:nvSpPr>
        <p:spPr>
          <a:xfrm xmlns:a="http://schemas.openxmlformats.org/drawingml/2006/main">
            <a:off x="48768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7" name="">
            <a:extLst xmlns:a="http://schemas.openxmlformats.org/drawingml/2006/main">
              <a:ext uri="{FF2B5EF4-FFF2-40B4-BE49-F238E27FC236}">
                <a16:creationId xmlns:a16="http://schemas.microsoft.com/office/drawing/2014/main" id="{650871BF-2596-4F11-95FE-0F450C848B52}"/>
              </a:ext>
            </a:extLst>
          </p:cNvPr>
          <p:cNvSpPr>
            <a:spLocks xmlns:a="http://schemas.openxmlformats.org/drawingml/2006/main" noGrp="1"/>
          </p:cNvSpPr>
          <p:nvPr/>
        </p:nvSpPr>
        <p:spPr>
          <a:xfrm xmlns:a="http://schemas.openxmlformats.org/drawingml/2006/main">
            <a:off x="49815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8" name="">
            <a:extLst xmlns:a="http://schemas.openxmlformats.org/drawingml/2006/main">
              <a:ext uri="{FF2B5EF4-FFF2-40B4-BE49-F238E27FC236}">
                <a16:creationId xmlns:a16="http://schemas.microsoft.com/office/drawing/2014/main" id="{791FE529-012F-47C9-AC52-D6499196B5A9}"/>
              </a:ext>
            </a:extLst>
          </p:cNvPr>
          <p:cNvSpPr>
            <a:spLocks xmlns:a="http://schemas.openxmlformats.org/drawingml/2006/main" noGrp="1"/>
          </p:cNvSpPr>
          <p:nvPr/>
        </p:nvSpPr>
        <p:spPr>
          <a:xfrm xmlns:a="http://schemas.openxmlformats.org/drawingml/2006/main">
            <a:off x="50863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9" name="">
            <a:extLst xmlns:a="http://schemas.openxmlformats.org/drawingml/2006/main">
              <a:ext uri="{FF2B5EF4-FFF2-40B4-BE49-F238E27FC236}">
                <a16:creationId xmlns:a16="http://schemas.microsoft.com/office/drawing/2014/main" id="{D98E29AB-F3EF-40C9-B120-EBB52964A371}"/>
              </a:ext>
            </a:extLst>
          </p:cNvPr>
          <p:cNvSpPr>
            <a:spLocks xmlns:a="http://schemas.openxmlformats.org/drawingml/2006/main" noGrp="1"/>
          </p:cNvSpPr>
          <p:nvPr/>
        </p:nvSpPr>
        <p:spPr>
          <a:xfrm xmlns:a="http://schemas.openxmlformats.org/drawingml/2006/main">
            <a:off x="51911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0" name="">
            <a:extLst xmlns:a="http://schemas.openxmlformats.org/drawingml/2006/main">
              <a:ext uri="{FF2B5EF4-FFF2-40B4-BE49-F238E27FC236}">
                <a16:creationId xmlns:a16="http://schemas.microsoft.com/office/drawing/2014/main" id="{61157531-F1E9-4137-8BE2-AF6EB513E294}"/>
              </a:ext>
            </a:extLst>
          </p:cNvPr>
          <p:cNvSpPr>
            <a:spLocks xmlns:a="http://schemas.openxmlformats.org/drawingml/2006/main" noGrp="1"/>
          </p:cNvSpPr>
          <p:nvPr/>
        </p:nvSpPr>
        <p:spPr>
          <a:xfrm xmlns:a="http://schemas.openxmlformats.org/drawingml/2006/main">
            <a:off x="52959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1" name="">
            <a:extLst xmlns:a="http://schemas.openxmlformats.org/drawingml/2006/main">
              <a:ext uri="{FF2B5EF4-FFF2-40B4-BE49-F238E27FC236}">
                <a16:creationId xmlns:a16="http://schemas.microsoft.com/office/drawing/2014/main" id="{6FE5108E-97FF-4EB6-9D87-E8D2C634913C}"/>
              </a:ext>
            </a:extLst>
          </p:cNvPr>
          <p:cNvSpPr>
            <a:spLocks xmlns:a="http://schemas.openxmlformats.org/drawingml/2006/main" noGrp="1"/>
          </p:cNvSpPr>
          <p:nvPr/>
        </p:nvSpPr>
        <p:spPr>
          <a:xfrm xmlns:a="http://schemas.openxmlformats.org/drawingml/2006/main">
            <a:off x="54006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2" name="">
            <a:extLst xmlns:a="http://schemas.openxmlformats.org/drawingml/2006/main">
              <a:ext uri="{FF2B5EF4-FFF2-40B4-BE49-F238E27FC236}">
                <a16:creationId xmlns:a16="http://schemas.microsoft.com/office/drawing/2014/main" id="{E0F7EA03-ACE3-4BB5-B0F9-3F15E8588E36}"/>
              </a:ext>
            </a:extLst>
          </p:cNvPr>
          <p:cNvSpPr>
            <a:spLocks xmlns:a="http://schemas.openxmlformats.org/drawingml/2006/main" noGrp="1"/>
          </p:cNvSpPr>
          <p:nvPr/>
        </p:nvSpPr>
        <p:spPr>
          <a:xfrm xmlns:a="http://schemas.openxmlformats.org/drawingml/2006/main">
            <a:off x="55054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3" name="">
            <a:extLst xmlns:a="http://schemas.openxmlformats.org/drawingml/2006/main">
              <a:ext uri="{FF2B5EF4-FFF2-40B4-BE49-F238E27FC236}">
                <a16:creationId xmlns:a16="http://schemas.microsoft.com/office/drawing/2014/main" id="{8DC12E8D-C179-4FBD-B5E5-C53F48C6B9DB}"/>
              </a:ext>
            </a:extLst>
          </p:cNvPr>
          <p:cNvSpPr>
            <a:spLocks xmlns:a="http://schemas.openxmlformats.org/drawingml/2006/main" noGrp="1"/>
          </p:cNvSpPr>
          <p:nvPr/>
        </p:nvSpPr>
        <p:spPr>
          <a:xfrm xmlns:a="http://schemas.openxmlformats.org/drawingml/2006/main">
            <a:off x="56102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4" name="">
            <a:extLst xmlns:a="http://schemas.openxmlformats.org/drawingml/2006/main">
              <a:ext uri="{FF2B5EF4-FFF2-40B4-BE49-F238E27FC236}">
                <a16:creationId xmlns:a16="http://schemas.microsoft.com/office/drawing/2014/main" id="{1F9FEEBD-4497-4B4E-94B1-72BD30691544}"/>
              </a:ext>
            </a:extLst>
          </p:cNvPr>
          <p:cNvSpPr>
            <a:spLocks xmlns:a="http://schemas.openxmlformats.org/drawingml/2006/main" noGrp="1"/>
          </p:cNvSpPr>
          <p:nvPr/>
        </p:nvSpPr>
        <p:spPr>
          <a:xfrm xmlns:a="http://schemas.openxmlformats.org/drawingml/2006/main">
            <a:off x="57150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5" name="">
            <a:extLst xmlns:a="http://schemas.openxmlformats.org/drawingml/2006/main">
              <a:ext uri="{FF2B5EF4-FFF2-40B4-BE49-F238E27FC236}">
                <a16:creationId xmlns:a16="http://schemas.microsoft.com/office/drawing/2014/main" id="{A195EA75-8051-49D7-82D1-028C8C8FBB82}"/>
              </a:ext>
            </a:extLst>
          </p:cNvPr>
          <p:cNvSpPr>
            <a:spLocks xmlns:a="http://schemas.openxmlformats.org/drawingml/2006/main" noGrp="1"/>
          </p:cNvSpPr>
          <p:nvPr/>
        </p:nvSpPr>
        <p:spPr>
          <a:xfrm xmlns:a="http://schemas.openxmlformats.org/drawingml/2006/main">
            <a:off x="3695700" y="38766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66" name="">
            <a:extLst xmlns:a="http://schemas.openxmlformats.org/drawingml/2006/main">
              <a:ext uri="{FF2B5EF4-FFF2-40B4-BE49-F238E27FC236}">
                <a16:creationId xmlns:a16="http://schemas.microsoft.com/office/drawing/2014/main" id="{34A35AB5-FC6B-47E4-B54A-0B65537DD00B}"/>
              </a:ext>
            </a:extLst>
          </p:cNvPr>
          <p:cNvSpPr>
            <a:spLocks xmlns:a="http://schemas.openxmlformats.org/drawingml/2006/main" noGrp="1"/>
          </p:cNvSpPr>
          <p:nvPr/>
        </p:nvSpPr>
        <p:spPr>
          <a:xfrm xmlns:a="http://schemas.openxmlformats.org/drawingml/2006/main">
            <a:off x="3771900" y="39624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CHECKED_IN + projected loyalty points</a:t>
            </a:r>
          </a:p>
        </p:txBody>
      </p:sp>
      <p:sp>
        <p:nvSpPr>
          <p:cNvPr id="267" name="">
            <a:extLst xmlns:a="http://schemas.openxmlformats.org/drawingml/2006/main">
              <a:ext uri="{FF2B5EF4-FFF2-40B4-BE49-F238E27FC236}">
                <a16:creationId xmlns:a16="http://schemas.microsoft.com/office/drawing/2014/main" id="{9D15AF77-7069-41B8-8434-0981A169560F}"/>
              </a:ext>
            </a:extLst>
          </p:cNvPr>
          <p:cNvSpPr>
            <a:spLocks xmlns:a="http://schemas.openxmlformats.org/drawingml/2006/main" noGrp="1"/>
          </p:cNvSpPr>
          <p:nvPr/>
        </p:nvSpPr>
        <p:spPr>
          <a:xfrm xmlns:a="http://schemas.openxmlformats.org/drawingml/2006/main">
            <a:off x="590550" y="4276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68" name="">
            <a:extLst xmlns:a="http://schemas.openxmlformats.org/drawingml/2006/main">
              <a:ext uri="{FF2B5EF4-FFF2-40B4-BE49-F238E27FC236}">
                <a16:creationId xmlns:a16="http://schemas.microsoft.com/office/drawing/2014/main" id="{E2E5EAA3-0383-4C91-9A78-348BBB887816}"/>
              </a:ext>
            </a:extLst>
          </p:cNvPr>
          <p:cNvSpPr>
            <a:spLocks xmlns:a="http://schemas.openxmlformats.org/drawingml/2006/main" noGrp="1"/>
          </p:cNvSpPr>
          <p:nvPr/>
        </p:nvSpPr>
        <p:spPr>
          <a:xfrm xmlns:a="http://schemas.openxmlformats.org/drawingml/2006/main">
            <a:off x="590550" y="4324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5</a:t>
            </a:r>
          </a:p>
        </p:txBody>
      </p:sp>
      <p:sp>
        <p:nvSpPr>
          <p:cNvPr id="269" name="">
            <a:extLst xmlns:a="http://schemas.openxmlformats.org/drawingml/2006/main">
              <a:ext uri="{FF2B5EF4-FFF2-40B4-BE49-F238E27FC236}">
                <a16:creationId xmlns:a16="http://schemas.microsoft.com/office/drawing/2014/main" id="{6A817FB9-12BC-4339-A8AB-5F9253778261}"/>
              </a:ext>
            </a:extLst>
          </p:cNvPr>
          <p:cNvSpPr>
            <a:spLocks xmlns:a="http://schemas.openxmlformats.org/drawingml/2006/main" noGrp="1"/>
          </p:cNvSpPr>
          <p:nvPr/>
        </p:nvSpPr>
        <p:spPr>
          <a:xfrm xmlns:a="http://schemas.openxmlformats.org/drawingml/2006/main">
            <a:off x="3695700" y="4324350"/>
            <a:ext cx="2076450" cy="76200"/>
          </a:xfrm>
          <a:prstGeom xmlns:a="http://schemas.openxmlformats.org/drawingml/2006/main" prst="rightArrow">
            <a:avLst/>
          </a:prstGeom>
          <a:solidFill xmlns:a="http://schemas.openxmlformats.org/drawingml/2006/main">
            <a:srgbClr val="FF5A1F"/>
          </a:solidFill>
          <a:ln xmlns:a="http://schemas.openxmlformats.org/drawingml/2006/main" w="0">
            <a:solidFill>
              <a:srgbClr val="FF5A1F"/>
            </a:solidFill>
          </a:ln>
        </p:spPr>
      </p:sp>
      <p:sp>
        <p:nvSpPr>
          <p:cNvPr id="270" name="">
            <a:extLst xmlns:a="http://schemas.openxmlformats.org/drawingml/2006/main">
              <a:ext uri="{FF2B5EF4-FFF2-40B4-BE49-F238E27FC236}">
                <a16:creationId xmlns:a16="http://schemas.microsoft.com/office/drawing/2014/main" id="{061533AA-D686-42E0-93CE-D8C2837DF319}"/>
              </a:ext>
            </a:extLst>
          </p:cNvPr>
          <p:cNvSpPr>
            <a:spLocks xmlns:a="http://schemas.openxmlformats.org/drawingml/2006/main" noGrp="1"/>
          </p:cNvSpPr>
          <p:nvPr/>
        </p:nvSpPr>
        <p:spPr>
          <a:xfrm xmlns:a="http://schemas.openxmlformats.org/drawingml/2006/main">
            <a:off x="3771900" y="41338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FF5A1F"/>
                </a:solidFill>
                <a:latin typeface="Poppins"/>
                <a:ea typeface="Poppins"/>
                <a:cs typeface="Poppins"/>
              </a:defRPr>
            </a:pPr>
            <a:r>
              <a:rPr sz="720" b="1">
                <a:solidFill>
                  <a:srgbClr val="FF5A1F"/>
                </a:solidFill>
                <a:latin typeface="Poppins"/>
                <a:ea typeface="Poppins"/>
                <a:cs typeface="Poppins"/>
              </a:rPr>
              <a:t>POST /sessions/{id}/start</a:t>
            </a:r>
          </a:p>
        </p:txBody>
      </p:sp>
      <p:sp>
        <p:nvSpPr>
          <p:cNvPr id="271" name="">
            <a:extLst xmlns:a="http://schemas.openxmlformats.org/drawingml/2006/main">
              <a:ext uri="{FF2B5EF4-FFF2-40B4-BE49-F238E27FC236}">
                <a16:creationId xmlns:a16="http://schemas.microsoft.com/office/drawing/2014/main" id="{315E78E0-80A6-4535-B531-D53AEE916C9B}"/>
              </a:ext>
            </a:extLst>
          </p:cNvPr>
          <p:cNvSpPr>
            <a:spLocks xmlns:a="http://schemas.openxmlformats.org/drawingml/2006/main" noGrp="1"/>
          </p:cNvSpPr>
          <p:nvPr/>
        </p:nvSpPr>
        <p:spPr>
          <a:xfrm xmlns:a="http://schemas.openxmlformats.org/drawingml/2006/main">
            <a:off x="38290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2" name="">
            <a:extLst xmlns:a="http://schemas.openxmlformats.org/drawingml/2006/main">
              <a:ext uri="{FF2B5EF4-FFF2-40B4-BE49-F238E27FC236}">
                <a16:creationId xmlns:a16="http://schemas.microsoft.com/office/drawing/2014/main" id="{E5AEA1D3-733E-47F2-AF56-C255888E9AF3}"/>
              </a:ext>
            </a:extLst>
          </p:cNvPr>
          <p:cNvSpPr>
            <a:spLocks xmlns:a="http://schemas.openxmlformats.org/drawingml/2006/main" noGrp="1"/>
          </p:cNvSpPr>
          <p:nvPr/>
        </p:nvSpPr>
        <p:spPr>
          <a:xfrm xmlns:a="http://schemas.openxmlformats.org/drawingml/2006/main">
            <a:off x="39338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3" name="">
            <a:extLst xmlns:a="http://schemas.openxmlformats.org/drawingml/2006/main">
              <a:ext uri="{FF2B5EF4-FFF2-40B4-BE49-F238E27FC236}">
                <a16:creationId xmlns:a16="http://schemas.microsoft.com/office/drawing/2014/main" id="{0EDBB719-B84F-4612-B9B8-DEAA4C0DF570}"/>
              </a:ext>
            </a:extLst>
          </p:cNvPr>
          <p:cNvSpPr>
            <a:spLocks xmlns:a="http://schemas.openxmlformats.org/drawingml/2006/main" noGrp="1"/>
          </p:cNvSpPr>
          <p:nvPr/>
        </p:nvSpPr>
        <p:spPr>
          <a:xfrm xmlns:a="http://schemas.openxmlformats.org/drawingml/2006/main">
            <a:off x="40386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4" name="">
            <a:extLst xmlns:a="http://schemas.openxmlformats.org/drawingml/2006/main">
              <a:ext uri="{FF2B5EF4-FFF2-40B4-BE49-F238E27FC236}">
                <a16:creationId xmlns:a16="http://schemas.microsoft.com/office/drawing/2014/main" id="{46D362F4-09E3-4770-8187-9DEFAFF0423A}"/>
              </a:ext>
            </a:extLst>
          </p:cNvPr>
          <p:cNvSpPr>
            <a:spLocks xmlns:a="http://schemas.openxmlformats.org/drawingml/2006/main" noGrp="1"/>
          </p:cNvSpPr>
          <p:nvPr/>
        </p:nvSpPr>
        <p:spPr>
          <a:xfrm xmlns:a="http://schemas.openxmlformats.org/drawingml/2006/main">
            <a:off x="41433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5" name="">
            <a:extLst xmlns:a="http://schemas.openxmlformats.org/drawingml/2006/main">
              <a:ext uri="{FF2B5EF4-FFF2-40B4-BE49-F238E27FC236}">
                <a16:creationId xmlns:a16="http://schemas.microsoft.com/office/drawing/2014/main" id="{5606D8D0-EF0B-4FB5-9E25-D7F2C14780EB}"/>
              </a:ext>
            </a:extLst>
          </p:cNvPr>
          <p:cNvSpPr>
            <a:spLocks xmlns:a="http://schemas.openxmlformats.org/drawingml/2006/main" noGrp="1"/>
          </p:cNvSpPr>
          <p:nvPr/>
        </p:nvSpPr>
        <p:spPr>
          <a:xfrm xmlns:a="http://schemas.openxmlformats.org/drawingml/2006/main">
            <a:off x="42481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6" name="">
            <a:extLst xmlns:a="http://schemas.openxmlformats.org/drawingml/2006/main">
              <a:ext uri="{FF2B5EF4-FFF2-40B4-BE49-F238E27FC236}">
                <a16:creationId xmlns:a16="http://schemas.microsoft.com/office/drawing/2014/main" id="{8502BAEC-7DE2-43D2-BB95-FD90A693DF4D}"/>
              </a:ext>
            </a:extLst>
          </p:cNvPr>
          <p:cNvSpPr>
            <a:spLocks xmlns:a="http://schemas.openxmlformats.org/drawingml/2006/main" noGrp="1"/>
          </p:cNvSpPr>
          <p:nvPr/>
        </p:nvSpPr>
        <p:spPr>
          <a:xfrm xmlns:a="http://schemas.openxmlformats.org/drawingml/2006/main">
            <a:off x="43529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7" name="">
            <a:extLst xmlns:a="http://schemas.openxmlformats.org/drawingml/2006/main">
              <a:ext uri="{FF2B5EF4-FFF2-40B4-BE49-F238E27FC236}">
                <a16:creationId xmlns:a16="http://schemas.microsoft.com/office/drawing/2014/main" id="{121BE6FB-7B7E-44A6-9D8F-20449F991704}"/>
              </a:ext>
            </a:extLst>
          </p:cNvPr>
          <p:cNvSpPr>
            <a:spLocks xmlns:a="http://schemas.openxmlformats.org/drawingml/2006/main" noGrp="1"/>
          </p:cNvSpPr>
          <p:nvPr/>
        </p:nvSpPr>
        <p:spPr>
          <a:xfrm xmlns:a="http://schemas.openxmlformats.org/drawingml/2006/main">
            <a:off x="44577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8" name="">
            <a:extLst xmlns:a="http://schemas.openxmlformats.org/drawingml/2006/main">
              <a:ext uri="{FF2B5EF4-FFF2-40B4-BE49-F238E27FC236}">
                <a16:creationId xmlns:a16="http://schemas.microsoft.com/office/drawing/2014/main" id="{86F738AC-B136-4CB2-8353-ACBC4759F2B6}"/>
              </a:ext>
            </a:extLst>
          </p:cNvPr>
          <p:cNvSpPr>
            <a:spLocks xmlns:a="http://schemas.openxmlformats.org/drawingml/2006/main" noGrp="1"/>
          </p:cNvSpPr>
          <p:nvPr/>
        </p:nvSpPr>
        <p:spPr>
          <a:xfrm xmlns:a="http://schemas.openxmlformats.org/drawingml/2006/main">
            <a:off x="45624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9" name="">
            <a:extLst xmlns:a="http://schemas.openxmlformats.org/drawingml/2006/main">
              <a:ext uri="{FF2B5EF4-FFF2-40B4-BE49-F238E27FC236}">
                <a16:creationId xmlns:a16="http://schemas.microsoft.com/office/drawing/2014/main" id="{3651151A-B1B6-4CA3-BDBC-9EBB6C98EB38}"/>
              </a:ext>
            </a:extLst>
          </p:cNvPr>
          <p:cNvSpPr>
            <a:spLocks xmlns:a="http://schemas.openxmlformats.org/drawingml/2006/main" noGrp="1"/>
          </p:cNvSpPr>
          <p:nvPr/>
        </p:nvSpPr>
        <p:spPr>
          <a:xfrm xmlns:a="http://schemas.openxmlformats.org/drawingml/2006/main">
            <a:off x="46672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0" name="">
            <a:extLst xmlns:a="http://schemas.openxmlformats.org/drawingml/2006/main">
              <a:ext uri="{FF2B5EF4-FFF2-40B4-BE49-F238E27FC236}">
                <a16:creationId xmlns:a16="http://schemas.microsoft.com/office/drawing/2014/main" id="{CECE71D5-BFEF-4E88-B898-1A36D155DC1C}"/>
              </a:ext>
            </a:extLst>
          </p:cNvPr>
          <p:cNvSpPr>
            <a:spLocks xmlns:a="http://schemas.openxmlformats.org/drawingml/2006/main" noGrp="1"/>
          </p:cNvSpPr>
          <p:nvPr/>
        </p:nvSpPr>
        <p:spPr>
          <a:xfrm xmlns:a="http://schemas.openxmlformats.org/drawingml/2006/main">
            <a:off x="47720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1" name="">
            <a:extLst xmlns:a="http://schemas.openxmlformats.org/drawingml/2006/main">
              <a:ext uri="{FF2B5EF4-FFF2-40B4-BE49-F238E27FC236}">
                <a16:creationId xmlns:a16="http://schemas.microsoft.com/office/drawing/2014/main" id="{C1A66282-62EF-4372-B997-A06E8CC2B3CE}"/>
              </a:ext>
            </a:extLst>
          </p:cNvPr>
          <p:cNvSpPr>
            <a:spLocks xmlns:a="http://schemas.openxmlformats.org/drawingml/2006/main" noGrp="1"/>
          </p:cNvSpPr>
          <p:nvPr/>
        </p:nvSpPr>
        <p:spPr>
          <a:xfrm xmlns:a="http://schemas.openxmlformats.org/drawingml/2006/main">
            <a:off x="48768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2" name="">
            <a:extLst xmlns:a="http://schemas.openxmlformats.org/drawingml/2006/main">
              <a:ext uri="{FF2B5EF4-FFF2-40B4-BE49-F238E27FC236}">
                <a16:creationId xmlns:a16="http://schemas.microsoft.com/office/drawing/2014/main" id="{28DFD1EC-75B6-438B-86E0-A2048090D717}"/>
              </a:ext>
            </a:extLst>
          </p:cNvPr>
          <p:cNvSpPr>
            <a:spLocks xmlns:a="http://schemas.openxmlformats.org/drawingml/2006/main" noGrp="1"/>
          </p:cNvSpPr>
          <p:nvPr/>
        </p:nvSpPr>
        <p:spPr>
          <a:xfrm xmlns:a="http://schemas.openxmlformats.org/drawingml/2006/main">
            <a:off x="49815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3" name="">
            <a:extLst xmlns:a="http://schemas.openxmlformats.org/drawingml/2006/main">
              <a:ext uri="{FF2B5EF4-FFF2-40B4-BE49-F238E27FC236}">
                <a16:creationId xmlns:a16="http://schemas.microsoft.com/office/drawing/2014/main" id="{9B359713-2925-45B8-A0FB-583BA4DBE591}"/>
              </a:ext>
            </a:extLst>
          </p:cNvPr>
          <p:cNvSpPr>
            <a:spLocks xmlns:a="http://schemas.openxmlformats.org/drawingml/2006/main" noGrp="1"/>
          </p:cNvSpPr>
          <p:nvPr/>
        </p:nvSpPr>
        <p:spPr>
          <a:xfrm xmlns:a="http://schemas.openxmlformats.org/drawingml/2006/main">
            <a:off x="50863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4" name="">
            <a:extLst xmlns:a="http://schemas.openxmlformats.org/drawingml/2006/main">
              <a:ext uri="{FF2B5EF4-FFF2-40B4-BE49-F238E27FC236}">
                <a16:creationId xmlns:a16="http://schemas.microsoft.com/office/drawing/2014/main" id="{A1AC90C7-1C9B-4FBC-8820-12012D34768A}"/>
              </a:ext>
            </a:extLst>
          </p:cNvPr>
          <p:cNvSpPr>
            <a:spLocks xmlns:a="http://schemas.openxmlformats.org/drawingml/2006/main" noGrp="1"/>
          </p:cNvSpPr>
          <p:nvPr/>
        </p:nvSpPr>
        <p:spPr>
          <a:xfrm xmlns:a="http://schemas.openxmlformats.org/drawingml/2006/main">
            <a:off x="51911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5" name="">
            <a:extLst xmlns:a="http://schemas.openxmlformats.org/drawingml/2006/main">
              <a:ext uri="{FF2B5EF4-FFF2-40B4-BE49-F238E27FC236}">
                <a16:creationId xmlns:a16="http://schemas.microsoft.com/office/drawing/2014/main" id="{08E9C517-C048-452B-99ED-D1CE710FCF3D}"/>
              </a:ext>
            </a:extLst>
          </p:cNvPr>
          <p:cNvSpPr>
            <a:spLocks xmlns:a="http://schemas.openxmlformats.org/drawingml/2006/main" noGrp="1"/>
          </p:cNvSpPr>
          <p:nvPr/>
        </p:nvSpPr>
        <p:spPr>
          <a:xfrm xmlns:a="http://schemas.openxmlformats.org/drawingml/2006/main">
            <a:off x="52959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6" name="">
            <a:extLst xmlns:a="http://schemas.openxmlformats.org/drawingml/2006/main">
              <a:ext uri="{FF2B5EF4-FFF2-40B4-BE49-F238E27FC236}">
                <a16:creationId xmlns:a16="http://schemas.microsoft.com/office/drawing/2014/main" id="{B012CEC5-2BB7-4BE2-ACDE-21062EA35EAC}"/>
              </a:ext>
            </a:extLst>
          </p:cNvPr>
          <p:cNvSpPr>
            <a:spLocks xmlns:a="http://schemas.openxmlformats.org/drawingml/2006/main" noGrp="1"/>
          </p:cNvSpPr>
          <p:nvPr/>
        </p:nvSpPr>
        <p:spPr>
          <a:xfrm xmlns:a="http://schemas.openxmlformats.org/drawingml/2006/main">
            <a:off x="54006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7" name="">
            <a:extLst xmlns:a="http://schemas.openxmlformats.org/drawingml/2006/main">
              <a:ext uri="{FF2B5EF4-FFF2-40B4-BE49-F238E27FC236}">
                <a16:creationId xmlns:a16="http://schemas.microsoft.com/office/drawing/2014/main" id="{F1EB5796-2898-4A75-905B-60E8BF25A88C}"/>
              </a:ext>
            </a:extLst>
          </p:cNvPr>
          <p:cNvSpPr>
            <a:spLocks xmlns:a="http://schemas.openxmlformats.org/drawingml/2006/main" noGrp="1"/>
          </p:cNvSpPr>
          <p:nvPr/>
        </p:nvSpPr>
        <p:spPr>
          <a:xfrm xmlns:a="http://schemas.openxmlformats.org/drawingml/2006/main">
            <a:off x="55054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8" name="">
            <a:extLst xmlns:a="http://schemas.openxmlformats.org/drawingml/2006/main">
              <a:ext uri="{FF2B5EF4-FFF2-40B4-BE49-F238E27FC236}">
                <a16:creationId xmlns:a16="http://schemas.microsoft.com/office/drawing/2014/main" id="{769696D4-77FD-44C2-B045-D9273F926F97}"/>
              </a:ext>
            </a:extLst>
          </p:cNvPr>
          <p:cNvSpPr>
            <a:spLocks xmlns:a="http://schemas.openxmlformats.org/drawingml/2006/main" noGrp="1"/>
          </p:cNvSpPr>
          <p:nvPr/>
        </p:nvSpPr>
        <p:spPr>
          <a:xfrm xmlns:a="http://schemas.openxmlformats.org/drawingml/2006/main">
            <a:off x="56102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9" name="">
            <a:extLst xmlns:a="http://schemas.openxmlformats.org/drawingml/2006/main">
              <a:ext uri="{FF2B5EF4-FFF2-40B4-BE49-F238E27FC236}">
                <a16:creationId xmlns:a16="http://schemas.microsoft.com/office/drawing/2014/main" id="{52A7CE9D-9CB5-4534-B81B-6491B15D3687}"/>
              </a:ext>
            </a:extLst>
          </p:cNvPr>
          <p:cNvSpPr>
            <a:spLocks xmlns:a="http://schemas.openxmlformats.org/drawingml/2006/main" noGrp="1"/>
          </p:cNvSpPr>
          <p:nvPr/>
        </p:nvSpPr>
        <p:spPr>
          <a:xfrm xmlns:a="http://schemas.openxmlformats.org/drawingml/2006/main">
            <a:off x="57150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0" name="">
            <a:extLst xmlns:a="http://schemas.openxmlformats.org/drawingml/2006/main">
              <a:ext uri="{FF2B5EF4-FFF2-40B4-BE49-F238E27FC236}">
                <a16:creationId xmlns:a16="http://schemas.microsoft.com/office/drawing/2014/main" id="{62354653-972F-4C46-A2A3-7C189F8D4C64}"/>
              </a:ext>
            </a:extLst>
          </p:cNvPr>
          <p:cNvSpPr>
            <a:spLocks xmlns:a="http://schemas.openxmlformats.org/drawingml/2006/main" noGrp="1"/>
          </p:cNvSpPr>
          <p:nvPr/>
        </p:nvSpPr>
        <p:spPr>
          <a:xfrm xmlns:a="http://schemas.openxmlformats.org/drawingml/2006/main">
            <a:off x="3695700" y="44481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91" name="">
            <a:extLst xmlns:a="http://schemas.openxmlformats.org/drawingml/2006/main">
              <a:ext uri="{FF2B5EF4-FFF2-40B4-BE49-F238E27FC236}">
                <a16:creationId xmlns:a16="http://schemas.microsoft.com/office/drawing/2014/main" id="{E41EB045-24A7-426D-89B1-05F34724F2D0}"/>
              </a:ext>
            </a:extLst>
          </p:cNvPr>
          <p:cNvSpPr>
            <a:spLocks xmlns:a="http://schemas.openxmlformats.org/drawingml/2006/main" noGrp="1"/>
          </p:cNvSpPr>
          <p:nvPr/>
        </p:nvSpPr>
        <p:spPr>
          <a:xfrm xmlns:a="http://schemas.openxmlformats.org/drawingml/2006/main">
            <a:off x="3771900" y="45339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Session + booking IN_PROGRESS</a:t>
            </a:r>
          </a:p>
        </p:txBody>
      </p:sp>
      <p:sp>
        <p:nvSpPr>
          <p:cNvPr id="292" name="">
            <a:extLst xmlns:a="http://schemas.openxmlformats.org/drawingml/2006/main">
              <a:ext uri="{FF2B5EF4-FFF2-40B4-BE49-F238E27FC236}">
                <a16:creationId xmlns:a16="http://schemas.microsoft.com/office/drawing/2014/main" id="{D84BB236-720C-4458-A263-3B7A23F720D1}"/>
              </a:ext>
            </a:extLst>
          </p:cNvPr>
          <p:cNvSpPr>
            <a:spLocks xmlns:a="http://schemas.openxmlformats.org/drawingml/2006/main" noGrp="1"/>
          </p:cNvSpPr>
          <p:nvPr/>
        </p:nvSpPr>
        <p:spPr>
          <a:xfrm xmlns:a="http://schemas.openxmlformats.org/drawingml/2006/main">
            <a:off x="590550" y="48482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93" name="">
            <a:extLst xmlns:a="http://schemas.openxmlformats.org/drawingml/2006/main">
              <a:ext uri="{FF2B5EF4-FFF2-40B4-BE49-F238E27FC236}">
                <a16:creationId xmlns:a16="http://schemas.microsoft.com/office/drawing/2014/main" id="{CDFB6B14-8CFA-4D99-BB1A-8C0377D540A7}"/>
              </a:ext>
            </a:extLst>
          </p:cNvPr>
          <p:cNvSpPr>
            <a:spLocks xmlns:a="http://schemas.openxmlformats.org/drawingml/2006/main" noGrp="1"/>
          </p:cNvSpPr>
          <p:nvPr/>
        </p:nvSpPr>
        <p:spPr>
          <a:xfrm xmlns:a="http://schemas.openxmlformats.org/drawingml/2006/main">
            <a:off x="590550" y="48958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6</a:t>
            </a:r>
          </a:p>
        </p:txBody>
      </p:sp>
      <p:sp>
        <p:nvSpPr>
          <p:cNvPr id="294" name="">
            <a:extLst xmlns:a="http://schemas.openxmlformats.org/drawingml/2006/main">
              <a:ext uri="{FF2B5EF4-FFF2-40B4-BE49-F238E27FC236}">
                <a16:creationId xmlns:a16="http://schemas.microsoft.com/office/drawing/2014/main" id="{96B6E2E3-AB77-47B9-8C58-84F0FF47C12F}"/>
              </a:ext>
            </a:extLst>
          </p:cNvPr>
          <p:cNvSpPr>
            <a:spLocks xmlns:a="http://schemas.openxmlformats.org/drawingml/2006/main" noGrp="1"/>
          </p:cNvSpPr>
          <p:nvPr/>
        </p:nvSpPr>
        <p:spPr>
          <a:xfrm xmlns:a="http://schemas.openxmlformats.org/drawingml/2006/main">
            <a:off x="3695700" y="4895850"/>
            <a:ext cx="2076450" cy="76200"/>
          </a:xfrm>
          <a:prstGeom xmlns:a="http://schemas.openxmlformats.org/drawingml/2006/main" prst="rightArrow">
            <a:avLst/>
          </a:prstGeom>
          <a:solidFill xmlns:a="http://schemas.openxmlformats.org/drawingml/2006/main">
            <a:srgbClr val="16A34A"/>
          </a:solidFill>
          <a:ln xmlns:a="http://schemas.openxmlformats.org/drawingml/2006/main" w="0">
            <a:solidFill>
              <a:srgbClr val="16A34A"/>
            </a:solidFill>
          </a:ln>
        </p:spPr>
      </p:sp>
      <p:sp>
        <p:nvSpPr>
          <p:cNvPr id="295" name="">
            <a:extLst xmlns:a="http://schemas.openxmlformats.org/drawingml/2006/main">
              <a:ext uri="{FF2B5EF4-FFF2-40B4-BE49-F238E27FC236}">
                <a16:creationId xmlns:a16="http://schemas.microsoft.com/office/drawing/2014/main" id="{250B599E-8524-47BB-921C-2D6EAC8F79A5}"/>
              </a:ext>
            </a:extLst>
          </p:cNvPr>
          <p:cNvSpPr>
            <a:spLocks xmlns:a="http://schemas.openxmlformats.org/drawingml/2006/main" noGrp="1"/>
          </p:cNvSpPr>
          <p:nvPr/>
        </p:nvSpPr>
        <p:spPr>
          <a:xfrm xmlns:a="http://schemas.openxmlformats.org/drawingml/2006/main">
            <a:off x="3771900" y="47053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16A34A"/>
                </a:solidFill>
                <a:latin typeface="Poppins"/>
                <a:ea typeface="Poppins"/>
                <a:cs typeface="Poppins"/>
              </a:defRPr>
            </a:pPr>
            <a:r>
              <a:rPr sz="720" b="1">
                <a:solidFill>
                  <a:srgbClr val="16A34A"/>
                </a:solidFill>
                <a:latin typeface="Poppins"/>
                <a:ea typeface="Poppins"/>
                <a:cs typeface="Poppins"/>
              </a:rPr>
              <a:t>POST /sessions/{id}/complete</a:t>
            </a:r>
          </a:p>
        </p:txBody>
      </p:sp>
      <p:sp>
        <p:nvSpPr>
          <p:cNvPr id="296" name="">
            <a:extLst xmlns:a="http://schemas.openxmlformats.org/drawingml/2006/main">
              <a:ext uri="{FF2B5EF4-FFF2-40B4-BE49-F238E27FC236}">
                <a16:creationId xmlns:a16="http://schemas.microsoft.com/office/drawing/2014/main" id="{E65E2FF8-2F9D-475A-9BFD-C51894A03E5F}"/>
              </a:ext>
            </a:extLst>
          </p:cNvPr>
          <p:cNvSpPr>
            <a:spLocks xmlns:a="http://schemas.openxmlformats.org/drawingml/2006/main" noGrp="1"/>
          </p:cNvSpPr>
          <p:nvPr/>
        </p:nvSpPr>
        <p:spPr>
          <a:xfrm xmlns:a="http://schemas.openxmlformats.org/drawingml/2006/main">
            <a:off x="38290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7" name="">
            <a:extLst xmlns:a="http://schemas.openxmlformats.org/drawingml/2006/main">
              <a:ext uri="{FF2B5EF4-FFF2-40B4-BE49-F238E27FC236}">
                <a16:creationId xmlns:a16="http://schemas.microsoft.com/office/drawing/2014/main" id="{B8BD52DA-BC81-4359-9DFF-75694CE8DF5B}"/>
              </a:ext>
            </a:extLst>
          </p:cNvPr>
          <p:cNvSpPr>
            <a:spLocks xmlns:a="http://schemas.openxmlformats.org/drawingml/2006/main" noGrp="1"/>
          </p:cNvSpPr>
          <p:nvPr/>
        </p:nvSpPr>
        <p:spPr>
          <a:xfrm xmlns:a="http://schemas.openxmlformats.org/drawingml/2006/main">
            <a:off x="39338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8" name="">
            <a:extLst xmlns:a="http://schemas.openxmlformats.org/drawingml/2006/main">
              <a:ext uri="{FF2B5EF4-FFF2-40B4-BE49-F238E27FC236}">
                <a16:creationId xmlns:a16="http://schemas.microsoft.com/office/drawing/2014/main" id="{28919B09-F85D-4895-8C94-F6950649A7E8}"/>
              </a:ext>
            </a:extLst>
          </p:cNvPr>
          <p:cNvSpPr>
            <a:spLocks xmlns:a="http://schemas.openxmlformats.org/drawingml/2006/main" noGrp="1"/>
          </p:cNvSpPr>
          <p:nvPr/>
        </p:nvSpPr>
        <p:spPr>
          <a:xfrm xmlns:a="http://schemas.openxmlformats.org/drawingml/2006/main">
            <a:off x="40386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9" name="">
            <a:extLst xmlns:a="http://schemas.openxmlformats.org/drawingml/2006/main">
              <a:ext uri="{FF2B5EF4-FFF2-40B4-BE49-F238E27FC236}">
                <a16:creationId xmlns:a16="http://schemas.microsoft.com/office/drawing/2014/main" id="{44FD3DDB-EBDB-4E8C-9EDE-A93857CD164E}"/>
              </a:ext>
            </a:extLst>
          </p:cNvPr>
          <p:cNvSpPr>
            <a:spLocks xmlns:a="http://schemas.openxmlformats.org/drawingml/2006/main" noGrp="1"/>
          </p:cNvSpPr>
          <p:nvPr/>
        </p:nvSpPr>
        <p:spPr>
          <a:xfrm xmlns:a="http://schemas.openxmlformats.org/drawingml/2006/main">
            <a:off x="41433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0" name="">
            <a:extLst xmlns:a="http://schemas.openxmlformats.org/drawingml/2006/main">
              <a:ext uri="{FF2B5EF4-FFF2-40B4-BE49-F238E27FC236}">
                <a16:creationId xmlns:a16="http://schemas.microsoft.com/office/drawing/2014/main" id="{FBB96F6D-F428-40B6-A289-61C4A92E88EE}"/>
              </a:ext>
            </a:extLst>
          </p:cNvPr>
          <p:cNvSpPr>
            <a:spLocks xmlns:a="http://schemas.openxmlformats.org/drawingml/2006/main" noGrp="1"/>
          </p:cNvSpPr>
          <p:nvPr/>
        </p:nvSpPr>
        <p:spPr>
          <a:xfrm xmlns:a="http://schemas.openxmlformats.org/drawingml/2006/main">
            <a:off x="42481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1" name="">
            <a:extLst xmlns:a="http://schemas.openxmlformats.org/drawingml/2006/main">
              <a:ext uri="{FF2B5EF4-FFF2-40B4-BE49-F238E27FC236}">
                <a16:creationId xmlns:a16="http://schemas.microsoft.com/office/drawing/2014/main" id="{14FF6775-951E-4BE0-931E-214597E22D2C}"/>
              </a:ext>
            </a:extLst>
          </p:cNvPr>
          <p:cNvSpPr>
            <a:spLocks xmlns:a="http://schemas.openxmlformats.org/drawingml/2006/main" noGrp="1"/>
          </p:cNvSpPr>
          <p:nvPr/>
        </p:nvSpPr>
        <p:spPr>
          <a:xfrm xmlns:a="http://schemas.openxmlformats.org/drawingml/2006/main">
            <a:off x="43529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2" name="">
            <a:extLst xmlns:a="http://schemas.openxmlformats.org/drawingml/2006/main">
              <a:ext uri="{FF2B5EF4-FFF2-40B4-BE49-F238E27FC236}">
                <a16:creationId xmlns:a16="http://schemas.microsoft.com/office/drawing/2014/main" id="{7173F0AC-97CC-460F-80E1-1438F13E344E}"/>
              </a:ext>
            </a:extLst>
          </p:cNvPr>
          <p:cNvSpPr>
            <a:spLocks xmlns:a="http://schemas.openxmlformats.org/drawingml/2006/main" noGrp="1"/>
          </p:cNvSpPr>
          <p:nvPr/>
        </p:nvSpPr>
        <p:spPr>
          <a:xfrm xmlns:a="http://schemas.openxmlformats.org/drawingml/2006/main">
            <a:off x="44577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3" name="">
            <a:extLst xmlns:a="http://schemas.openxmlformats.org/drawingml/2006/main">
              <a:ext uri="{FF2B5EF4-FFF2-40B4-BE49-F238E27FC236}">
                <a16:creationId xmlns:a16="http://schemas.microsoft.com/office/drawing/2014/main" id="{B3B76929-720B-48F4-B9C6-0762D468257B}"/>
              </a:ext>
            </a:extLst>
          </p:cNvPr>
          <p:cNvSpPr>
            <a:spLocks xmlns:a="http://schemas.openxmlformats.org/drawingml/2006/main" noGrp="1"/>
          </p:cNvSpPr>
          <p:nvPr/>
        </p:nvSpPr>
        <p:spPr>
          <a:xfrm xmlns:a="http://schemas.openxmlformats.org/drawingml/2006/main">
            <a:off x="45624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4" name="">
            <a:extLst xmlns:a="http://schemas.openxmlformats.org/drawingml/2006/main">
              <a:ext uri="{FF2B5EF4-FFF2-40B4-BE49-F238E27FC236}">
                <a16:creationId xmlns:a16="http://schemas.microsoft.com/office/drawing/2014/main" id="{95C08EEB-145C-4974-8515-63D7A7E8F3C9}"/>
              </a:ext>
            </a:extLst>
          </p:cNvPr>
          <p:cNvSpPr>
            <a:spLocks xmlns:a="http://schemas.openxmlformats.org/drawingml/2006/main" noGrp="1"/>
          </p:cNvSpPr>
          <p:nvPr/>
        </p:nvSpPr>
        <p:spPr>
          <a:xfrm xmlns:a="http://schemas.openxmlformats.org/drawingml/2006/main">
            <a:off x="46672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5" name="">
            <a:extLst xmlns:a="http://schemas.openxmlformats.org/drawingml/2006/main">
              <a:ext uri="{FF2B5EF4-FFF2-40B4-BE49-F238E27FC236}">
                <a16:creationId xmlns:a16="http://schemas.microsoft.com/office/drawing/2014/main" id="{B098A6E7-E5EE-4A31-9AD5-49F4592CD32B}"/>
              </a:ext>
            </a:extLst>
          </p:cNvPr>
          <p:cNvSpPr>
            <a:spLocks xmlns:a="http://schemas.openxmlformats.org/drawingml/2006/main" noGrp="1"/>
          </p:cNvSpPr>
          <p:nvPr/>
        </p:nvSpPr>
        <p:spPr>
          <a:xfrm xmlns:a="http://schemas.openxmlformats.org/drawingml/2006/main">
            <a:off x="47720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6" name="">
            <a:extLst xmlns:a="http://schemas.openxmlformats.org/drawingml/2006/main">
              <a:ext uri="{FF2B5EF4-FFF2-40B4-BE49-F238E27FC236}">
                <a16:creationId xmlns:a16="http://schemas.microsoft.com/office/drawing/2014/main" id="{81C999FF-A53B-4B38-8FBC-A8A9E6FF03E2}"/>
              </a:ext>
            </a:extLst>
          </p:cNvPr>
          <p:cNvSpPr>
            <a:spLocks xmlns:a="http://schemas.openxmlformats.org/drawingml/2006/main" noGrp="1"/>
          </p:cNvSpPr>
          <p:nvPr/>
        </p:nvSpPr>
        <p:spPr>
          <a:xfrm xmlns:a="http://schemas.openxmlformats.org/drawingml/2006/main">
            <a:off x="48768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7" name="">
            <a:extLst xmlns:a="http://schemas.openxmlformats.org/drawingml/2006/main">
              <a:ext uri="{FF2B5EF4-FFF2-40B4-BE49-F238E27FC236}">
                <a16:creationId xmlns:a16="http://schemas.microsoft.com/office/drawing/2014/main" id="{07067F9F-AADE-4F3F-99B1-44AA216EBDFC}"/>
              </a:ext>
            </a:extLst>
          </p:cNvPr>
          <p:cNvSpPr>
            <a:spLocks xmlns:a="http://schemas.openxmlformats.org/drawingml/2006/main" noGrp="1"/>
          </p:cNvSpPr>
          <p:nvPr/>
        </p:nvSpPr>
        <p:spPr>
          <a:xfrm xmlns:a="http://schemas.openxmlformats.org/drawingml/2006/main">
            <a:off x="49815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8" name="">
            <a:extLst xmlns:a="http://schemas.openxmlformats.org/drawingml/2006/main">
              <a:ext uri="{FF2B5EF4-FFF2-40B4-BE49-F238E27FC236}">
                <a16:creationId xmlns:a16="http://schemas.microsoft.com/office/drawing/2014/main" id="{4C7D2614-374A-4F58-9BA9-11907A885DE1}"/>
              </a:ext>
            </a:extLst>
          </p:cNvPr>
          <p:cNvSpPr>
            <a:spLocks xmlns:a="http://schemas.openxmlformats.org/drawingml/2006/main" noGrp="1"/>
          </p:cNvSpPr>
          <p:nvPr/>
        </p:nvSpPr>
        <p:spPr>
          <a:xfrm xmlns:a="http://schemas.openxmlformats.org/drawingml/2006/main">
            <a:off x="50863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9" name="">
            <a:extLst xmlns:a="http://schemas.openxmlformats.org/drawingml/2006/main">
              <a:ext uri="{FF2B5EF4-FFF2-40B4-BE49-F238E27FC236}">
                <a16:creationId xmlns:a16="http://schemas.microsoft.com/office/drawing/2014/main" id="{BB86B5FA-4AD3-4135-8E4C-495EE83C6F7A}"/>
              </a:ext>
            </a:extLst>
          </p:cNvPr>
          <p:cNvSpPr>
            <a:spLocks xmlns:a="http://schemas.openxmlformats.org/drawingml/2006/main" noGrp="1"/>
          </p:cNvSpPr>
          <p:nvPr/>
        </p:nvSpPr>
        <p:spPr>
          <a:xfrm xmlns:a="http://schemas.openxmlformats.org/drawingml/2006/main">
            <a:off x="51911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0" name="">
            <a:extLst xmlns:a="http://schemas.openxmlformats.org/drawingml/2006/main">
              <a:ext uri="{FF2B5EF4-FFF2-40B4-BE49-F238E27FC236}">
                <a16:creationId xmlns:a16="http://schemas.microsoft.com/office/drawing/2014/main" id="{700471D8-FAC5-4402-AAB6-A55D7C5C9B51}"/>
              </a:ext>
            </a:extLst>
          </p:cNvPr>
          <p:cNvSpPr>
            <a:spLocks xmlns:a="http://schemas.openxmlformats.org/drawingml/2006/main" noGrp="1"/>
          </p:cNvSpPr>
          <p:nvPr/>
        </p:nvSpPr>
        <p:spPr>
          <a:xfrm xmlns:a="http://schemas.openxmlformats.org/drawingml/2006/main">
            <a:off x="52959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1" name="">
            <a:extLst xmlns:a="http://schemas.openxmlformats.org/drawingml/2006/main">
              <a:ext uri="{FF2B5EF4-FFF2-40B4-BE49-F238E27FC236}">
                <a16:creationId xmlns:a16="http://schemas.microsoft.com/office/drawing/2014/main" id="{A5BC20C9-BB57-4A31-9784-B160F1883BAC}"/>
              </a:ext>
            </a:extLst>
          </p:cNvPr>
          <p:cNvSpPr>
            <a:spLocks xmlns:a="http://schemas.openxmlformats.org/drawingml/2006/main" noGrp="1"/>
          </p:cNvSpPr>
          <p:nvPr/>
        </p:nvSpPr>
        <p:spPr>
          <a:xfrm xmlns:a="http://schemas.openxmlformats.org/drawingml/2006/main">
            <a:off x="54006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2" name="">
            <a:extLst xmlns:a="http://schemas.openxmlformats.org/drawingml/2006/main">
              <a:ext uri="{FF2B5EF4-FFF2-40B4-BE49-F238E27FC236}">
                <a16:creationId xmlns:a16="http://schemas.microsoft.com/office/drawing/2014/main" id="{33FB33F7-B01E-4EA4-9442-AA2CDBC5AD52}"/>
              </a:ext>
            </a:extLst>
          </p:cNvPr>
          <p:cNvSpPr>
            <a:spLocks xmlns:a="http://schemas.openxmlformats.org/drawingml/2006/main" noGrp="1"/>
          </p:cNvSpPr>
          <p:nvPr/>
        </p:nvSpPr>
        <p:spPr>
          <a:xfrm xmlns:a="http://schemas.openxmlformats.org/drawingml/2006/main">
            <a:off x="55054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3" name="">
            <a:extLst xmlns:a="http://schemas.openxmlformats.org/drawingml/2006/main">
              <a:ext uri="{FF2B5EF4-FFF2-40B4-BE49-F238E27FC236}">
                <a16:creationId xmlns:a16="http://schemas.microsoft.com/office/drawing/2014/main" id="{DA52ADC6-4B26-4AF1-8650-219A2F49128B}"/>
              </a:ext>
            </a:extLst>
          </p:cNvPr>
          <p:cNvSpPr>
            <a:spLocks xmlns:a="http://schemas.openxmlformats.org/drawingml/2006/main" noGrp="1"/>
          </p:cNvSpPr>
          <p:nvPr/>
        </p:nvSpPr>
        <p:spPr>
          <a:xfrm xmlns:a="http://schemas.openxmlformats.org/drawingml/2006/main">
            <a:off x="56102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4" name="">
            <a:extLst xmlns:a="http://schemas.openxmlformats.org/drawingml/2006/main">
              <a:ext uri="{FF2B5EF4-FFF2-40B4-BE49-F238E27FC236}">
                <a16:creationId xmlns:a16="http://schemas.microsoft.com/office/drawing/2014/main" id="{E134512C-7CF7-4C80-BDA8-94A1CC6A931C}"/>
              </a:ext>
            </a:extLst>
          </p:cNvPr>
          <p:cNvSpPr>
            <a:spLocks xmlns:a="http://schemas.openxmlformats.org/drawingml/2006/main" noGrp="1"/>
          </p:cNvSpPr>
          <p:nvPr/>
        </p:nvSpPr>
        <p:spPr>
          <a:xfrm xmlns:a="http://schemas.openxmlformats.org/drawingml/2006/main">
            <a:off x="57150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5" name="">
            <a:extLst xmlns:a="http://schemas.openxmlformats.org/drawingml/2006/main">
              <a:ext uri="{FF2B5EF4-FFF2-40B4-BE49-F238E27FC236}">
                <a16:creationId xmlns:a16="http://schemas.microsoft.com/office/drawing/2014/main" id="{C7732E2D-E47E-4F54-9BA2-9E6745EA51F6}"/>
              </a:ext>
            </a:extLst>
          </p:cNvPr>
          <p:cNvSpPr>
            <a:spLocks xmlns:a="http://schemas.openxmlformats.org/drawingml/2006/main" noGrp="1"/>
          </p:cNvSpPr>
          <p:nvPr/>
        </p:nvSpPr>
        <p:spPr>
          <a:xfrm xmlns:a="http://schemas.openxmlformats.org/drawingml/2006/main">
            <a:off x="3695700" y="50196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316" name="">
            <a:extLst xmlns:a="http://schemas.openxmlformats.org/drawingml/2006/main">
              <a:ext uri="{FF2B5EF4-FFF2-40B4-BE49-F238E27FC236}">
                <a16:creationId xmlns:a16="http://schemas.microsoft.com/office/drawing/2014/main" id="{7F157693-825D-48A6-A6A6-23B93F8D0FBF}"/>
              </a:ext>
            </a:extLst>
          </p:cNvPr>
          <p:cNvSpPr>
            <a:spLocks xmlns:a="http://schemas.openxmlformats.org/drawingml/2006/main" noGrp="1"/>
          </p:cNvSpPr>
          <p:nvPr/>
        </p:nvSpPr>
        <p:spPr>
          <a:xfrm xmlns:a="http://schemas.openxmlformats.org/drawingml/2006/main">
            <a:off x="3771900" y="51054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98759"/>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Session + booking COMPLETED; payment PAID</a:t>
            </a:r>
          </a:p>
        </p:txBody>
      </p:sp>
      <p:sp>
        <p:nvSpPr>
          <p:cNvPr id="317" name="">
            <a:extLst xmlns:a="http://schemas.openxmlformats.org/drawingml/2006/main">
              <a:ext uri="{FF2B5EF4-FFF2-40B4-BE49-F238E27FC236}">
                <a16:creationId xmlns:a16="http://schemas.microsoft.com/office/drawing/2014/main" id="{56FEDF4F-9F59-4B9F-A638-DC9ADBFBDDEF}"/>
              </a:ext>
            </a:extLst>
          </p:cNvPr>
          <p:cNvSpPr>
            <a:spLocks xmlns:a="http://schemas.openxmlformats.org/drawingml/2006/main" noGrp="1"/>
          </p:cNvSpPr>
          <p:nvPr/>
        </p:nvSpPr>
        <p:spPr>
          <a:xfrm xmlns:a="http://schemas.openxmlformats.org/drawingml/2006/main">
            <a:off x="590550" y="5419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318" name="">
            <a:extLst xmlns:a="http://schemas.openxmlformats.org/drawingml/2006/main">
              <a:ext uri="{FF2B5EF4-FFF2-40B4-BE49-F238E27FC236}">
                <a16:creationId xmlns:a16="http://schemas.microsoft.com/office/drawing/2014/main" id="{B78939EB-4572-4422-AC97-CD1A2D861140}"/>
              </a:ext>
            </a:extLst>
          </p:cNvPr>
          <p:cNvSpPr>
            <a:spLocks xmlns:a="http://schemas.openxmlformats.org/drawingml/2006/main" noGrp="1"/>
          </p:cNvSpPr>
          <p:nvPr/>
        </p:nvSpPr>
        <p:spPr>
          <a:xfrm xmlns:a="http://schemas.openxmlformats.org/drawingml/2006/main">
            <a:off x="590550" y="5467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7</a:t>
            </a:r>
          </a:p>
        </p:txBody>
      </p:sp>
      <p:sp>
        <p:nvSpPr>
          <p:cNvPr id="319" name="">
            <a:extLst xmlns:a="http://schemas.openxmlformats.org/drawingml/2006/main">
              <a:ext uri="{FF2B5EF4-FFF2-40B4-BE49-F238E27FC236}">
                <a16:creationId xmlns:a16="http://schemas.microsoft.com/office/drawing/2014/main" id="{E4184289-EF63-45FB-890D-3353ACC39758}"/>
              </a:ext>
            </a:extLst>
          </p:cNvPr>
          <p:cNvSpPr>
            <a:spLocks xmlns:a="http://schemas.openxmlformats.org/drawingml/2006/main" noGrp="1"/>
          </p:cNvSpPr>
          <p:nvPr/>
        </p:nvSpPr>
        <p:spPr>
          <a:xfrm xmlns:a="http://schemas.openxmlformats.org/drawingml/2006/main">
            <a:off x="5772150" y="5467350"/>
            <a:ext cx="4152900" cy="76200"/>
          </a:xfrm>
          <a:prstGeom xmlns:a="http://schemas.openxmlformats.org/drawingml/2006/main" prst="rightArrow">
            <a:avLst/>
          </a:prstGeom>
          <a:solidFill xmlns:a="http://schemas.openxmlformats.org/drawingml/2006/main">
            <a:srgbClr val="FF5A1F"/>
          </a:solidFill>
          <a:ln xmlns:a="http://schemas.openxmlformats.org/drawingml/2006/main" w="0">
            <a:solidFill>
              <a:srgbClr val="FF5A1F"/>
            </a:solidFill>
          </a:ln>
        </p:spPr>
      </p:sp>
      <p:sp>
        <p:nvSpPr>
          <p:cNvPr id="320" name="">
            <a:extLst xmlns:a="http://schemas.openxmlformats.org/drawingml/2006/main">
              <a:ext uri="{FF2B5EF4-FFF2-40B4-BE49-F238E27FC236}">
                <a16:creationId xmlns:a16="http://schemas.microsoft.com/office/drawing/2014/main" id="{5EBF253D-7590-49E8-B189-F3A6E159450D}"/>
              </a:ext>
            </a:extLst>
          </p:cNvPr>
          <p:cNvSpPr>
            <a:spLocks xmlns:a="http://schemas.openxmlformats.org/drawingml/2006/main" noGrp="1"/>
          </p:cNvSpPr>
          <p:nvPr/>
        </p:nvSpPr>
        <p:spPr>
          <a:xfrm xmlns:a="http://schemas.openxmlformats.org/drawingml/2006/main">
            <a:off x="5848350" y="5276850"/>
            <a:ext cx="4000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FF5A1F"/>
                </a:solidFill>
                <a:latin typeface="Poppins"/>
                <a:ea typeface="Poppins"/>
                <a:cs typeface="Poppins"/>
              </a:defRPr>
            </a:pPr>
            <a:r>
              <a:rPr sz="720" b="1">
                <a:solidFill>
                  <a:srgbClr val="FF5A1F"/>
                </a:solidFill>
                <a:latin typeface="Poppins"/>
                <a:ea typeface="Poppins"/>
                <a:cs typeface="Poppins"/>
              </a:rPr>
              <a:t>Publish WASH_SESSION_UPDATE to /topic/bookings</a:t>
            </a:r>
          </a:p>
        </p:txBody>
      </p:sp>
      <p:sp>
        <p:nvSpPr>
          <p:cNvPr id="321" name="">
            <a:extLst xmlns:a="http://schemas.openxmlformats.org/drawingml/2006/main">
              <a:ext uri="{FF2B5EF4-FFF2-40B4-BE49-F238E27FC236}">
                <a16:creationId xmlns:a16="http://schemas.microsoft.com/office/drawing/2014/main" id="{F0DC1B66-2086-4812-8BAC-6566601137DD}"/>
              </a:ext>
            </a:extLst>
          </p:cNvPr>
          <p:cNvSpPr>
            <a:spLocks xmlns:a="http://schemas.openxmlformats.org/drawingml/2006/main" noGrp="1"/>
          </p:cNvSpPr>
          <p:nvPr/>
        </p:nvSpPr>
        <p:spPr>
          <a:xfrm xmlns:a="http://schemas.openxmlformats.org/drawingml/2006/main">
            <a:off x="59055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2" name="">
            <a:extLst xmlns:a="http://schemas.openxmlformats.org/drawingml/2006/main">
              <a:ext uri="{FF2B5EF4-FFF2-40B4-BE49-F238E27FC236}">
                <a16:creationId xmlns:a16="http://schemas.microsoft.com/office/drawing/2014/main" id="{4F378617-C55A-4B62-A3F5-B47CE319A089}"/>
              </a:ext>
            </a:extLst>
          </p:cNvPr>
          <p:cNvSpPr>
            <a:spLocks xmlns:a="http://schemas.openxmlformats.org/drawingml/2006/main" noGrp="1"/>
          </p:cNvSpPr>
          <p:nvPr/>
        </p:nvSpPr>
        <p:spPr>
          <a:xfrm xmlns:a="http://schemas.openxmlformats.org/drawingml/2006/main">
            <a:off x="60102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3" name="">
            <a:extLst xmlns:a="http://schemas.openxmlformats.org/drawingml/2006/main">
              <a:ext uri="{FF2B5EF4-FFF2-40B4-BE49-F238E27FC236}">
                <a16:creationId xmlns:a16="http://schemas.microsoft.com/office/drawing/2014/main" id="{5FE78402-4119-4D05-BEE4-69D1E8473762}"/>
              </a:ext>
            </a:extLst>
          </p:cNvPr>
          <p:cNvSpPr>
            <a:spLocks xmlns:a="http://schemas.openxmlformats.org/drawingml/2006/main" noGrp="1"/>
          </p:cNvSpPr>
          <p:nvPr/>
        </p:nvSpPr>
        <p:spPr>
          <a:xfrm xmlns:a="http://schemas.openxmlformats.org/drawingml/2006/main">
            <a:off x="61150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4" name="">
            <a:extLst xmlns:a="http://schemas.openxmlformats.org/drawingml/2006/main">
              <a:ext uri="{FF2B5EF4-FFF2-40B4-BE49-F238E27FC236}">
                <a16:creationId xmlns:a16="http://schemas.microsoft.com/office/drawing/2014/main" id="{523EA4B8-6BCB-40C8-83D0-75CBA5E3B2B3}"/>
              </a:ext>
            </a:extLst>
          </p:cNvPr>
          <p:cNvSpPr>
            <a:spLocks xmlns:a="http://schemas.openxmlformats.org/drawingml/2006/main" noGrp="1"/>
          </p:cNvSpPr>
          <p:nvPr/>
        </p:nvSpPr>
        <p:spPr>
          <a:xfrm xmlns:a="http://schemas.openxmlformats.org/drawingml/2006/main">
            <a:off x="62198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5" name="">
            <a:extLst xmlns:a="http://schemas.openxmlformats.org/drawingml/2006/main">
              <a:ext uri="{FF2B5EF4-FFF2-40B4-BE49-F238E27FC236}">
                <a16:creationId xmlns:a16="http://schemas.microsoft.com/office/drawing/2014/main" id="{7AED015F-2F8D-4F10-9B43-42F4EBE9933A}"/>
              </a:ext>
            </a:extLst>
          </p:cNvPr>
          <p:cNvSpPr>
            <a:spLocks xmlns:a="http://schemas.openxmlformats.org/drawingml/2006/main" noGrp="1"/>
          </p:cNvSpPr>
          <p:nvPr/>
        </p:nvSpPr>
        <p:spPr>
          <a:xfrm xmlns:a="http://schemas.openxmlformats.org/drawingml/2006/main">
            <a:off x="63246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6" name="">
            <a:extLst xmlns:a="http://schemas.openxmlformats.org/drawingml/2006/main">
              <a:ext uri="{FF2B5EF4-FFF2-40B4-BE49-F238E27FC236}">
                <a16:creationId xmlns:a16="http://schemas.microsoft.com/office/drawing/2014/main" id="{FCFBCEDC-F9D4-47B6-B400-49C4296B893E}"/>
              </a:ext>
            </a:extLst>
          </p:cNvPr>
          <p:cNvSpPr>
            <a:spLocks xmlns:a="http://schemas.openxmlformats.org/drawingml/2006/main" noGrp="1"/>
          </p:cNvSpPr>
          <p:nvPr/>
        </p:nvSpPr>
        <p:spPr>
          <a:xfrm xmlns:a="http://schemas.openxmlformats.org/drawingml/2006/main">
            <a:off x="64293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7" name="">
            <a:extLst xmlns:a="http://schemas.openxmlformats.org/drawingml/2006/main">
              <a:ext uri="{FF2B5EF4-FFF2-40B4-BE49-F238E27FC236}">
                <a16:creationId xmlns:a16="http://schemas.microsoft.com/office/drawing/2014/main" id="{AA6D09B5-21FF-40F0-A87F-C1FAFF6E431B}"/>
              </a:ext>
            </a:extLst>
          </p:cNvPr>
          <p:cNvSpPr>
            <a:spLocks xmlns:a="http://schemas.openxmlformats.org/drawingml/2006/main" noGrp="1"/>
          </p:cNvSpPr>
          <p:nvPr/>
        </p:nvSpPr>
        <p:spPr>
          <a:xfrm xmlns:a="http://schemas.openxmlformats.org/drawingml/2006/main">
            <a:off x="65341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8" name="">
            <a:extLst xmlns:a="http://schemas.openxmlformats.org/drawingml/2006/main">
              <a:ext uri="{FF2B5EF4-FFF2-40B4-BE49-F238E27FC236}">
                <a16:creationId xmlns:a16="http://schemas.microsoft.com/office/drawing/2014/main" id="{7BB6A0CE-40B6-4103-B995-48808594DDD1}"/>
              </a:ext>
            </a:extLst>
          </p:cNvPr>
          <p:cNvSpPr>
            <a:spLocks xmlns:a="http://schemas.openxmlformats.org/drawingml/2006/main" noGrp="1"/>
          </p:cNvSpPr>
          <p:nvPr/>
        </p:nvSpPr>
        <p:spPr>
          <a:xfrm xmlns:a="http://schemas.openxmlformats.org/drawingml/2006/main">
            <a:off x="66389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9" name="">
            <a:extLst xmlns:a="http://schemas.openxmlformats.org/drawingml/2006/main">
              <a:ext uri="{FF2B5EF4-FFF2-40B4-BE49-F238E27FC236}">
                <a16:creationId xmlns:a16="http://schemas.microsoft.com/office/drawing/2014/main" id="{9AA3648A-13A1-4AE8-B72A-6B145D49DF80}"/>
              </a:ext>
            </a:extLst>
          </p:cNvPr>
          <p:cNvSpPr>
            <a:spLocks xmlns:a="http://schemas.openxmlformats.org/drawingml/2006/main" noGrp="1"/>
          </p:cNvSpPr>
          <p:nvPr/>
        </p:nvSpPr>
        <p:spPr>
          <a:xfrm xmlns:a="http://schemas.openxmlformats.org/drawingml/2006/main">
            <a:off x="67437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0" name="">
            <a:extLst xmlns:a="http://schemas.openxmlformats.org/drawingml/2006/main">
              <a:ext uri="{FF2B5EF4-FFF2-40B4-BE49-F238E27FC236}">
                <a16:creationId xmlns:a16="http://schemas.microsoft.com/office/drawing/2014/main" id="{7DB4185F-46BA-450A-A68F-DBA26BBF1EBB}"/>
              </a:ext>
            </a:extLst>
          </p:cNvPr>
          <p:cNvSpPr>
            <a:spLocks xmlns:a="http://schemas.openxmlformats.org/drawingml/2006/main" noGrp="1"/>
          </p:cNvSpPr>
          <p:nvPr/>
        </p:nvSpPr>
        <p:spPr>
          <a:xfrm xmlns:a="http://schemas.openxmlformats.org/drawingml/2006/main">
            <a:off x="68484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1" name="">
            <a:extLst xmlns:a="http://schemas.openxmlformats.org/drawingml/2006/main">
              <a:ext uri="{FF2B5EF4-FFF2-40B4-BE49-F238E27FC236}">
                <a16:creationId xmlns:a16="http://schemas.microsoft.com/office/drawing/2014/main" id="{9340BB6E-6384-438E-8EBD-A0F05A51B658}"/>
              </a:ext>
            </a:extLst>
          </p:cNvPr>
          <p:cNvSpPr>
            <a:spLocks xmlns:a="http://schemas.openxmlformats.org/drawingml/2006/main" noGrp="1"/>
          </p:cNvSpPr>
          <p:nvPr/>
        </p:nvSpPr>
        <p:spPr>
          <a:xfrm xmlns:a="http://schemas.openxmlformats.org/drawingml/2006/main">
            <a:off x="69532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2" name="">
            <a:extLst xmlns:a="http://schemas.openxmlformats.org/drawingml/2006/main">
              <a:ext uri="{FF2B5EF4-FFF2-40B4-BE49-F238E27FC236}">
                <a16:creationId xmlns:a16="http://schemas.microsoft.com/office/drawing/2014/main" id="{C012BBC6-D932-4F1C-B37E-B34483E6E2DA}"/>
              </a:ext>
            </a:extLst>
          </p:cNvPr>
          <p:cNvSpPr>
            <a:spLocks xmlns:a="http://schemas.openxmlformats.org/drawingml/2006/main" noGrp="1"/>
          </p:cNvSpPr>
          <p:nvPr/>
        </p:nvSpPr>
        <p:spPr>
          <a:xfrm xmlns:a="http://schemas.openxmlformats.org/drawingml/2006/main">
            <a:off x="70580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3" name="">
            <a:extLst xmlns:a="http://schemas.openxmlformats.org/drawingml/2006/main">
              <a:ext uri="{FF2B5EF4-FFF2-40B4-BE49-F238E27FC236}">
                <a16:creationId xmlns:a16="http://schemas.microsoft.com/office/drawing/2014/main" id="{C5833C51-F3AF-4ED8-85DF-97F14A629BB8}"/>
              </a:ext>
            </a:extLst>
          </p:cNvPr>
          <p:cNvSpPr>
            <a:spLocks xmlns:a="http://schemas.openxmlformats.org/drawingml/2006/main" noGrp="1"/>
          </p:cNvSpPr>
          <p:nvPr/>
        </p:nvSpPr>
        <p:spPr>
          <a:xfrm xmlns:a="http://schemas.openxmlformats.org/drawingml/2006/main">
            <a:off x="71628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4" name="">
            <a:extLst xmlns:a="http://schemas.openxmlformats.org/drawingml/2006/main">
              <a:ext uri="{FF2B5EF4-FFF2-40B4-BE49-F238E27FC236}">
                <a16:creationId xmlns:a16="http://schemas.microsoft.com/office/drawing/2014/main" id="{D92C803B-8CBE-46F1-AA61-7B43F660E696}"/>
              </a:ext>
            </a:extLst>
          </p:cNvPr>
          <p:cNvSpPr>
            <a:spLocks xmlns:a="http://schemas.openxmlformats.org/drawingml/2006/main" noGrp="1"/>
          </p:cNvSpPr>
          <p:nvPr/>
        </p:nvSpPr>
        <p:spPr>
          <a:xfrm xmlns:a="http://schemas.openxmlformats.org/drawingml/2006/main">
            <a:off x="72675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5" name="">
            <a:extLst xmlns:a="http://schemas.openxmlformats.org/drawingml/2006/main">
              <a:ext uri="{FF2B5EF4-FFF2-40B4-BE49-F238E27FC236}">
                <a16:creationId xmlns:a16="http://schemas.microsoft.com/office/drawing/2014/main" id="{45263397-C8B9-4BBC-89E3-2E68D8426195}"/>
              </a:ext>
            </a:extLst>
          </p:cNvPr>
          <p:cNvSpPr>
            <a:spLocks xmlns:a="http://schemas.openxmlformats.org/drawingml/2006/main" noGrp="1"/>
          </p:cNvSpPr>
          <p:nvPr/>
        </p:nvSpPr>
        <p:spPr>
          <a:xfrm xmlns:a="http://schemas.openxmlformats.org/drawingml/2006/main">
            <a:off x="73723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6" name="">
            <a:extLst xmlns:a="http://schemas.openxmlformats.org/drawingml/2006/main">
              <a:ext uri="{FF2B5EF4-FFF2-40B4-BE49-F238E27FC236}">
                <a16:creationId xmlns:a16="http://schemas.microsoft.com/office/drawing/2014/main" id="{438F2522-00EF-47C5-9F04-B5B1F6423884}"/>
              </a:ext>
            </a:extLst>
          </p:cNvPr>
          <p:cNvSpPr>
            <a:spLocks xmlns:a="http://schemas.openxmlformats.org/drawingml/2006/main" noGrp="1"/>
          </p:cNvSpPr>
          <p:nvPr/>
        </p:nvSpPr>
        <p:spPr>
          <a:xfrm xmlns:a="http://schemas.openxmlformats.org/drawingml/2006/main">
            <a:off x="74771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7" name="">
            <a:extLst xmlns:a="http://schemas.openxmlformats.org/drawingml/2006/main">
              <a:ext uri="{FF2B5EF4-FFF2-40B4-BE49-F238E27FC236}">
                <a16:creationId xmlns:a16="http://schemas.microsoft.com/office/drawing/2014/main" id="{0975E8A8-8D37-4921-A89B-365F800CCD5B}"/>
              </a:ext>
            </a:extLst>
          </p:cNvPr>
          <p:cNvSpPr>
            <a:spLocks xmlns:a="http://schemas.openxmlformats.org/drawingml/2006/main" noGrp="1"/>
          </p:cNvSpPr>
          <p:nvPr/>
        </p:nvSpPr>
        <p:spPr>
          <a:xfrm xmlns:a="http://schemas.openxmlformats.org/drawingml/2006/main">
            <a:off x="75819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8" name="">
            <a:extLst xmlns:a="http://schemas.openxmlformats.org/drawingml/2006/main">
              <a:ext uri="{FF2B5EF4-FFF2-40B4-BE49-F238E27FC236}">
                <a16:creationId xmlns:a16="http://schemas.microsoft.com/office/drawing/2014/main" id="{89EA22F0-2607-44CC-BD02-73F45FD96482}"/>
              </a:ext>
            </a:extLst>
          </p:cNvPr>
          <p:cNvSpPr>
            <a:spLocks xmlns:a="http://schemas.openxmlformats.org/drawingml/2006/main" noGrp="1"/>
          </p:cNvSpPr>
          <p:nvPr/>
        </p:nvSpPr>
        <p:spPr>
          <a:xfrm xmlns:a="http://schemas.openxmlformats.org/drawingml/2006/main">
            <a:off x="76866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9" name="">
            <a:extLst xmlns:a="http://schemas.openxmlformats.org/drawingml/2006/main">
              <a:ext uri="{FF2B5EF4-FFF2-40B4-BE49-F238E27FC236}">
                <a16:creationId xmlns:a16="http://schemas.microsoft.com/office/drawing/2014/main" id="{8E272EDD-F6C8-485D-B3E1-6C33664A57AD}"/>
              </a:ext>
            </a:extLst>
          </p:cNvPr>
          <p:cNvSpPr>
            <a:spLocks xmlns:a="http://schemas.openxmlformats.org/drawingml/2006/main" noGrp="1"/>
          </p:cNvSpPr>
          <p:nvPr/>
        </p:nvSpPr>
        <p:spPr>
          <a:xfrm xmlns:a="http://schemas.openxmlformats.org/drawingml/2006/main">
            <a:off x="77914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0" name="">
            <a:extLst xmlns:a="http://schemas.openxmlformats.org/drawingml/2006/main">
              <a:ext uri="{FF2B5EF4-FFF2-40B4-BE49-F238E27FC236}">
                <a16:creationId xmlns:a16="http://schemas.microsoft.com/office/drawing/2014/main" id="{76AFC60B-C513-4A2E-B999-E1E02D54EDBC}"/>
              </a:ext>
            </a:extLst>
          </p:cNvPr>
          <p:cNvSpPr>
            <a:spLocks xmlns:a="http://schemas.openxmlformats.org/drawingml/2006/main" noGrp="1"/>
          </p:cNvSpPr>
          <p:nvPr/>
        </p:nvSpPr>
        <p:spPr>
          <a:xfrm xmlns:a="http://schemas.openxmlformats.org/drawingml/2006/main">
            <a:off x="78962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1" name="">
            <a:extLst xmlns:a="http://schemas.openxmlformats.org/drawingml/2006/main">
              <a:ext uri="{FF2B5EF4-FFF2-40B4-BE49-F238E27FC236}">
                <a16:creationId xmlns:a16="http://schemas.microsoft.com/office/drawing/2014/main" id="{D3E9CC7F-0567-4E4A-9751-29E08164F1B5}"/>
              </a:ext>
            </a:extLst>
          </p:cNvPr>
          <p:cNvSpPr>
            <a:spLocks xmlns:a="http://schemas.openxmlformats.org/drawingml/2006/main" noGrp="1"/>
          </p:cNvSpPr>
          <p:nvPr/>
        </p:nvSpPr>
        <p:spPr>
          <a:xfrm xmlns:a="http://schemas.openxmlformats.org/drawingml/2006/main">
            <a:off x="80010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2" name="">
            <a:extLst xmlns:a="http://schemas.openxmlformats.org/drawingml/2006/main">
              <a:ext uri="{FF2B5EF4-FFF2-40B4-BE49-F238E27FC236}">
                <a16:creationId xmlns:a16="http://schemas.microsoft.com/office/drawing/2014/main" id="{67CF2D92-5509-4B84-9D9F-C5866929D562}"/>
              </a:ext>
            </a:extLst>
          </p:cNvPr>
          <p:cNvSpPr>
            <a:spLocks xmlns:a="http://schemas.openxmlformats.org/drawingml/2006/main" noGrp="1"/>
          </p:cNvSpPr>
          <p:nvPr/>
        </p:nvSpPr>
        <p:spPr>
          <a:xfrm xmlns:a="http://schemas.openxmlformats.org/drawingml/2006/main">
            <a:off x="81057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3" name="">
            <a:extLst xmlns:a="http://schemas.openxmlformats.org/drawingml/2006/main">
              <a:ext uri="{FF2B5EF4-FFF2-40B4-BE49-F238E27FC236}">
                <a16:creationId xmlns:a16="http://schemas.microsoft.com/office/drawing/2014/main" id="{679E7292-CA85-4EBB-95F3-09AFB5E904D7}"/>
              </a:ext>
            </a:extLst>
          </p:cNvPr>
          <p:cNvSpPr>
            <a:spLocks xmlns:a="http://schemas.openxmlformats.org/drawingml/2006/main" noGrp="1"/>
          </p:cNvSpPr>
          <p:nvPr/>
        </p:nvSpPr>
        <p:spPr>
          <a:xfrm xmlns:a="http://schemas.openxmlformats.org/drawingml/2006/main">
            <a:off x="82105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4" name="">
            <a:extLst xmlns:a="http://schemas.openxmlformats.org/drawingml/2006/main">
              <a:ext uri="{FF2B5EF4-FFF2-40B4-BE49-F238E27FC236}">
                <a16:creationId xmlns:a16="http://schemas.microsoft.com/office/drawing/2014/main" id="{61FE0144-7E91-418A-880B-917C8B16DF45}"/>
              </a:ext>
            </a:extLst>
          </p:cNvPr>
          <p:cNvSpPr>
            <a:spLocks xmlns:a="http://schemas.openxmlformats.org/drawingml/2006/main" noGrp="1"/>
          </p:cNvSpPr>
          <p:nvPr/>
        </p:nvSpPr>
        <p:spPr>
          <a:xfrm xmlns:a="http://schemas.openxmlformats.org/drawingml/2006/main">
            <a:off x="83153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5" name="">
            <a:extLst xmlns:a="http://schemas.openxmlformats.org/drawingml/2006/main">
              <a:ext uri="{FF2B5EF4-FFF2-40B4-BE49-F238E27FC236}">
                <a16:creationId xmlns:a16="http://schemas.microsoft.com/office/drawing/2014/main" id="{A070A0B4-8F1E-424B-B2A2-06D793D1A58C}"/>
              </a:ext>
            </a:extLst>
          </p:cNvPr>
          <p:cNvSpPr>
            <a:spLocks xmlns:a="http://schemas.openxmlformats.org/drawingml/2006/main" noGrp="1"/>
          </p:cNvSpPr>
          <p:nvPr/>
        </p:nvSpPr>
        <p:spPr>
          <a:xfrm xmlns:a="http://schemas.openxmlformats.org/drawingml/2006/main">
            <a:off x="84201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6" name="">
            <a:extLst xmlns:a="http://schemas.openxmlformats.org/drawingml/2006/main">
              <a:ext uri="{FF2B5EF4-FFF2-40B4-BE49-F238E27FC236}">
                <a16:creationId xmlns:a16="http://schemas.microsoft.com/office/drawing/2014/main" id="{1CB072EC-285C-4F03-AD95-C86D4093DC37}"/>
              </a:ext>
            </a:extLst>
          </p:cNvPr>
          <p:cNvSpPr>
            <a:spLocks xmlns:a="http://schemas.openxmlformats.org/drawingml/2006/main" noGrp="1"/>
          </p:cNvSpPr>
          <p:nvPr/>
        </p:nvSpPr>
        <p:spPr>
          <a:xfrm xmlns:a="http://schemas.openxmlformats.org/drawingml/2006/main">
            <a:off x="85248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7" name="">
            <a:extLst xmlns:a="http://schemas.openxmlformats.org/drawingml/2006/main">
              <a:ext uri="{FF2B5EF4-FFF2-40B4-BE49-F238E27FC236}">
                <a16:creationId xmlns:a16="http://schemas.microsoft.com/office/drawing/2014/main" id="{B286CFC4-A0B6-48B6-BDDE-CB3E7D1977AE}"/>
              </a:ext>
            </a:extLst>
          </p:cNvPr>
          <p:cNvSpPr>
            <a:spLocks xmlns:a="http://schemas.openxmlformats.org/drawingml/2006/main" noGrp="1"/>
          </p:cNvSpPr>
          <p:nvPr/>
        </p:nvSpPr>
        <p:spPr>
          <a:xfrm xmlns:a="http://schemas.openxmlformats.org/drawingml/2006/main">
            <a:off x="86296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8" name="">
            <a:extLst xmlns:a="http://schemas.openxmlformats.org/drawingml/2006/main">
              <a:ext uri="{FF2B5EF4-FFF2-40B4-BE49-F238E27FC236}">
                <a16:creationId xmlns:a16="http://schemas.microsoft.com/office/drawing/2014/main" id="{ABB8B2B4-6EEC-4160-AA72-5FE5A76EEDE1}"/>
              </a:ext>
            </a:extLst>
          </p:cNvPr>
          <p:cNvSpPr>
            <a:spLocks xmlns:a="http://schemas.openxmlformats.org/drawingml/2006/main" noGrp="1"/>
          </p:cNvSpPr>
          <p:nvPr/>
        </p:nvSpPr>
        <p:spPr>
          <a:xfrm xmlns:a="http://schemas.openxmlformats.org/drawingml/2006/main">
            <a:off x="87344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9" name="">
            <a:extLst xmlns:a="http://schemas.openxmlformats.org/drawingml/2006/main">
              <a:ext uri="{FF2B5EF4-FFF2-40B4-BE49-F238E27FC236}">
                <a16:creationId xmlns:a16="http://schemas.microsoft.com/office/drawing/2014/main" id="{08B7E538-03A9-4609-9825-5C6785070EB5}"/>
              </a:ext>
            </a:extLst>
          </p:cNvPr>
          <p:cNvSpPr>
            <a:spLocks xmlns:a="http://schemas.openxmlformats.org/drawingml/2006/main" noGrp="1"/>
          </p:cNvSpPr>
          <p:nvPr/>
        </p:nvSpPr>
        <p:spPr>
          <a:xfrm xmlns:a="http://schemas.openxmlformats.org/drawingml/2006/main">
            <a:off x="88392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0" name="">
            <a:extLst xmlns:a="http://schemas.openxmlformats.org/drawingml/2006/main">
              <a:ext uri="{FF2B5EF4-FFF2-40B4-BE49-F238E27FC236}">
                <a16:creationId xmlns:a16="http://schemas.microsoft.com/office/drawing/2014/main" id="{38211443-EFEB-4B58-8C10-E2C42FB82D65}"/>
              </a:ext>
            </a:extLst>
          </p:cNvPr>
          <p:cNvSpPr>
            <a:spLocks xmlns:a="http://schemas.openxmlformats.org/drawingml/2006/main" noGrp="1"/>
          </p:cNvSpPr>
          <p:nvPr/>
        </p:nvSpPr>
        <p:spPr>
          <a:xfrm xmlns:a="http://schemas.openxmlformats.org/drawingml/2006/main">
            <a:off x="89439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1" name="">
            <a:extLst xmlns:a="http://schemas.openxmlformats.org/drawingml/2006/main">
              <a:ext uri="{FF2B5EF4-FFF2-40B4-BE49-F238E27FC236}">
                <a16:creationId xmlns:a16="http://schemas.microsoft.com/office/drawing/2014/main" id="{8EAC4A77-5714-4612-8790-64A1C6FFDCA2}"/>
              </a:ext>
            </a:extLst>
          </p:cNvPr>
          <p:cNvSpPr>
            <a:spLocks xmlns:a="http://schemas.openxmlformats.org/drawingml/2006/main" noGrp="1"/>
          </p:cNvSpPr>
          <p:nvPr/>
        </p:nvSpPr>
        <p:spPr>
          <a:xfrm xmlns:a="http://schemas.openxmlformats.org/drawingml/2006/main">
            <a:off x="90487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2" name="">
            <a:extLst xmlns:a="http://schemas.openxmlformats.org/drawingml/2006/main">
              <a:ext uri="{FF2B5EF4-FFF2-40B4-BE49-F238E27FC236}">
                <a16:creationId xmlns:a16="http://schemas.microsoft.com/office/drawing/2014/main" id="{28CCAA72-58FC-42FF-AAC0-E423F5002286}"/>
              </a:ext>
            </a:extLst>
          </p:cNvPr>
          <p:cNvSpPr>
            <a:spLocks xmlns:a="http://schemas.openxmlformats.org/drawingml/2006/main" noGrp="1"/>
          </p:cNvSpPr>
          <p:nvPr/>
        </p:nvSpPr>
        <p:spPr>
          <a:xfrm xmlns:a="http://schemas.openxmlformats.org/drawingml/2006/main">
            <a:off x="91535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3" name="">
            <a:extLst xmlns:a="http://schemas.openxmlformats.org/drawingml/2006/main">
              <a:ext uri="{FF2B5EF4-FFF2-40B4-BE49-F238E27FC236}">
                <a16:creationId xmlns:a16="http://schemas.microsoft.com/office/drawing/2014/main" id="{8E956F24-7B25-4575-B4B6-B9A435E85389}"/>
              </a:ext>
            </a:extLst>
          </p:cNvPr>
          <p:cNvSpPr>
            <a:spLocks xmlns:a="http://schemas.openxmlformats.org/drawingml/2006/main" noGrp="1"/>
          </p:cNvSpPr>
          <p:nvPr/>
        </p:nvSpPr>
        <p:spPr>
          <a:xfrm xmlns:a="http://schemas.openxmlformats.org/drawingml/2006/main">
            <a:off x="92583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4" name="">
            <a:extLst xmlns:a="http://schemas.openxmlformats.org/drawingml/2006/main">
              <a:ext uri="{FF2B5EF4-FFF2-40B4-BE49-F238E27FC236}">
                <a16:creationId xmlns:a16="http://schemas.microsoft.com/office/drawing/2014/main" id="{011E9DB0-A983-409B-ACEF-E3CA22337EE8}"/>
              </a:ext>
            </a:extLst>
          </p:cNvPr>
          <p:cNvSpPr>
            <a:spLocks xmlns:a="http://schemas.openxmlformats.org/drawingml/2006/main" noGrp="1"/>
          </p:cNvSpPr>
          <p:nvPr/>
        </p:nvSpPr>
        <p:spPr>
          <a:xfrm xmlns:a="http://schemas.openxmlformats.org/drawingml/2006/main">
            <a:off x="93630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5" name="">
            <a:extLst xmlns:a="http://schemas.openxmlformats.org/drawingml/2006/main">
              <a:ext uri="{FF2B5EF4-FFF2-40B4-BE49-F238E27FC236}">
                <a16:creationId xmlns:a16="http://schemas.microsoft.com/office/drawing/2014/main" id="{FBEEBD2E-129F-47AA-8E1C-2D73A8E5D3D0}"/>
              </a:ext>
            </a:extLst>
          </p:cNvPr>
          <p:cNvSpPr>
            <a:spLocks xmlns:a="http://schemas.openxmlformats.org/drawingml/2006/main" noGrp="1"/>
          </p:cNvSpPr>
          <p:nvPr/>
        </p:nvSpPr>
        <p:spPr>
          <a:xfrm xmlns:a="http://schemas.openxmlformats.org/drawingml/2006/main">
            <a:off x="94678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6" name="">
            <a:extLst xmlns:a="http://schemas.openxmlformats.org/drawingml/2006/main">
              <a:ext uri="{FF2B5EF4-FFF2-40B4-BE49-F238E27FC236}">
                <a16:creationId xmlns:a16="http://schemas.microsoft.com/office/drawing/2014/main" id="{9C1C52A1-D5F2-405D-8FCF-6036FDE3998F}"/>
              </a:ext>
            </a:extLst>
          </p:cNvPr>
          <p:cNvSpPr>
            <a:spLocks xmlns:a="http://schemas.openxmlformats.org/drawingml/2006/main" noGrp="1"/>
          </p:cNvSpPr>
          <p:nvPr/>
        </p:nvSpPr>
        <p:spPr>
          <a:xfrm xmlns:a="http://schemas.openxmlformats.org/drawingml/2006/main">
            <a:off x="95726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7" name="">
            <a:extLst xmlns:a="http://schemas.openxmlformats.org/drawingml/2006/main">
              <a:ext uri="{FF2B5EF4-FFF2-40B4-BE49-F238E27FC236}">
                <a16:creationId xmlns:a16="http://schemas.microsoft.com/office/drawing/2014/main" id="{D2D1E9C2-0ABA-4F8F-9BB6-C1EB61BD1840}"/>
              </a:ext>
            </a:extLst>
          </p:cNvPr>
          <p:cNvSpPr>
            <a:spLocks xmlns:a="http://schemas.openxmlformats.org/drawingml/2006/main" noGrp="1"/>
          </p:cNvSpPr>
          <p:nvPr/>
        </p:nvSpPr>
        <p:spPr>
          <a:xfrm xmlns:a="http://schemas.openxmlformats.org/drawingml/2006/main">
            <a:off x="96774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8" name="">
            <a:extLst xmlns:a="http://schemas.openxmlformats.org/drawingml/2006/main">
              <a:ext uri="{FF2B5EF4-FFF2-40B4-BE49-F238E27FC236}">
                <a16:creationId xmlns:a16="http://schemas.microsoft.com/office/drawing/2014/main" id="{A61F5C79-EDAB-4665-B4C2-412AFE1B36CC}"/>
              </a:ext>
            </a:extLst>
          </p:cNvPr>
          <p:cNvSpPr>
            <a:spLocks xmlns:a="http://schemas.openxmlformats.org/drawingml/2006/main" noGrp="1"/>
          </p:cNvSpPr>
          <p:nvPr/>
        </p:nvSpPr>
        <p:spPr>
          <a:xfrm xmlns:a="http://schemas.openxmlformats.org/drawingml/2006/main">
            <a:off x="97821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9" name="">
            <a:extLst xmlns:a="http://schemas.openxmlformats.org/drawingml/2006/main">
              <a:ext uri="{FF2B5EF4-FFF2-40B4-BE49-F238E27FC236}">
                <a16:creationId xmlns:a16="http://schemas.microsoft.com/office/drawing/2014/main" id="{A3B61AFF-84A2-4996-A590-918625901E59}"/>
              </a:ext>
            </a:extLst>
          </p:cNvPr>
          <p:cNvSpPr>
            <a:spLocks xmlns:a="http://schemas.openxmlformats.org/drawingml/2006/main" noGrp="1"/>
          </p:cNvSpPr>
          <p:nvPr/>
        </p:nvSpPr>
        <p:spPr>
          <a:xfrm xmlns:a="http://schemas.openxmlformats.org/drawingml/2006/main">
            <a:off x="9886950" y="5638800"/>
            <a:ext cx="3810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0" name="">
            <a:extLst xmlns:a="http://schemas.openxmlformats.org/drawingml/2006/main">
              <a:ext uri="{FF2B5EF4-FFF2-40B4-BE49-F238E27FC236}">
                <a16:creationId xmlns:a16="http://schemas.microsoft.com/office/drawing/2014/main" id="{8F129F41-38FA-4EFF-9FD2-7E6FADCA9DE9}"/>
              </a:ext>
            </a:extLst>
          </p:cNvPr>
          <p:cNvSpPr>
            <a:spLocks xmlns:a="http://schemas.openxmlformats.org/drawingml/2006/main" noGrp="1"/>
          </p:cNvSpPr>
          <p:nvPr/>
        </p:nvSpPr>
        <p:spPr>
          <a:xfrm xmlns:a="http://schemas.openxmlformats.org/drawingml/2006/main">
            <a:off x="5772150" y="55911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361" name="">
            <a:extLst xmlns:a="http://schemas.openxmlformats.org/drawingml/2006/main">
              <a:ext uri="{FF2B5EF4-FFF2-40B4-BE49-F238E27FC236}">
                <a16:creationId xmlns:a16="http://schemas.microsoft.com/office/drawing/2014/main" id="{F33EDF87-B491-4015-9EB0-B8B39D337E75}"/>
              </a:ext>
            </a:extLst>
          </p:cNvPr>
          <p:cNvSpPr>
            <a:spLocks xmlns:a="http://schemas.openxmlformats.org/drawingml/2006/main" noGrp="1"/>
          </p:cNvSpPr>
          <p:nvPr/>
        </p:nvSpPr>
        <p:spPr>
          <a:xfrm xmlns:a="http://schemas.openxmlformats.org/drawingml/2006/main">
            <a:off x="5848350" y="5676900"/>
            <a:ext cx="4000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Invalidate React Query caches; polling fallback</a:t>
            </a:r>
          </a:p>
        </p:txBody>
      </p:sp>
      <p:sp>
        <p:nvSpPr>
          <p:cNvPr id="362" name="">
            <a:extLst xmlns:a="http://schemas.openxmlformats.org/drawingml/2006/main">
              <a:ext uri="{FF2B5EF4-FFF2-40B4-BE49-F238E27FC236}">
                <a16:creationId xmlns:a16="http://schemas.microsoft.com/office/drawing/2014/main" id="{3092CF86-0995-48ED-8183-1F95D6025657}"/>
              </a:ext>
            </a:extLst>
          </p:cNvPr>
          <p:cNvSpPr>
            <a:spLocks xmlns:a="http://schemas.openxmlformats.org/drawingml/2006/main" noGrp="1"/>
          </p:cNvSpPr>
          <p:nvPr/>
        </p:nvSpPr>
        <p:spPr>
          <a:xfrm xmlns:a="http://schemas.openxmlformats.org/drawingml/2006/main">
            <a:off x="742950" y="5829300"/>
            <a:ext cx="10553700" cy="238125"/>
          </a:xfrm>
          <a:prstGeom xmlns:a="http://schemas.openxmlformats.org/drawingml/2006/main" prst="roundRect">
            <a:avLst>
              <a:gd name="adj" fmla="val 9000"/>
            </a:avLst>
          </a:prstGeom>
          <a:solidFill xmlns:a="http://schemas.openxmlformats.org/drawingml/2006/main">
            <a:srgbClr val="F7EDFB"/>
          </a:solidFill>
          <a:ln xmlns:a="http://schemas.openxmlformats.org/drawingml/2006/main" w="13335">
            <a:solidFill>
              <a:srgbClr val="8613B8"/>
            </a:solidFill>
            <a:prstDash val="solid"/>
          </a:ln>
        </p:spPr>
      </p:sp>
      <p:sp>
        <p:nvSpPr>
          <p:cNvPr id="363" name="">
            <a:extLst xmlns:a="http://schemas.openxmlformats.org/drawingml/2006/main">
              <a:ext uri="{FF2B5EF4-FFF2-40B4-BE49-F238E27FC236}">
                <a16:creationId xmlns:a16="http://schemas.microsoft.com/office/drawing/2014/main" id="{E72A1E0C-45B9-4209-9A71-FEB37AA55C75}"/>
              </a:ext>
            </a:extLst>
          </p:cNvPr>
          <p:cNvSpPr>
            <a:spLocks xmlns:a="http://schemas.openxmlformats.org/drawingml/2006/main" noGrp="1"/>
          </p:cNvSpPr>
          <p:nvPr/>
        </p:nvSpPr>
        <p:spPr>
          <a:xfrm xmlns:a="http://schemas.openxmlformats.org/drawingml/2006/main">
            <a:off x="876300" y="5867400"/>
            <a:ext cx="102870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60" b="1">
                <a:solidFill>
                  <a:srgbClr val="8613B8"/>
                </a:solidFill>
                <a:latin typeface="Poppins"/>
                <a:ea typeface="Poppins"/>
                <a:cs typeface="Poppins"/>
              </a:defRPr>
            </a:pPr>
            <a:r>
              <a:rPr sz="660" b="1">
                <a:solidFill>
                  <a:srgbClr val="8613B8"/>
                </a:solidFill>
                <a:latin typeface="Poppins"/>
                <a:ea typeface="Poppins"/>
                <a:cs typeface="Poppins"/>
              </a:rPr>
              <a:t>WashSession: PENDING -&gt; QUEUED -&gt; CHECKED_IN -&gt; IN_PROGRESS -&gt; COMPLETED. Cancelled is a terminal alternative validated by lifecycle rules.</a:t>
            </a:r>
          </a:p>
        </p:txBody>
      </p:sp>
      <p:sp>
        <p:nvSpPr>
          <p:cNvPr id="364" name="">
            <a:extLst xmlns:a="http://schemas.openxmlformats.org/drawingml/2006/main">
              <a:ext uri="{FF2B5EF4-FFF2-40B4-BE49-F238E27FC236}">
                <a16:creationId xmlns:a16="http://schemas.microsoft.com/office/drawing/2014/main" id="{F64AD548-3D80-4634-918A-20774EC14E72}"/>
              </a:ext>
            </a:extLst>
          </p:cNvPr>
          <p:cNvSpPr>
            <a:spLocks xmlns:a="http://schemas.openxmlformats.org/drawingml/2006/main" noGrp="1"/>
          </p:cNvSpPr>
          <p:nvPr/>
        </p:nvSpPr>
        <p:spPr>
          <a:xfrm xmlns:a="http://schemas.openxmlformats.org/drawingml/2006/main">
            <a:off x="819150" y="6191250"/>
            <a:ext cx="333375" cy="76200"/>
          </a:xfrm>
          <a:prstGeom xmlns:a="http://schemas.openxmlformats.org/drawingml/2006/main" prst="rightArrow">
            <a:avLst/>
          </a:prstGeom>
          <a:solidFill xmlns:a="http://schemas.openxmlformats.org/drawingml/2006/main">
            <a:srgbClr val="0B1220"/>
          </a:solidFill>
          <a:ln xmlns:a="http://schemas.openxmlformats.org/drawingml/2006/main" w="0">
            <a:solidFill>
              <a:srgbClr val="0B1220"/>
            </a:solidFill>
          </a:ln>
        </p:spPr>
      </p:sp>
      <p:sp>
        <p:nvSpPr>
          <p:cNvPr id="365" name="">
            <a:extLst xmlns:a="http://schemas.openxmlformats.org/drawingml/2006/main">
              <a:ext uri="{FF2B5EF4-FFF2-40B4-BE49-F238E27FC236}">
                <a16:creationId xmlns:a16="http://schemas.microsoft.com/office/drawing/2014/main" id="{19A881AB-7EE7-4DAA-8AB0-EF21A3A4D338}"/>
              </a:ext>
            </a:extLst>
          </p:cNvPr>
          <p:cNvSpPr>
            <a:spLocks xmlns:a="http://schemas.openxmlformats.org/drawingml/2006/main" noGrp="1"/>
          </p:cNvSpPr>
          <p:nvPr/>
        </p:nvSpPr>
        <p:spPr>
          <a:xfrm xmlns:a="http://schemas.openxmlformats.org/drawingml/2006/main">
            <a:off x="1238250" y="6134100"/>
            <a:ext cx="1333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526174"/>
                </a:solidFill>
                <a:latin typeface="Poppins"/>
                <a:ea typeface="Poppins"/>
                <a:cs typeface="Poppins"/>
              </a:defRPr>
            </a:pPr>
            <a:r>
              <a:rPr sz="675" b="0">
                <a:solidFill>
                  <a:srgbClr val="526174"/>
                </a:solidFill>
                <a:latin typeface="Poppins"/>
                <a:ea typeface="Poppins"/>
                <a:cs typeface="Poppins"/>
              </a:rPr>
              <a:t>Request / command</a:t>
            </a:r>
          </a:p>
        </p:txBody>
      </p:sp>
      <p:sp>
        <p:nvSpPr>
          <p:cNvPr id="366" name="">
            <a:extLst xmlns:a="http://schemas.openxmlformats.org/drawingml/2006/main">
              <a:ext uri="{FF2B5EF4-FFF2-40B4-BE49-F238E27FC236}">
                <a16:creationId xmlns:a16="http://schemas.microsoft.com/office/drawing/2014/main" id="{4AEBB3F7-6DF2-4203-85CF-DD3102E224A6}"/>
              </a:ext>
            </a:extLst>
          </p:cNvPr>
          <p:cNvSpPr>
            <a:spLocks xmlns:a="http://schemas.openxmlformats.org/drawingml/2006/main" noGrp="1"/>
          </p:cNvSpPr>
          <p:nvPr/>
        </p:nvSpPr>
        <p:spPr>
          <a:xfrm xmlns:a="http://schemas.openxmlformats.org/drawingml/2006/main">
            <a:off x="2914650" y="6229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7" name="">
            <a:extLst xmlns:a="http://schemas.openxmlformats.org/drawingml/2006/main">
              <a:ext uri="{FF2B5EF4-FFF2-40B4-BE49-F238E27FC236}">
                <a16:creationId xmlns:a16="http://schemas.microsoft.com/office/drawing/2014/main" id="{6C1C1FAD-B22D-4C96-BF58-AADD88189E6D}"/>
              </a:ext>
            </a:extLst>
          </p:cNvPr>
          <p:cNvSpPr>
            <a:spLocks xmlns:a="http://schemas.openxmlformats.org/drawingml/2006/main" noGrp="1"/>
          </p:cNvSpPr>
          <p:nvPr/>
        </p:nvSpPr>
        <p:spPr>
          <a:xfrm xmlns:a="http://schemas.openxmlformats.org/drawingml/2006/main">
            <a:off x="3019425" y="6229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8" name="">
            <a:extLst xmlns:a="http://schemas.openxmlformats.org/drawingml/2006/main">
              <a:ext uri="{FF2B5EF4-FFF2-40B4-BE49-F238E27FC236}">
                <a16:creationId xmlns:a16="http://schemas.microsoft.com/office/drawing/2014/main" id="{9A2CBEF9-3A38-4478-A6D5-B337256B432E}"/>
              </a:ext>
            </a:extLst>
          </p:cNvPr>
          <p:cNvSpPr>
            <a:spLocks xmlns:a="http://schemas.openxmlformats.org/drawingml/2006/main" noGrp="1"/>
          </p:cNvSpPr>
          <p:nvPr/>
        </p:nvSpPr>
        <p:spPr>
          <a:xfrm xmlns:a="http://schemas.openxmlformats.org/drawingml/2006/main">
            <a:off x="2781300" y="61817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369" name="">
            <a:extLst xmlns:a="http://schemas.openxmlformats.org/drawingml/2006/main">
              <a:ext uri="{FF2B5EF4-FFF2-40B4-BE49-F238E27FC236}">
                <a16:creationId xmlns:a16="http://schemas.microsoft.com/office/drawing/2014/main" id="{B64B9F63-EE09-4D7D-92DC-B0C4F8290D31}"/>
              </a:ext>
            </a:extLst>
          </p:cNvPr>
          <p:cNvSpPr>
            <a:spLocks xmlns:a="http://schemas.openxmlformats.org/drawingml/2006/main" noGrp="1"/>
          </p:cNvSpPr>
          <p:nvPr/>
        </p:nvSpPr>
        <p:spPr>
          <a:xfrm xmlns:a="http://schemas.openxmlformats.org/drawingml/2006/main">
            <a:off x="3219450" y="6134100"/>
            <a:ext cx="195262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526174"/>
                </a:solidFill>
                <a:latin typeface="Poppins"/>
                <a:ea typeface="Poppins"/>
                <a:cs typeface="Poppins"/>
              </a:defRPr>
            </a:pPr>
            <a:r>
              <a:rPr sz="675" b="0">
                <a:solidFill>
                  <a:srgbClr val="526174"/>
                </a:solidFill>
                <a:latin typeface="Poppins"/>
                <a:ea typeface="Poppins"/>
                <a:cs typeface="Poppins"/>
              </a:rPr>
              <a:t>Response / callback / event</a:t>
            </a:r>
          </a:p>
        </p:txBody>
      </p:sp>
      <p:sp>
        <p:nvSpPr>
          <p:cNvPr id="370" name="">
            <a:extLst xmlns:a="http://schemas.openxmlformats.org/drawingml/2006/main">
              <a:ext uri="{FF2B5EF4-FFF2-40B4-BE49-F238E27FC236}">
                <a16:creationId xmlns:a16="http://schemas.microsoft.com/office/drawing/2014/main" id="{9AEB304D-20C0-4331-91B0-2BE2593378A1}"/>
              </a:ext>
            </a:extLst>
          </p:cNvPr>
          <p:cNvSpPr>
            <a:spLocks xmlns:a="http://schemas.openxmlformats.org/drawingml/2006/main" noGrp="1"/>
          </p:cNvSpPr>
          <p:nvPr/>
        </p:nvSpPr>
        <p:spPr>
          <a:xfrm xmlns:a="http://schemas.openxmlformats.org/drawingml/2006/main">
            <a:off x="7239000" y="6134100"/>
            <a:ext cx="40386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675" b="0">
                <a:solidFill>
                  <a:srgbClr val="526174"/>
                </a:solidFill>
                <a:latin typeface="Poppins"/>
                <a:ea typeface="Poppins"/>
                <a:cs typeface="Poppins"/>
              </a:defRPr>
            </a:pPr>
            <a:r>
              <a:rPr sz="675" b="0">
                <a:solidFill>
                  <a:srgbClr val="526174"/>
                </a:solidFill>
                <a:latin typeface="Poppins"/>
                <a:ea typeface="Poppins"/>
                <a:cs typeface="Poppins"/>
              </a:rPr>
              <a:t>All endpoints and statuses follow the repository implementation.</a:t>
            </a:r>
          </a:p>
        </p:txBody>
      </p:sp>
    </p:spTree>
    <p:extLst>
      <p:ext uri="{BB962C8B-B14F-4D97-AF65-F5344CB8AC3E}">
        <p14:creationId xmlns:p14="http://schemas.microsoft.com/office/powerpoint/2010/main" val="504797624"/>
      </p:ext>
    </p:extLst>
  </p:cSld>
</p:sld>
</file>

<file path=ppt/slides/slide5.xml><?xml version="1.0" encoding="utf-8"?>
<p:sld xmlns:p="http://schemas.openxmlformats.org/presentationml/2006/main">
  <p:cSld>
    <p:bg>
      <p:bgPr>
        <a:solidFill xmlns:a="http://schemas.openxmlformats.org/drawingml/2006/main">
          <a:srgbClr val="F2F5F9"/>
        </a:solidFill>
      </p:bgPr>
    </p:bg>
    <p:spTree>
      <p:nvGrpSpPr>
        <p:cNvPr id="1" name=""/>
        <p:cNvGrpSpPr/>
        <p:nvPr/>
      </p:nvGrpSpPr>
      <p:grpSpPr>
        <a:xfrm xmlns:a="http://schemas.openxmlformats.org/drawingml/2006/main"/>
      </p:grpSpPr>
      <p:sp>
        <p:nvSpPr>
          <p:cNvPr id="371" name="">
            <a:extLst xmlns:a="http://schemas.openxmlformats.org/drawingml/2006/main">
              <a:ext uri="{FF2B5EF4-FFF2-40B4-BE49-F238E27FC236}">
                <a16:creationId xmlns:a16="http://schemas.microsoft.com/office/drawing/2014/main" id="{A9A79CF6-DDAE-4FF1-8EAF-0B4F8F5A1D36}"/>
              </a:ext>
            </a:extLst>
          </p:cNvPr>
          <p:cNvSpPr>
            <a:spLocks xmlns:a="http://schemas.openxmlformats.org/drawingml/2006/main" noGrp="1"/>
          </p:cNvSpPr>
          <p:nvPr/>
        </p:nvSpPr>
        <p:spPr>
          <a:xfrm xmlns:a="http://schemas.openxmlformats.org/drawingml/2006/main">
            <a:off x="457200" y="323850"/>
            <a:ext cx="11277600" cy="6191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 name="">
            <a:extLst xmlns:a="http://schemas.openxmlformats.org/drawingml/2006/main">
              <a:ext uri="{FF2B5EF4-FFF2-40B4-BE49-F238E27FC236}">
                <a16:creationId xmlns:a16="http://schemas.microsoft.com/office/drawing/2014/main" id="{3FAABE25-A448-4A18-B76F-8C83D76FF34A}"/>
              </a:ext>
            </a:extLst>
          </p:cNvPr>
          <p:cNvSpPr>
            <a:spLocks xmlns:a="http://schemas.openxmlformats.org/drawingml/2006/main" noGrp="1"/>
          </p:cNvSpPr>
          <p:nvPr/>
        </p:nvSpPr>
        <p:spPr>
          <a:xfrm xmlns:a="http://schemas.openxmlformats.org/drawingml/2006/main">
            <a:off x="457200" y="323850"/>
            <a:ext cx="76200" cy="6191250"/>
          </a:xfrm>
          <a:prstGeom xmlns:a="http://schemas.openxmlformats.org/drawingml/2006/main" prst="rect">
            <a:avLst/>
          </a:prstGeom>
          <a:solidFill xmlns:a="http://schemas.openxmlformats.org/drawingml/2006/main">
            <a:srgbClr val="16A34A"/>
          </a:solidFill>
          <a:ln xmlns:a="http://schemas.openxmlformats.org/drawingml/2006/main" w="0">
            <a:solidFill>
              <a:srgbClr val="16A34A"/>
            </a:solidFill>
          </a:ln>
        </p:spPr>
      </p:sp>
      <p:sp>
        <p:nvSpPr>
          <p:cNvPr id="3" name="">
            <a:extLst xmlns:a="http://schemas.openxmlformats.org/drawingml/2006/main">
              <a:ext uri="{FF2B5EF4-FFF2-40B4-BE49-F238E27FC236}">
                <a16:creationId xmlns:a16="http://schemas.microsoft.com/office/drawing/2014/main" id="{F85EE053-046C-47A3-92CE-9029322894B8}"/>
              </a:ext>
            </a:extLst>
          </p:cNvPr>
          <p:cNvSpPr>
            <a:spLocks xmlns:a="http://schemas.openxmlformats.org/drawingml/2006/main" noGrp="1"/>
          </p:cNvSpPr>
          <p:nvPr/>
        </p:nvSpPr>
        <p:spPr>
          <a:xfrm xmlns:a="http://schemas.openxmlformats.org/drawingml/2006/main">
            <a:off x="781050" y="552450"/>
            <a:ext cx="8572500" cy="4381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325" b="1">
                <a:solidFill>
                  <a:srgbClr val="0B1220"/>
                </a:solidFill>
                <a:latin typeface="Poppins"/>
                <a:ea typeface="Poppins"/>
                <a:cs typeface="Poppins"/>
              </a:defRPr>
            </a:pPr>
            <a:r>
              <a:rPr sz="2325" b="1">
                <a:solidFill>
                  <a:srgbClr val="0B1220"/>
                </a:solidFill>
                <a:latin typeface="Poppins"/>
                <a:ea typeface="Poppins"/>
                <a:cs typeface="Poppins"/>
              </a:rPr>
              <a:t>Completion, Loyalty &amp; Reporting Flow</a:t>
            </a:r>
          </a:p>
        </p:txBody>
      </p:sp>
      <p:sp>
        <p:nvSpPr>
          <p:cNvPr id="4" name="">
            <a:extLst xmlns:a="http://schemas.openxmlformats.org/drawingml/2006/main">
              <a:ext uri="{FF2B5EF4-FFF2-40B4-BE49-F238E27FC236}">
                <a16:creationId xmlns:a16="http://schemas.microsoft.com/office/drawing/2014/main" id="{38B645DB-3922-4BB9-BE1C-B2FEFC92CC88}"/>
              </a:ext>
            </a:extLst>
          </p:cNvPr>
          <p:cNvSpPr>
            <a:spLocks xmlns:a="http://schemas.openxmlformats.org/drawingml/2006/main" noGrp="1"/>
          </p:cNvSpPr>
          <p:nvPr/>
        </p:nvSpPr>
        <p:spPr>
          <a:xfrm xmlns:a="http://schemas.openxmlformats.org/drawingml/2006/main">
            <a:off x="800100" y="1019175"/>
            <a:ext cx="8572500" cy="2095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38" b="0">
                <a:solidFill>
                  <a:srgbClr val="526174"/>
                </a:solidFill>
                <a:latin typeface="Poppins"/>
                <a:ea typeface="Poppins"/>
                <a:cs typeface="Poppins"/>
              </a:defRPr>
            </a:pPr>
            <a:r>
              <a:rPr sz="938" b="0">
                <a:solidFill>
                  <a:srgbClr val="526174"/>
                </a:solidFill>
                <a:latin typeface="Poppins"/>
                <a:ea typeface="Poppins"/>
                <a:cs typeface="Poppins"/>
              </a:rPr>
              <a:t>Completion is the trigger for final payment state, loyalty points, customer notification, review eligibility, and reporting data.</a:t>
            </a:r>
          </a:p>
        </p:txBody>
      </p:sp>
      <p:sp>
        <p:nvSpPr>
          <p:cNvPr id="5" name="">
            <a:extLst xmlns:a="http://schemas.openxmlformats.org/drawingml/2006/main">
              <a:ext uri="{FF2B5EF4-FFF2-40B4-BE49-F238E27FC236}">
                <a16:creationId xmlns:a16="http://schemas.microsoft.com/office/drawing/2014/main" id="{E5263337-3449-46B3-86F9-9BEC77B5924D}"/>
              </a:ext>
            </a:extLst>
          </p:cNvPr>
          <p:cNvSpPr>
            <a:spLocks xmlns:a="http://schemas.openxmlformats.org/drawingml/2006/main" noGrp="1"/>
          </p:cNvSpPr>
          <p:nvPr/>
        </p:nvSpPr>
        <p:spPr>
          <a:xfrm xmlns:a="http://schemas.openxmlformats.org/drawingml/2006/main">
            <a:off x="9906000" y="600075"/>
            <a:ext cx="1381125" cy="266700"/>
          </a:xfrm>
          <a:prstGeom xmlns:a="http://schemas.openxmlformats.org/drawingml/2006/main" prst="roundRect">
            <a:avLst>
              <a:gd name="adj" fmla="val 30000"/>
            </a:avLst>
          </a:prstGeom>
          <a:solidFill xmlns:a="http://schemas.openxmlformats.org/drawingml/2006/main">
            <a:srgbClr val="0B1220"/>
          </a:solidFill>
          <a:ln xmlns:a="http://schemas.openxmlformats.org/drawingml/2006/main" w="13335">
            <a:solidFill>
              <a:srgbClr val="0B1220"/>
            </a:solidFill>
            <a:prstDash val="solid"/>
          </a:ln>
        </p:spPr>
      </p:sp>
      <p:sp>
        <p:nvSpPr>
          <p:cNvPr id="6" name="">
            <a:extLst xmlns:a="http://schemas.openxmlformats.org/drawingml/2006/main">
              <a:ext uri="{FF2B5EF4-FFF2-40B4-BE49-F238E27FC236}">
                <a16:creationId xmlns:a16="http://schemas.microsoft.com/office/drawing/2014/main" id="{E05CB711-9899-445B-BB65-71C2DCE93C9A}"/>
              </a:ext>
            </a:extLst>
          </p:cNvPr>
          <p:cNvSpPr>
            <a:spLocks xmlns:a="http://schemas.openxmlformats.org/drawingml/2006/main" noGrp="1"/>
          </p:cNvSpPr>
          <p:nvPr/>
        </p:nvSpPr>
        <p:spPr>
          <a:xfrm xmlns:a="http://schemas.openxmlformats.org/drawingml/2006/main">
            <a:off x="10001250" y="638175"/>
            <a:ext cx="119062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13" b="1">
                <a:solidFill>
                  <a:srgbClr val="FFFFFF"/>
                </a:solidFill>
                <a:latin typeface="Poppins"/>
                <a:ea typeface="Poppins"/>
                <a:cs typeface="Poppins"/>
              </a:defRPr>
            </a:pPr>
            <a:r>
              <a:rPr sz="713" b="1">
                <a:solidFill>
                  <a:srgbClr val="FFFFFF"/>
                </a:solidFill>
                <a:latin typeface="Poppins"/>
                <a:ea typeface="Poppins"/>
                <a:cs typeface="Poppins"/>
              </a:rPr>
              <a:t>ORIGIN/DEV  b5ad575</a:t>
            </a:r>
          </a:p>
        </p:txBody>
      </p:sp>
      <p:sp>
        <p:nvSpPr>
          <p:cNvPr id="7" name="">
            <a:extLst xmlns:a="http://schemas.openxmlformats.org/drawingml/2006/main">
              <a:ext uri="{FF2B5EF4-FFF2-40B4-BE49-F238E27FC236}">
                <a16:creationId xmlns:a16="http://schemas.microsoft.com/office/drawing/2014/main" id="{5F0F6D68-26DC-4A03-9A89-E438A43C842C}"/>
              </a:ext>
            </a:extLst>
          </p:cNvPr>
          <p:cNvSpPr>
            <a:spLocks xmlns:a="http://schemas.openxmlformats.org/drawingml/2006/main" noGrp="1"/>
          </p:cNvSpPr>
          <p:nvPr/>
        </p:nvSpPr>
        <p:spPr>
          <a:xfrm xmlns:a="http://schemas.openxmlformats.org/drawingml/2006/main">
            <a:off x="781050" y="1390650"/>
            <a:ext cx="1676400" cy="247650"/>
          </a:xfrm>
          <a:prstGeom xmlns:a="http://schemas.openxmlformats.org/drawingml/2006/main" prst="roundRect">
            <a:avLst>
              <a:gd name="adj" fmla="val 30000"/>
            </a:avLst>
          </a:prstGeom>
          <a:solidFill xmlns:a="http://schemas.openxmlformats.org/drawingml/2006/main">
            <a:srgbClr val="2563EB"/>
          </a:solidFill>
          <a:ln xmlns:a="http://schemas.openxmlformats.org/drawingml/2006/main" w="13335">
            <a:solidFill>
              <a:srgbClr val="2563EB"/>
            </a:solidFill>
            <a:prstDash val="solid"/>
          </a:ln>
        </p:spPr>
      </p:sp>
      <p:sp>
        <p:nvSpPr>
          <p:cNvPr id="8" name="">
            <a:extLst xmlns:a="http://schemas.openxmlformats.org/drawingml/2006/main">
              <a:ext uri="{FF2B5EF4-FFF2-40B4-BE49-F238E27FC236}">
                <a16:creationId xmlns:a16="http://schemas.microsoft.com/office/drawing/2014/main" id="{34FE96C0-BB29-47B1-9E08-3D9A7CF43B6D}"/>
              </a:ext>
            </a:extLst>
          </p:cNvPr>
          <p:cNvSpPr>
            <a:spLocks xmlns:a="http://schemas.openxmlformats.org/drawingml/2006/main" noGrp="1"/>
          </p:cNvSpPr>
          <p:nvPr/>
        </p:nvSpPr>
        <p:spPr>
          <a:xfrm xmlns:a="http://schemas.openxmlformats.org/drawingml/2006/main">
            <a:off x="8477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CUSTOMER</a:t>
            </a:r>
          </a:p>
        </p:txBody>
      </p:sp>
      <p:sp>
        <p:nvSpPr>
          <p:cNvPr id="9" name="">
            <a:extLst xmlns:a="http://schemas.openxmlformats.org/drawingml/2006/main">
              <a:ext uri="{FF2B5EF4-FFF2-40B4-BE49-F238E27FC236}">
                <a16:creationId xmlns:a16="http://schemas.microsoft.com/office/drawing/2014/main" id="{77213E22-83F5-4CB6-9E70-FA3DA96D4177}"/>
              </a:ext>
            </a:extLst>
          </p:cNvPr>
          <p:cNvSpPr>
            <a:spLocks xmlns:a="http://schemas.openxmlformats.org/drawingml/2006/main" noGrp="1"/>
          </p:cNvSpPr>
          <p:nvPr/>
        </p:nvSpPr>
        <p:spPr>
          <a:xfrm xmlns:a="http://schemas.openxmlformats.org/drawingml/2006/main">
            <a:off x="8191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Tracking, history, rating</a:t>
            </a:r>
          </a:p>
        </p:txBody>
      </p:sp>
      <p:sp>
        <p:nvSpPr>
          <p:cNvPr id="10" name="">
            <a:extLst xmlns:a="http://schemas.openxmlformats.org/drawingml/2006/main">
              <a:ext uri="{FF2B5EF4-FFF2-40B4-BE49-F238E27FC236}">
                <a16:creationId xmlns:a16="http://schemas.microsoft.com/office/drawing/2014/main" id="{EDDB0187-346C-47D9-968B-FF96111C42A8}"/>
              </a:ext>
            </a:extLst>
          </p:cNvPr>
          <p:cNvSpPr>
            <a:spLocks xmlns:a="http://schemas.openxmlformats.org/drawingml/2006/main" noGrp="1"/>
          </p:cNvSpPr>
          <p:nvPr/>
        </p:nvSpPr>
        <p:spPr>
          <a:xfrm xmlns:a="http://schemas.openxmlformats.org/drawingml/2006/main">
            <a:off x="16097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 name="">
            <a:extLst xmlns:a="http://schemas.openxmlformats.org/drawingml/2006/main">
              <a:ext uri="{FF2B5EF4-FFF2-40B4-BE49-F238E27FC236}">
                <a16:creationId xmlns:a16="http://schemas.microsoft.com/office/drawing/2014/main" id="{35A7627A-EEF6-4E76-9B8C-0F6DA924BE86}"/>
              </a:ext>
            </a:extLst>
          </p:cNvPr>
          <p:cNvSpPr>
            <a:spLocks xmlns:a="http://schemas.openxmlformats.org/drawingml/2006/main" noGrp="1"/>
          </p:cNvSpPr>
          <p:nvPr/>
        </p:nvSpPr>
        <p:spPr>
          <a:xfrm xmlns:a="http://schemas.openxmlformats.org/drawingml/2006/main">
            <a:off x="16097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 name="">
            <a:extLst xmlns:a="http://schemas.openxmlformats.org/drawingml/2006/main">
              <a:ext uri="{FF2B5EF4-FFF2-40B4-BE49-F238E27FC236}">
                <a16:creationId xmlns:a16="http://schemas.microsoft.com/office/drawing/2014/main" id="{9E6743E0-0849-4D99-8C3C-3E2898A76225}"/>
              </a:ext>
            </a:extLst>
          </p:cNvPr>
          <p:cNvSpPr>
            <a:spLocks xmlns:a="http://schemas.openxmlformats.org/drawingml/2006/main" noGrp="1"/>
          </p:cNvSpPr>
          <p:nvPr/>
        </p:nvSpPr>
        <p:spPr>
          <a:xfrm xmlns:a="http://schemas.openxmlformats.org/drawingml/2006/main">
            <a:off x="16097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 name="">
            <a:extLst xmlns:a="http://schemas.openxmlformats.org/drawingml/2006/main">
              <a:ext uri="{FF2B5EF4-FFF2-40B4-BE49-F238E27FC236}">
                <a16:creationId xmlns:a16="http://schemas.microsoft.com/office/drawing/2014/main" id="{604BB1A4-A23C-40DD-A8CF-C9124DCA9F66}"/>
              </a:ext>
            </a:extLst>
          </p:cNvPr>
          <p:cNvSpPr>
            <a:spLocks xmlns:a="http://schemas.openxmlformats.org/drawingml/2006/main" noGrp="1"/>
          </p:cNvSpPr>
          <p:nvPr/>
        </p:nvSpPr>
        <p:spPr>
          <a:xfrm xmlns:a="http://schemas.openxmlformats.org/drawingml/2006/main">
            <a:off x="16097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 name="">
            <a:extLst xmlns:a="http://schemas.openxmlformats.org/drawingml/2006/main">
              <a:ext uri="{FF2B5EF4-FFF2-40B4-BE49-F238E27FC236}">
                <a16:creationId xmlns:a16="http://schemas.microsoft.com/office/drawing/2014/main" id="{884E9175-2478-40CF-B0AA-7CCC8D229B3C}"/>
              </a:ext>
            </a:extLst>
          </p:cNvPr>
          <p:cNvSpPr>
            <a:spLocks xmlns:a="http://schemas.openxmlformats.org/drawingml/2006/main" noGrp="1"/>
          </p:cNvSpPr>
          <p:nvPr/>
        </p:nvSpPr>
        <p:spPr>
          <a:xfrm xmlns:a="http://schemas.openxmlformats.org/drawingml/2006/main">
            <a:off x="16097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 name="">
            <a:extLst xmlns:a="http://schemas.openxmlformats.org/drawingml/2006/main">
              <a:ext uri="{FF2B5EF4-FFF2-40B4-BE49-F238E27FC236}">
                <a16:creationId xmlns:a16="http://schemas.microsoft.com/office/drawing/2014/main" id="{D8996104-F278-4236-9799-2BB3AA838932}"/>
              </a:ext>
            </a:extLst>
          </p:cNvPr>
          <p:cNvSpPr>
            <a:spLocks xmlns:a="http://schemas.openxmlformats.org/drawingml/2006/main" noGrp="1"/>
          </p:cNvSpPr>
          <p:nvPr/>
        </p:nvSpPr>
        <p:spPr>
          <a:xfrm xmlns:a="http://schemas.openxmlformats.org/drawingml/2006/main">
            <a:off x="16097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 name="">
            <a:extLst xmlns:a="http://schemas.openxmlformats.org/drawingml/2006/main">
              <a:ext uri="{FF2B5EF4-FFF2-40B4-BE49-F238E27FC236}">
                <a16:creationId xmlns:a16="http://schemas.microsoft.com/office/drawing/2014/main" id="{E03FF8EA-AEB7-4F89-9AD5-2D0A7AF1913E}"/>
              </a:ext>
            </a:extLst>
          </p:cNvPr>
          <p:cNvSpPr>
            <a:spLocks xmlns:a="http://schemas.openxmlformats.org/drawingml/2006/main" noGrp="1"/>
          </p:cNvSpPr>
          <p:nvPr/>
        </p:nvSpPr>
        <p:spPr>
          <a:xfrm xmlns:a="http://schemas.openxmlformats.org/drawingml/2006/main">
            <a:off x="16097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7" name="">
            <a:extLst xmlns:a="http://schemas.openxmlformats.org/drawingml/2006/main">
              <a:ext uri="{FF2B5EF4-FFF2-40B4-BE49-F238E27FC236}">
                <a16:creationId xmlns:a16="http://schemas.microsoft.com/office/drawing/2014/main" id="{DDAFDC44-A03C-49B0-8A91-D8D238EE4593}"/>
              </a:ext>
            </a:extLst>
          </p:cNvPr>
          <p:cNvSpPr>
            <a:spLocks xmlns:a="http://schemas.openxmlformats.org/drawingml/2006/main" noGrp="1"/>
          </p:cNvSpPr>
          <p:nvPr/>
        </p:nvSpPr>
        <p:spPr>
          <a:xfrm xmlns:a="http://schemas.openxmlformats.org/drawingml/2006/main">
            <a:off x="16097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8" name="">
            <a:extLst xmlns:a="http://schemas.openxmlformats.org/drawingml/2006/main">
              <a:ext uri="{FF2B5EF4-FFF2-40B4-BE49-F238E27FC236}">
                <a16:creationId xmlns:a16="http://schemas.microsoft.com/office/drawing/2014/main" id="{A71B5E47-A57C-49E1-90E5-AE4CC3287C46}"/>
              </a:ext>
            </a:extLst>
          </p:cNvPr>
          <p:cNvSpPr>
            <a:spLocks xmlns:a="http://schemas.openxmlformats.org/drawingml/2006/main" noGrp="1"/>
          </p:cNvSpPr>
          <p:nvPr/>
        </p:nvSpPr>
        <p:spPr>
          <a:xfrm xmlns:a="http://schemas.openxmlformats.org/drawingml/2006/main">
            <a:off x="16097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9" name="">
            <a:extLst xmlns:a="http://schemas.openxmlformats.org/drawingml/2006/main">
              <a:ext uri="{FF2B5EF4-FFF2-40B4-BE49-F238E27FC236}">
                <a16:creationId xmlns:a16="http://schemas.microsoft.com/office/drawing/2014/main" id="{65E43499-94AF-41B7-AE5D-69A027BAE41D}"/>
              </a:ext>
            </a:extLst>
          </p:cNvPr>
          <p:cNvSpPr>
            <a:spLocks xmlns:a="http://schemas.openxmlformats.org/drawingml/2006/main" noGrp="1"/>
          </p:cNvSpPr>
          <p:nvPr/>
        </p:nvSpPr>
        <p:spPr>
          <a:xfrm xmlns:a="http://schemas.openxmlformats.org/drawingml/2006/main">
            <a:off x="16097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0" name="">
            <a:extLst xmlns:a="http://schemas.openxmlformats.org/drawingml/2006/main">
              <a:ext uri="{FF2B5EF4-FFF2-40B4-BE49-F238E27FC236}">
                <a16:creationId xmlns:a16="http://schemas.microsoft.com/office/drawing/2014/main" id="{404187CE-2C49-4960-A9FD-7D6A5E53831C}"/>
              </a:ext>
            </a:extLst>
          </p:cNvPr>
          <p:cNvSpPr>
            <a:spLocks xmlns:a="http://schemas.openxmlformats.org/drawingml/2006/main" noGrp="1"/>
          </p:cNvSpPr>
          <p:nvPr/>
        </p:nvSpPr>
        <p:spPr>
          <a:xfrm xmlns:a="http://schemas.openxmlformats.org/drawingml/2006/main">
            <a:off x="16097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1" name="">
            <a:extLst xmlns:a="http://schemas.openxmlformats.org/drawingml/2006/main">
              <a:ext uri="{FF2B5EF4-FFF2-40B4-BE49-F238E27FC236}">
                <a16:creationId xmlns:a16="http://schemas.microsoft.com/office/drawing/2014/main" id="{6F7F8C88-6AC8-4D56-A6DA-7785EA114E7A}"/>
              </a:ext>
            </a:extLst>
          </p:cNvPr>
          <p:cNvSpPr>
            <a:spLocks xmlns:a="http://schemas.openxmlformats.org/drawingml/2006/main" noGrp="1"/>
          </p:cNvSpPr>
          <p:nvPr/>
        </p:nvSpPr>
        <p:spPr>
          <a:xfrm xmlns:a="http://schemas.openxmlformats.org/drawingml/2006/main">
            <a:off x="16097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2" name="">
            <a:extLst xmlns:a="http://schemas.openxmlformats.org/drawingml/2006/main">
              <a:ext uri="{FF2B5EF4-FFF2-40B4-BE49-F238E27FC236}">
                <a16:creationId xmlns:a16="http://schemas.microsoft.com/office/drawing/2014/main" id="{C95B2DD0-BB14-4C10-AF0A-99EDB52D24B2}"/>
              </a:ext>
            </a:extLst>
          </p:cNvPr>
          <p:cNvSpPr>
            <a:spLocks xmlns:a="http://schemas.openxmlformats.org/drawingml/2006/main" noGrp="1"/>
          </p:cNvSpPr>
          <p:nvPr/>
        </p:nvSpPr>
        <p:spPr>
          <a:xfrm xmlns:a="http://schemas.openxmlformats.org/drawingml/2006/main">
            <a:off x="16097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3" name="">
            <a:extLst xmlns:a="http://schemas.openxmlformats.org/drawingml/2006/main">
              <a:ext uri="{FF2B5EF4-FFF2-40B4-BE49-F238E27FC236}">
                <a16:creationId xmlns:a16="http://schemas.microsoft.com/office/drawing/2014/main" id="{4FE3CDB7-2D8A-4B93-8A1C-551C0CD3BF96}"/>
              </a:ext>
            </a:extLst>
          </p:cNvPr>
          <p:cNvSpPr>
            <a:spLocks xmlns:a="http://schemas.openxmlformats.org/drawingml/2006/main" noGrp="1"/>
          </p:cNvSpPr>
          <p:nvPr/>
        </p:nvSpPr>
        <p:spPr>
          <a:xfrm xmlns:a="http://schemas.openxmlformats.org/drawingml/2006/main">
            <a:off x="16097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4" name="">
            <a:extLst xmlns:a="http://schemas.openxmlformats.org/drawingml/2006/main">
              <a:ext uri="{FF2B5EF4-FFF2-40B4-BE49-F238E27FC236}">
                <a16:creationId xmlns:a16="http://schemas.microsoft.com/office/drawing/2014/main" id="{01C022CF-547B-45B4-BFF0-436E8D25677F}"/>
              </a:ext>
            </a:extLst>
          </p:cNvPr>
          <p:cNvSpPr>
            <a:spLocks xmlns:a="http://schemas.openxmlformats.org/drawingml/2006/main" noGrp="1"/>
          </p:cNvSpPr>
          <p:nvPr/>
        </p:nvSpPr>
        <p:spPr>
          <a:xfrm xmlns:a="http://schemas.openxmlformats.org/drawingml/2006/main">
            <a:off x="16097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5" name="">
            <a:extLst xmlns:a="http://schemas.openxmlformats.org/drawingml/2006/main">
              <a:ext uri="{FF2B5EF4-FFF2-40B4-BE49-F238E27FC236}">
                <a16:creationId xmlns:a16="http://schemas.microsoft.com/office/drawing/2014/main" id="{5EB7C401-2DCB-4AE1-9371-97E4A59E2E2A}"/>
              </a:ext>
            </a:extLst>
          </p:cNvPr>
          <p:cNvSpPr>
            <a:spLocks xmlns:a="http://schemas.openxmlformats.org/drawingml/2006/main" noGrp="1"/>
          </p:cNvSpPr>
          <p:nvPr/>
        </p:nvSpPr>
        <p:spPr>
          <a:xfrm xmlns:a="http://schemas.openxmlformats.org/drawingml/2006/main">
            <a:off x="16097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6" name="">
            <a:extLst xmlns:a="http://schemas.openxmlformats.org/drawingml/2006/main">
              <a:ext uri="{FF2B5EF4-FFF2-40B4-BE49-F238E27FC236}">
                <a16:creationId xmlns:a16="http://schemas.microsoft.com/office/drawing/2014/main" id="{26419771-F0A0-4AD2-94A4-002B10C3EEC5}"/>
              </a:ext>
            </a:extLst>
          </p:cNvPr>
          <p:cNvSpPr>
            <a:spLocks xmlns:a="http://schemas.openxmlformats.org/drawingml/2006/main" noGrp="1"/>
          </p:cNvSpPr>
          <p:nvPr/>
        </p:nvSpPr>
        <p:spPr>
          <a:xfrm xmlns:a="http://schemas.openxmlformats.org/drawingml/2006/main">
            <a:off x="16097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7" name="">
            <a:extLst xmlns:a="http://schemas.openxmlformats.org/drawingml/2006/main">
              <a:ext uri="{FF2B5EF4-FFF2-40B4-BE49-F238E27FC236}">
                <a16:creationId xmlns:a16="http://schemas.microsoft.com/office/drawing/2014/main" id="{ED9141ED-64F2-4BF2-8760-6CC318E971D1}"/>
              </a:ext>
            </a:extLst>
          </p:cNvPr>
          <p:cNvSpPr>
            <a:spLocks xmlns:a="http://schemas.openxmlformats.org/drawingml/2006/main" noGrp="1"/>
          </p:cNvSpPr>
          <p:nvPr/>
        </p:nvSpPr>
        <p:spPr>
          <a:xfrm xmlns:a="http://schemas.openxmlformats.org/drawingml/2006/main">
            <a:off x="16097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8" name="">
            <a:extLst xmlns:a="http://schemas.openxmlformats.org/drawingml/2006/main">
              <a:ext uri="{FF2B5EF4-FFF2-40B4-BE49-F238E27FC236}">
                <a16:creationId xmlns:a16="http://schemas.microsoft.com/office/drawing/2014/main" id="{BAE16794-505C-4501-84A6-01DF8E2B64B1}"/>
              </a:ext>
            </a:extLst>
          </p:cNvPr>
          <p:cNvSpPr>
            <a:spLocks xmlns:a="http://schemas.openxmlformats.org/drawingml/2006/main" noGrp="1"/>
          </p:cNvSpPr>
          <p:nvPr/>
        </p:nvSpPr>
        <p:spPr>
          <a:xfrm xmlns:a="http://schemas.openxmlformats.org/drawingml/2006/main">
            <a:off x="16097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29" name="">
            <a:extLst xmlns:a="http://schemas.openxmlformats.org/drawingml/2006/main">
              <a:ext uri="{FF2B5EF4-FFF2-40B4-BE49-F238E27FC236}">
                <a16:creationId xmlns:a16="http://schemas.microsoft.com/office/drawing/2014/main" id="{0451C311-62C5-48F4-B555-417774D7A1AE}"/>
              </a:ext>
            </a:extLst>
          </p:cNvPr>
          <p:cNvSpPr>
            <a:spLocks xmlns:a="http://schemas.openxmlformats.org/drawingml/2006/main" noGrp="1"/>
          </p:cNvSpPr>
          <p:nvPr/>
        </p:nvSpPr>
        <p:spPr>
          <a:xfrm xmlns:a="http://schemas.openxmlformats.org/drawingml/2006/main">
            <a:off x="16097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0" name="">
            <a:extLst xmlns:a="http://schemas.openxmlformats.org/drawingml/2006/main">
              <a:ext uri="{FF2B5EF4-FFF2-40B4-BE49-F238E27FC236}">
                <a16:creationId xmlns:a16="http://schemas.microsoft.com/office/drawing/2014/main" id="{DB0266F1-285A-46A0-87D5-4A7CDA122866}"/>
              </a:ext>
            </a:extLst>
          </p:cNvPr>
          <p:cNvSpPr>
            <a:spLocks xmlns:a="http://schemas.openxmlformats.org/drawingml/2006/main" noGrp="1"/>
          </p:cNvSpPr>
          <p:nvPr/>
        </p:nvSpPr>
        <p:spPr>
          <a:xfrm xmlns:a="http://schemas.openxmlformats.org/drawingml/2006/main">
            <a:off x="16097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1" name="">
            <a:extLst xmlns:a="http://schemas.openxmlformats.org/drawingml/2006/main">
              <a:ext uri="{FF2B5EF4-FFF2-40B4-BE49-F238E27FC236}">
                <a16:creationId xmlns:a16="http://schemas.microsoft.com/office/drawing/2014/main" id="{DA26B480-3A66-4820-BA2C-77A21CF21088}"/>
              </a:ext>
            </a:extLst>
          </p:cNvPr>
          <p:cNvSpPr>
            <a:spLocks xmlns:a="http://schemas.openxmlformats.org/drawingml/2006/main" noGrp="1"/>
          </p:cNvSpPr>
          <p:nvPr/>
        </p:nvSpPr>
        <p:spPr>
          <a:xfrm xmlns:a="http://schemas.openxmlformats.org/drawingml/2006/main">
            <a:off x="16097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2" name="">
            <a:extLst xmlns:a="http://schemas.openxmlformats.org/drawingml/2006/main">
              <a:ext uri="{FF2B5EF4-FFF2-40B4-BE49-F238E27FC236}">
                <a16:creationId xmlns:a16="http://schemas.microsoft.com/office/drawing/2014/main" id="{FAC88F5A-775C-46C6-ADAB-23C494185638}"/>
              </a:ext>
            </a:extLst>
          </p:cNvPr>
          <p:cNvSpPr>
            <a:spLocks xmlns:a="http://schemas.openxmlformats.org/drawingml/2006/main" noGrp="1"/>
          </p:cNvSpPr>
          <p:nvPr/>
        </p:nvSpPr>
        <p:spPr>
          <a:xfrm xmlns:a="http://schemas.openxmlformats.org/drawingml/2006/main">
            <a:off x="16097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3" name="">
            <a:extLst xmlns:a="http://schemas.openxmlformats.org/drawingml/2006/main">
              <a:ext uri="{FF2B5EF4-FFF2-40B4-BE49-F238E27FC236}">
                <a16:creationId xmlns:a16="http://schemas.microsoft.com/office/drawing/2014/main" id="{CA0883D2-591E-4324-BE4E-19DBA9305382}"/>
              </a:ext>
            </a:extLst>
          </p:cNvPr>
          <p:cNvSpPr>
            <a:spLocks xmlns:a="http://schemas.openxmlformats.org/drawingml/2006/main" noGrp="1"/>
          </p:cNvSpPr>
          <p:nvPr/>
        </p:nvSpPr>
        <p:spPr>
          <a:xfrm xmlns:a="http://schemas.openxmlformats.org/drawingml/2006/main">
            <a:off x="16097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4" name="">
            <a:extLst xmlns:a="http://schemas.openxmlformats.org/drawingml/2006/main">
              <a:ext uri="{FF2B5EF4-FFF2-40B4-BE49-F238E27FC236}">
                <a16:creationId xmlns:a16="http://schemas.microsoft.com/office/drawing/2014/main" id="{DB949E8E-116A-400B-8920-2538018FCDF9}"/>
              </a:ext>
            </a:extLst>
          </p:cNvPr>
          <p:cNvSpPr>
            <a:spLocks xmlns:a="http://schemas.openxmlformats.org/drawingml/2006/main" noGrp="1"/>
          </p:cNvSpPr>
          <p:nvPr/>
        </p:nvSpPr>
        <p:spPr>
          <a:xfrm xmlns:a="http://schemas.openxmlformats.org/drawingml/2006/main">
            <a:off x="16097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5" name="">
            <a:extLst xmlns:a="http://schemas.openxmlformats.org/drawingml/2006/main">
              <a:ext uri="{FF2B5EF4-FFF2-40B4-BE49-F238E27FC236}">
                <a16:creationId xmlns:a16="http://schemas.microsoft.com/office/drawing/2014/main" id="{0E0FA711-4479-4695-810E-C32AD57529E6}"/>
              </a:ext>
            </a:extLst>
          </p:cNvPr>
          <p:cNvSpPr>
            <a:spLocks xmlns:a="http://schemas.openxmlformats.org/drawingml/2006/main" noGrp="1"/>
          </p:cNvSpPr>
          <p:nvPr/>
        </p:nvSpPr>
        <p:spPr>
          <a:xfrm xmlns:a="http://schemas.openxmlformats.org/drawingml/2006/main">
            <a:off x="16097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6" name="">
            <a:extLst xmlns:a="http://schemas.openxmlformats.org/drawingml/2006/main">
              <a:ext uri="{FF2B5EF4-FFF2-40B4-BE49-F238E27FC236}">
                <a16:creationId xmlns:a16="http://schemas.microsoft.com/office/drawing/2014/main" id="{E1FD33A9-7C83-46F9-9452-CCC3256C3036}"/>
              </a:ext>
            </a:extLst>
          </p:cNvPr>
          <p:cNvSpPr>
            <a:spLocks xmlns:a="http://schemas.openxmlformats.org/drawingml/2006/main" noGrp="1"/>
          </p:cNvSpPr>
          <p:nvPr/>
        </p:nvSpPr>
        <p:spPr>
          <a:xfrm xmlns:a="http://schemas.openxmlformats.org/drawingml/2006/main">
            <a:off x="16097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7" name="">
            <a:extLst xmlns:a="http://schemas.openxmlformats.org/drawingml/2006/main">
              <a:ext uri="{FF2B5EF4-FFF2-40B4-BE49-F238E27FC236}">
                <a16:creationId xmlns:a16="http://schemas.microsoft.com/office/drawing/2014/main" id="{140D4AD8-C436-4FDD-BDEE-67E8713D8488}"/>
              </a:ext>
            </a:extLst>
          </p:cNvPr>
          <p:cNvSpPr>
            <a:spLocks xmlns:a="http://schemas.openxmlformats.org/drawingml/2006/main" noGrp="1"/>
          </p:cNvSpPr>
          <p:nvPr/>
        </p:nvSpPr>
        <p:spPr>
          <a:xfrm xmlns:a="http://schemas.openxmlformats.org/drawingml/2006/main">
            <a:off x="16097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8" name="">
            <a:extLst xmlns:a="http://schemas.openxmlformats.org/drawingml/2006/main">
              <a:ext uri="{FF2B5EF4-FFF2-40B4-BE49-F238E27FC236}">
                <a16:creationId xmlns:a16="http://schemas.microsoft.com/office/drawing/2014/main" id="{5678BEB6-700E-4FF4-89F8-66B1B3E67D24}"/>
              </a:ext>
            </a:extLst>
          </p:cNvPr>
          <p:cNvSpPr>
            <a:spLocks xmlns:a="http://schemas.openxmlformats.org/drawingml/2006/main" noGrp="1"/>
          </p:cNvSpPr>
          <p:nvPr/>
        </p:nvSpPr>
        <p:spPr>
          <a:xfrm xmlns:a="http://schemas.openxmlformats.org/drawingml/2006/main">
            <a:off x="16097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39" name="">
            <a:extLst xmlns:a="http://schemas.openxmlformats.org/drawingml/2006/main">
              <a:ext uri="{FF2B5EF4-FFF2-40B4-BE49-F238E27FC236}">
                <a16:creationId xmlns:a16="http://schemas.microsoft.com/office/drawing/2014/main" id="{62B4A14F-5120-44A5-8D58-7EF394D985BC}"/>
              </a:ext>
            </a:extLst>
          </p:cNvPr>
          <p:cNvSpPr>
            <a:spLocks xmlns:a="http://schemas.openxmlformats.org/drawingml/2006/main" noGrp="1"/>
          </p:cNvSpPr>
          <p:nvPr/>
        </p:nvSpPr>
        <p:spPr>
          <a:xfrm xmlns:a="http://schemas.openxmlformats.org/drawingml/2006/main">
            <a:off x="2857500" y="1390650"/>
            <a:ext cx="1676400" cy="247650"/>
          </a:xfrm>
          <a:prstGeom xmlns:a="http://schemas.openxmlformats.org/drawingml/2006/main" prst="roundRect">
            <a:avLst>
              <a:gd name="adj" fmla="val 30000"/>
            </a:avLst>
          </a:prstGeom>
          <a:solidFill xmlns:a="http://schemas.openxmlformats.org/drawingml/2006/main">
            <a:srgbClr val="08BFD3"/>
          </a:solidFill>
          <a:ln xmlns:a="http://schemas.openxmlformats.org/drawingml/2006/main" w="13335">
            <a:solidFill>
              <a:srgbClr val="08BFD3"/>
            </a:solidFill>
            <a:prstDash val="solid"/>
          </a:ln>
        </p:spPr>
      </p:sp>
      <p:sp>
        <p:nvSpPr>
          <p:cNvPr id="40" name="">
            <a:extLst xmlns:a="http://schemas.openxmlformats.org/drawingml/2006/main">
              <a:ext uri="{FF2B5EF4-FFF2-40B4-BE49-F238E27FC236}">
                <a16:creationId xmlns:a16="http://schemas.microsoft.com/office/drawing/2014/main" id="{3771AE72-25D8-4DF0-88E7-468F7AB2073B}"/>
              </a:ext>
            </a:extLst>
          </p:cNvPr>
          <p:cNvSpPr>
            <a:spLocks xmlns:a="http://schemas.openxmlformats.org/drawingml/2006/main" noGrp="1"/>
          </p:cNvSpPr>
          <p:nvPr/>
        </p:nvSpPr>
        <p:spPr>
          <a:xfrm xmlns:a="http://schemas.openxmlformats.org/drawingml/2006/main">
            <a:off x="292417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NEXT.JS</a:t>
            </a:r>
          </a:p>
        </p:txBody>
      </p:sp>
      <p:sp>
        <p:nvSpPr>
          <p:cNvPr id="41" name="">
            <a:extLst xmlns:a="http://schemas.openxmlformats.org/drawingml/2006/main">
              <a:ext uri="{FF2B5EF4-FFF2-40B4-BE49-F238E27FC236}">
                <a16:creationId xmlns:a16="http://schemas.microsoft.com/office/drawing/2014/main" id="{F8499DB7-7FFA-42DC-B1C4-486898A9B5FF}"/>
              </a:ext>
            </a:extLst>
          </p:cNvPr>
          <p:cNvSpPr>
            <a:spLocks xmlns:a="http://schemas.openxmlformats.org/drawingml/2006/main" noGrp="1"/>
          </p:cNvSpPr>
          <p:nvPr/>
        </p:nvSpPr>
        <p:spPr>
          <a:xfrm xmlns:a="http://schemas.openxmlformats.org/drawingml/2006/main">
            <a:off x="289560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Wash tracker, loyalty, review</a:t>
            </a:r>
          </a:p>
        </p:txBody>
      </p:sp>
      <p:sp>
        <p:nvSpPr>
          <p:cNvPr id="42" name="">
            <a:extLst xmlns:a="http://schemas.openxmlformats.org/drawingml/2006/main">
              <a:ext uri="{FF2B5EF4-FFF2-40B4-BE49-F238E27FC236}">
                <a16:creationId xmlns:a16="http://schemas.microsoft.com/office/drawing/2014/main" id="{5D369A9B-05BF-401B-B1B1-2BBDE32995DE}"/>
              </a:ext>
            </a:extLst>
          </p:cNvPr>
          <p:cNvSpPr>
            <a:spLocks xmlns:a="http://schemas.openxmlformats.org/drawingml/2006/main" noGrp="1"/>
          </p:cNvSpPr>
          <p:nvPr/>
        </p:nvSpPr>
        <p:spPr>
          <a:xfrm xmlns:a="http://schemas.openxmlformats.org/drawingml/2006/main">
            <a:off x="368617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3" name="">
            <a:extLst xmlns:a="http://schemas.openxmlformats.org/drawingml/2006/main">
              <a:ext uri="{FF2B5EF4-FFF2-40B4-BE49-F238E27FC236}">
                <a16:creationId xmlns:a16="http://schemas.microsoft.com/office/drawing/2014/main" id="{6974B5B2-7CB2-4FCA-8467-4D48F206594C}"/>
              </a:ext>
            </a:extLst>
          </p:cNvPr>
          <p:cNvSpPr>
            <a:spLocks xmlns:a="http://schemas.openxmlformats.org/drawingml/2006/main" noGrp="1"/>
          </p:cNvSpPr>
          <p:nvPr/>
        </p:nvSpPr>
        <p:spPr>
          <a:xfrm xmlns:a="http://schemas.openxmlformats.org/drawingml/2006/main">
            <a:off x="368617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4" name="">
            <a:extLst xmlns:a="http://schemas.openxmlformats.org/drawingml/2006/main">
              <a:ext uri="{FF2B5EF4-FFF2-40B4-BE49-F238E27FC236}">
                <a16:creationId xmlns:a16="http://schemas.microsoft.com/office/drawing/2014/main" id="{A2F7C7C7-D05A-431E-950A-5745D9FBDEA4}"/>
              </a:ext>
            </a:extLst>
          </p:cNvPr>
          <p:cNvSpPr>
            <a:spLocks xmlns:a="http://schemas.openxmlformats.org/drawingml/2006/main" noGrp="1"/>
          </p:cNvSpPr>
          <p:nvPr/>
        </p:nvSpPr>
        <p:spPr>
          <a:xfrm xmlns:a="http://schemas.openxmlformats.org/drawingml/2006/main">
            <a:off x="368617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5" name="">
            <a:extLst xmlns:a="http://schemas.openxmlformats.org/drawingml/2006/main">
              <a:ext uri="{FF2B5EF4-FFF2-40B4-BE49-F238E27FC236}">
                <a16:creationId xmlns:a16="http://schemas.microsoft.com/office/drawing/2014/main" id="{54DA2EFD-72F7-4363-AB9F-755427791E5B}"/>
              </a:ext>
            </a:extLst>
          </p:cNvPr>
          <p:cNvSpPr>
            <a:spLocks xmlns:a="http://schemas.openxmlformats.org/drawingml/2006/main" noGrp="1"/>
          </p:cNvSpPr>
          <p:nvPr/>
        </p:nvSpPr>
        <p:spPr>
          <a:xfrm xmlns:a="http://schemas.openxmlformats.org/drawingml/2006/main">
            <a:off x="368617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6" name="">
            <a:extLst xmlns:a="http://schemas.openxmlformats.org/drawingml/2006/main">
              <a:ext uri="{FF2B5EF4-FFF2-40B4-BE49-F238E27FC236}">
                <a16:creationId xmlns:a16="http://schemas.microsoft.com/office/drawing/2014/main" id="{B76260A6-382F-43C9-81A7-D427D54AF517}"/>
              </a:ext>
            </a:extLst>
          </p:cNvPr>
          <p:cNvSpPr>
            <a:spLocks xmlns:a="http://schemas.openxmlformats.org/drawingml/2006/main" noGrp="1"/>
          </p:cNvSpPr>
          <p:nvPr/>
        </p:nvSpPr>
        <p:spPr>
          <a:xfrm xmlns:a="http://schemas.openxmlformats.org/drawingml/2006/main">
            <a:off x="368617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7" name="">
            <a:extLst xmlns:a="http://schemas.openxmlformats.org/drawingml/2006/main">
              <a:ext uri="{FF2B5EF4-FFF2-40B4-BE49-F238E27FC236}">
                <a16:creationId xmlns:a16="http://schemas.microsoft.com/office/drawing/2014/main" id="{83BBF300-6BBA-4E0D-A7F6-22280E8A70B6}"/>
              </a:ext>
            </a:extLst>
          </p:cNvPr>
          <p:cNvSpPr>
            <a:spLocks xmlns:a="http://schemas.openxmlformats.org/drawingml/2006/main" noGrp="1"/>
          </p:cNvSpPr>
          <p:nvPr/>
        </p:nvSpPr>
        <p:spPr>
          <a:xfrm xmlns:a="http://schemas.openxmlformats.org/drawingml/2006/main">
            <a:off x="368617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8" name="">
            <a:extLst xmlns:a="http://schemas.openxmlformats.org/drawingml/2006/main">
              <a:ext uri="{FF2B5EF4-FFF2-40B4-BE49-F238E27FC236}">
                <a16:creationId xmlns:a16="http://schemas.microsoft.com/office/drawing/2014/main" id="{4DAFCAFF-A39F-441D-A334-E87F72460394}"/>
              </a:ext>
            </a:extLst>
          </p:cNvPr>
          <p:cNvSpPr>
            <a:spLocks xmlns:a="http://schemas.openxmlformats.org/drawingml/2006/main" noGrp="1"/>
          </p:cNvSpPr>
          <p:nvPr/>
        </p:nvSpPr>
        <p:spPr>
          <a:xfrm xmlns:a="http://schemas.openxmlformats.org/drawingml/2006/main">
            <a:off x="368617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49" name="">
            <a:extLst xmlns:a="http://schemas.openxmlformats.org/drawingml/2006/main">
              <a:ext uri="{FF2B5EF4-FFF2-40B4-BE49-F238E27FC236}">
                <a16:creationId xmlns:a16="http://schemas.microsoft.com/office/drawing/2014/main" id="{AEF65C28-4D4B-4DAF-87FA-B7283054E8C7}"/>
              </a:ext>
            </a:extLst>
          </p:cNvPr>
          <p:cNvSpPr>
            <a:spLocks xmlns:a="http://schemas.openxmlformats.org/drawingml/2006/main" noGrp="1"/>
          </p:cNvSpPr>
          <p:nvPr/>
        </p:nvSpPr>
        <p:spPr>
          <a:xfrm xmlns:a="http://schemas.openxmlformats.org/drawingml/2006/main">
            <a:off x="368617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0" name="">
            <a:extLst xmlns:a="http://schemas.openxmlformats.org/drawingml/2006/main">
              <a:ext uri="{FF2B5EF4-FFF2-40B4-BE49-F238E27FC236}">
                <a16:creationId xmlns:a16="http://schemas.microsoft.com/office/drawing/2014/main" id="{F4C488A2-7BCD-4C06-BF41-D7FD806F95B9}"/>
              </a:ext>
            </a:extLst>
          </p:cNvPr>
          <p:cNvSpPr>
            <a:spLocks xmlns:a="http://schemas.openxmlformats.org/drawingml/2006/main" noGrp="1"/>
          </p:cNvSpPr>
          <p:nvPr/>
        </p:nvSpPr>
        <p:spPr>
          <a:xfrm xmlns:a="http://schemas.openxmlformats.org/drawingml/2006/main">
            <a:off x="368617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1" name="">
            <a:extLst xmlns:a="http://schemas.openxmlformats.org/drawingml/2006/main">
              <a:ext uri="{FF2B5EF4-FFF2-40B4-BE49-F238E27FC236}">
                <a16:creationId xmlns:a16="http://schemas.microsoft.com/office/drawing/2014/main" id="{F7B1B920-C81E-4561-9D59-C353831568ED}"/>
              </a:ext>
            </a:extLst>
          </p:cNvPr>
          <p:cNvSpPr>
            <a:spLocks xmlns:a="http://schemas.openxmlformats.org/drawingml/2006/main" noGrp="1"/>
          </p:cNvSpPr>
          <p:nvPr/>
        </p:nvSpPr>
        <p:spPr>
          <a:xfrm xmlns:a="http://schemas.openxmlformats.org/drawingml/2006/main">
            <a:off x="368617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2" name="">
            <a:extLst xmlns:a="http://schemas.openxmlformats.org/drawingml/2006/main">
              <a:ext uri="{FF2B5EF4-FFF2-40B4-BE49-F238E27FC236}">
                <a16:creationId xmlns:a16="http://schemas.microsoft.com/office/drawing/2014/main" id="{7103DF35-747E-4655-A065-96C8F65D1F64}"/>
              </a:ext>
            </a:extLst>
          </p:cNvPr>
          <p:cNvSpPr>
            <a:spLocks xmlns:a="http://schemas.openxmlformats.org/drawingml/2006/main" noGrp="1"/>
          </p:cNvSpPr>
          <p:nvPr/>
        </p:nvSpPr>
        <p:spPr>
          <a:xfrm xmlns:a="http://schemas.openxmlformats.org/drawingml/2006/main">
            <a:off x="368617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3" name="">
            <a:extLst xmlns:a="http://schemas.openxmlformats.org/drawingml/2006/main">
              <a:ext uri="{FF2B5EF4-FFF2-40B4-BE49-F238E27FC236}">
                <a16:creationId xmlns:a16="http://schemas.microsoft.com/office/drawing/2014/main" id="{0BB1092A-2236-4AB7-9FBD-546D9EC0F5BC}"/>
              </a:ext>
            </a:extLst>
          </p:cNvPr>
          <p:cNvSpPr>
            <a:spLocks xmlns:a="http://schemas.openxmlformats.org/drawingml/2006/main" noGrp="1"/>
          </p:cNvSpPr>
          <p:nvPr/>
        </p:nvSpPr>
        <p:spPr>
          <a:xfrm xmlns:a="http://schemas.openxmlformats.org/drawingml/2006/main">
            <a:off x="368617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4" name="">
            <a:extLst xmlns:a="http://schemas.openxmlformats.org/drawingml/2006/main">
              <a:ext uri="{FF2B5EF4-FFF2-40B4-BE49-F238E27FC236}">
                <a16:creationId xmlns:a16="http://schemas.microsoft.com/office/drawing/2014/main" id="{5F4C1101-B248-4696-B250-0FC88134B623}"/>
              </a:ext>
            </a:extLst>
          </p:cNvPr>
          <p:cNvSpPr>
            <a:spLocks xmlns:a="http://schemas.openxmlformats.org/drawingml/2006/main" noGrp="1"/>
          </p:cNvSpPr>
          <p:nvPr/>
        </p:nvSpPr>
        <p:spPr>
          <a:xfrm xmlns:a="http://schemas.openxmlformats.org/drawingml/2006/main">
            <a:off x="368617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5" name="">
            <a:extLst xmlns:a="http://schemas.openxmlformats.org/drawingml/2006/main">
              <a:ext uri="{FF2B5EF4-FFF2-40B4-BE49-F238E27FC236}">
                <a16:creationId xmlns:a16="http://schemas.microsoft.com/office/drawing/2014/main" id="{8289D4CC-2C2D-47DC-970D-4F67E848471B}"/>
              </a:ext>
            </a:extLst>
          </p:cNvPr>
          <p:cNvSpPr>
            <a:spLocks xmlns:a="http://schemas.openxmlformats.org/drawingml/2006/main" noGrp="1"/>
          </p:cNvSpPr>
          <p:nvPr/>
        </p:nvSpPr>
        <p:spPr>
          <a:xfrm xmlns:a="http://schemas.openxmlformats.org/drawingml/2006/main">
            <a:off x="368617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6" name="">
            <a:extLst xmlns:a="http://schemas.openxmlformats.org/drawingml/2006/main">
              <a:ext uri="{FF2B5EF4-FFF2-40B4-BE49-F238E27FC236}">
                <a16:creationId xmlns:a16="http://schemas.microsoft.com/office/drawing/2014/main" id="{5104AD33-42D6-4E86-9AC0-0A5673D1B875}"/>
              </a:ext>
            </a:extLst>
          </p:cNvPr>
          <p:cNvSpPr>
            <a:spLocks xmlns:a="http://schemas.openxmlformats.org/drawingml/2006/main" noGrp="1"/>
          </p:cNvSpPr>
          <p:nvPr/>
        </p:nvSpPr>
        <p:spPr>
          <a:xfrm xmlns:a="http://schemas.openxmlformats.org/drawingml/2006/main">
            <a:off x="368617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7" name="">
            <a:extLst xmlns:a="http://schemas.openxmlformats.org/drawingml/2006/main">
              <a:ext uri="{FF2B5EF4-FFF2-40B4-BE49-F238E27FC236}">
                <a16:creationId xmlns:a16="http://schemas.microsoft.com/office/drawing/2014/main" id="{0CC037DA-F37F-449D-B4D8-5AD26D74E8AA}"/>
              </a:ext>
            </a:extLst>
          </p:cNvPr>
          <p:cNvSpPr>
            <a:spLocks xmlns:a="http://schemas.openxmlformats.org/drawingml/2006/main" noGrp="1"/>
          </p:cNvSpPr>
          <p:nvPr/>
        </p:nvSpPr>
        <p:spPr>
          <a:xfrm xmlns:a="http://schemas.openxmlformats.org/drawingml/2006/main">
            <a:off x="368617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8" name="">
            <a:extLst xmlns:a="http://schemas.openxmlformats.org/drawingml/2006/main">
              <a:ext uri="{FF2B5EF4-FFF2-40B4-BE49-F238E27FC236}">
                <a16:creationId xmlns:a16="http://schemas.microsoft.com/office/drawing/2014/main" id="{F3DAA671-1A33-4269-BCD1-C694E3027428}"/>
              </a:ext>
            </a:extLst>
          </p:cNvPr>
          <p:cNvSpPr>
            <a:spLocks xmlns:a="http://schemas.openxmlformats.org/drawingml/2006/main" noGrp="1"/>
          </p:cNvSpPr>
          <p:nvPr/>
        </p:nvSpPr>
        <p:spPr>
          <a:xfrm xmlns:a="http://schemas.openxmlformats.org/drawingml/2006/main">
            <a:off x="368617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59" name="">
            <a:extLst xmlns:a="http://schemas.openxmlformats.org/drawingml/2006/main">
              <a:ext uri="{FF2B5EF4-FFF2-40B4-BE49-F238E27FC236}">
                <a16:creationId xmlns:a16="http://schemas.microsoft.com/office/drawing/2014/main" id="{4A06513C-C8DE-4019-9ADC-6DEA9AB46649}"/>
              </a:ext>
            </a:extLst>
          </p:cNvPr>
          <p:cNvSpPr>
            <a:spLocks xmlns:a="http://schemas.openxmlformats.org/drawingml/2006/main" noGrp="1"/>
          </p:cNvSpPr>
          <p:nvPr/>
        </p:nvSpPr>
        <p:spPr>
          <a:xfrm xmlns:a="http://schemas.openxmlformats.org/drawingml/2006/main">
            <a:off x="368617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0" name="">
            <a:extLst xmlns:a="http://schemas.openxmlformats.org/drawingml/2006/main">
              <a:ext uri="{FF2B5EF4-FFF2-40B4-BE49-F238E27FC236}">
                <a16:creationId xmlns:a16="http://schemas.microsoft.com/office/drawing/2014/main" id="{C9D0DE5F-FCD3-459B-8F0F-2844E137D4B7}"/>
              </a:ext>
            </a:extLst>
          </p:cNvPr>
          <p:cNvSpPr>
            <a:spLocks xmlns:a="http://schemas.openxmlformats.org/drawingml/2006/main" noGrp="1"/>
          </p:cNvSpPr>
          <p:nvPr/>
        </p:nvSpPr>
        <p:spPr>
          <a:xfrm xmlns:a="http://schemas.openxmlformats.org/drawingml/2006/main">
            <a:off x="368617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1" name="">
            <a:extLst xmlns:a="http://schemas.openxmlformats.org/drawingml/2006/main">
              <a:ext uri="{FF2B5EF4-FFF2-40B4-BE49-F238E27FC236}">
                <a16:creationId xmlns:a16="http://schemas.microsoft.com/office/drawing/2014/main" id="{46B6C374-B98F-42F6-ACAC-3DBFA67C6827}"/>
              </a:ext>
            </a:extLst>
          </p:cNvPr>
          <p:cNvSpPr>
            <a:spLocks xmlns:a="http://schemas.openxmlformats.org/drawingml/2006/main" noGrp="1"/>
          </p:cNvSpPr>
          <p:nvPr/>
        </p:nvSpPr>
        <p:spPr>
          <a:xfrm xmlns:a="http://schemas.openxmlformats.org/drawingml/2006/main">
            <a:off x="368617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2" name="">
            <a:extLst xmlns:a="http://schemas.openxmlformats.org/drawingml/2006/main">
              <a:ext uri="{FF2B5EF4-FFF2-40B4-BE49-F238E27FC236}">
                <a16:creationId xmlns:a16="http://schemas.microsoft.com/office/drawing/2014/main" id="{2281F37F-B679-4D25-8DBA-469A57A96267}"/>
              </a:ext>
            </a:extLst>
          </p:cNvPr>
          <p:cNvSpPr>
            <a:spLocks xmlns:a="http://schemas.openxmlformats.org/drawingml/2006/main" noGrp="1"/>
          </p:cNvSpPr>
          <p:nvPr/>
        </p:nvSpPr>
        <p:spPr>
          <a:xfrm xmlns:a="http://schemas.openxmlformats.org/drawingml/2006/main">
            <a:off x="368617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3" name="">
            <a:extLst xmlns:a="http://schemas.openxmlformats.org/drawingml/2006/main">
              <a:ext uri="{FF2B5EF4-FFF2-40B4-BE49-F238E27FC236}">
                <a16:creationId xmlns:a16="http://schemas.microsoft.com/office/drawing/2014/main" id="{730740DE-B906-40AF-92D5-89DEAB103033}"/>
              </a:ext>
            </a:extLst>
          </p:cNvPr>
          <p:cNvSpPr>
            <a:spLocks xmlns:a="http://schemas.openxmlformats.org/drawingml/2006/main" noGrp="1"/>
          </p:cNvSpPr>
          <p:nvPr/>
        </p:nvSpPr>
        <p:spPr>
          <a:xfrm xmlns:a="http://schemas.openxmlformats.org/drawingml/2006/main">
            <a:off x="368617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4" name="">
            <a:extLst xmlns:a="http://schemas.openxmlformats.org/drawingml/2006/main">
              <a:ext uri="{FF2B5EF4-FFF2-40B4-BE49-F238E27FC236}">
                <a16:creationId xmlns:a16="http://schemas.microsoft.com/office/drawing/2014/main" id="{BEEEF847-29F2-4900-959E-C75ACA5CD0CD}"/>
              </a:ext>
            </a:extLst>
          </p:cNvPr>
          <p:cNvSpPr>
            <a:spLocks xmlns:a="http://schemas.openxmlformats.org/drawingml/2006/main" noGrp="1"/>
          </p:cNvSpPr>
          <p:nvPr/>
        </p:nvSpPr>
        <p:spPr>
          <a:xfrm xmlns:a="http://schemas.openxmlformats.org/drawingml/2006/main">
            <a:off x="368617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5" name="">
            <a:extLst xmlns:a="http://schemas.openxmlformats.org/drawingml/2006/main">
              <a:ext uri="{FF2B5EF4-FFF2-40B4-BE49-F238E27FC236}">
                <a16:creationId xmlns:a16="http://schemas.microsoft.com/office/drawing/2014/main" id="{A2664191-2968-42A5-AEAD-EB67E8455FA7}"/>
              </a:ext>
            </a:extLst>
          </p:cNvPr>
          <p:cNvSpPr>
            <a:spLocks xmlns:a="http://schemas.openxmlformats.org/drawingml/2006/main" noGrp="1"/>
          </p:cNvSpPr>
          <p:nvPr/>
        </p:nvSpPr>
        <p:spPr>
          <a:xfrm xmlns:a="http://schemas.openxmlformats.org/drawingml/2006/main">
            <a:off x="368617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6" name="">
            <a:extLst xmlns:a="http://schemas.openxmlformats.org/drawingml/2006/main">
              <a:ext uri="{FF2B5EF4-FFF2-40B4-BE49-F238E27FC236}">
                <a16:creationId xmlns:a16="http://schemas.microsoft.com/office/drawing/2014/main" id="{4DA1EA36-18E8-45AF-9312-3C613EC67B4D}"/>
              </a:ext>
            </a:extLst>
          </p:cNvPr>
          <p:cNvSpPr>
            <a:spLocks xmlns:a="http://schemas.openxmlformats.org/drawingml/2006/main" noGrp="1"/>
          </p:cNvSpPr>
          <p:nvPr/>
        </p:nvSpPr>
        <p:spPr>
          <a:xfrm xmlns:a="http://schemas.openxmlformats.org/drawingml/2006/main">
            <a:off x="368617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7" name="">
            <a:extLst xmlns:a="http://schemas.openxmlformats.org/drawingml/2006/main">
              <a:ext uri="{FF2B5EF4-FFF2-40B4-BE49-F238E27FC236}">
                <a16:creationId xmlns:a16="http://schemas.microsoft.com/office/drawing/2014/main" id="{C588D9A7-5B44-4A61-A414-4B0130690857}"/>
              </a:ext>
            </a:extLst>
          </p:cNvPr>
          <p:cNvSpPr>
            <a:spLocks xmlns:a="http://schemas.openxmlformats.org/drawingml/2006/main" noGrp="1"/>
          </p:cNvSpPr>
          <p:nvPr/>
        </p:nvSpPr>
        <p:spPr>
          <a:xfrm xmlns:a="http://schemas.openxmlformats.org/drawingml/2006/main">
            <a:off x="368617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8" name="">
            <a:extLst xmlns:a="http://schemas.openxmlformats.org/drawingml/2006/main">
              <a:ext uri="{FF2B5EF4-FFF2-40B4-BE49-F238E27FC236}">
                <a16:creationId xmlns:a16="http://schemas.microsoft.com/office/drawing/2014/main" id="{C0744704-69F7-43FC-AAF8-F85C68CDACCD}"/>
              </a:ext>
            </a:extLst>
          </p:cNvPr>
          <p:cNvSpPr>
            <a:spLocks xmlns:a="http://schemas.openxmlformats.org/drawingml/2006/main" noGrp="1"/>
          </p:cNvSpPr>
          <p:nvPr/>
        </p:nvSpPr>
        <p:spPr>
          <a:xfrm xmlns:a="http://schemas.openxmlformats.org/drawingml/2006/main">
            <a:off x="368617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69" name="">
            <a:extLst xmlns:a="http://schemas.openxmlformats.org/drawingml/2006/main">
              <a:ext uri="{FF2B5EF4-FFF2-40B4-BE49-F238E27FC236}">
                <a16:creationId xmlns:a16="http://schemas.microsoft.com/office/drawing/2014/main" id="{986DE2E6-D8D2-49B5-B717-C16D14951B2E}"/>
              </a:ext>
            </a:extLst>
          </p:cNvPr>
          <p:cNvSpPr>
            <a:spLocks xmlns:a="http://schemas.openxmlformats.org/drawingml/2006/main" noGrp="1"/>
          </p:cNvSpPr>
          <p:nvPr/>
        </p:nvSpPr>
        <p:spPr>
          <a:xfrm xmlns:a="http://schemas.openxmlformats.org/drawingml/2006/main">
            <a:off x="368617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0" name="">
            <a:extLst xmlns:a="http://schemas.openxmlformats.org/drawingml/2006/main">
              <a:ext uri="{FF2B5EF4-FFF2-40B4-BE49-F238E27FC236}">
                <a16:creationId xmlns:a16="http://schemas.microsoft.com/office/drawing/2014/main" id="{F2363390-33B5-47B6-A171-4F8DCD229386}"/>
              </a:ext>
            </a:extLst>
          </p:cNvPr>
          <p:cNvSpPr>
            <a:spLocks xmlns:a="http://schemas.openxmlformats.org/drawingml/2006/main" noGrp="1"/>
          </p:cNvSpPr>
          <p:nvPr/>
        </p:nvSpPr>
        <p:spPr>
          <a:xfrm xmlns:a="http://schemas.openxmlformats.org/drawingml/2006/main">
            <a:off x="368617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1" name="">
            <a:extLst xmlns:a="http://schemas.openxmlformats.org/drawingml/2006/main">
              <a:ext uri="{FF2B5EF4-FFF2-40B4-BE49-F238E27FC236}">
                <a16:creationId xmlns:a16="http://schemas.microsoft.com/office/drawing/2014/main" id="{7D874067-4E32-49B2-9CDF-F43A087DB74A}"/>
              </a:ext>
            </a:extLst>
          </p:cNvPr>
          <p:cNvSpPr>
            <a:spLocks xmlns:a="http://schemas.openxmlformats.org/drawingml/2006/main" noGrp="1"/>
          </p:cNvSpPr>
          <p:nvPr/>
        </p:nvSpPr>
        <p:spPr>
          <a:xfrm xmlns:a="http://schemas.openxmlformats.org/drawingml/2006/main">
            <a:off x="4933950" y="1390650"/>
            <a:ext cx="1676400" cy="247650"/>
          </a:xfrm>
          <a:prstGeom xmlns:a="http://schemas.openxmlformats.org/drawingml/2006/main" prst="roundRect">
            <a:avLst>
              <a:gd name="adj" fmla="val 30000"/>
            </a:avLst>
          </a:prstGeom>
          <a:solidFill xmlns:a="http://schemas.openxmlformats.org/drawingml/2006/main">
            <a:srgbClr val="8613B8"/>
          </a:solidFill>
          <a:ln xmlns:a="http://schemas.openxmlformats.org/drawingml/2006/main" w="13335">
            <a:solidFill>
              <a:srgbClr val="8613B8"/>
            </a:solidFill>
            <a:prstDash val="solid"/>
          </a:ln>
        </p:spPr>
      </p:sp>
      <p:sp>
        <p:nvSpPr>
          <p:cNvPr id="72" name="">
            <a:extLst xmlns:a="http://schemas.openxmlformats.org/drawingml/2006/main">
              <a:ext uri="{FF2B5EF4-FFF2-40B4-BE49-F238E27FC236}">
                <a16:creationId xmlns:a16="http://schemas.microsoft.com/office/drawing/2014/main" id="{C3D6DA92-E1F4-4959-9D06-C3F0E3CDE230}"/>
              </a:ext>
            </a:extLst>
          </p:cNvPr>
          <p:cNvSpPr>
            <a:spLocks xmlns:a="http://schemas.openxmlformats.org/drawingml/2006/main" noGrp="1"/>
          </p:cNvSpPr>
          <p:nvPr/>
        </p:nvSpPr>
        <p:spPr>
          <a:xfrm xmlns:a="http://schemas.openxmlformats.org/drawingml/2006/main">
            <a:off x="50006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SPRING BOOT</a:t>
            </a:r>
          </a:p>
        </p:txBody>
      </p:sp>
      <p:sp>
        <p:nvSpPr>
          <p:cNvPr id="73" name="">
            <a:extLst xmlns:a="http://schemas.openxmlformats.org/drawingml/2006/main">
              <a:ext uri="{FF2B5EF4-FFF2-40B4-BE49-F238E27FC236}">
                <a16:creationId xmlns:a16="http://schemas.microsoft.com/office/drawing/2014/main" id="{D96233D5-44BE-4427-91A1-8D88265B631D}"/>
              </a:ext>
            </a:extLst>
          </p:cNvPr>
          <p:cNvSpPr>
            <a:spLocks xmlns:a="http://schemas.openxmlformats.org/drawingml/2006/main" noGrp="1"/>
          </p:cNvSpPr>
          <p:nvPr/>
        </p:nvSpPr>
        <p:spPr>
          <a:xfrm xmlns:a="http://schemas.openxmlformats.org/drawingml/2006/main">
            <a:off x="49720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Tracking, loyalty, review, reports</a:t>
            </a:r>
          </a:p>
        </p:txBody>
      </p:sp>
      <p:sp>
        <p:nvSpPr>
          <p:cNvPr id="74" name="">
            <a:extLst xmlns:a="http://schemas.openxmlformats.org/drawingml/2006/main">
              <a:ext uri="{FF2B5EF4-FFF2-40B4-BE49-F238E27FC236}">
                <a16:creationId xmlns:a16="http://schemas.microsoft.com/office/drawing/2014/main" id="{9BE66270-51B4-4797-B3B8-F125DCFA31A5}"/>
              </a:ext>
            </a:extLst>
          </p:cNvPr>
          <p:cNvSpPr>
            <a:spLocks xmlns:a="http://schemas.openxmlformats.org/drawingml/2006/main" noGrp="1"/>
          </p:cNvSpPr>
          <p:nvPr/>
        </p:nvSpPr>
        <p:spPr>
          <a:xfrm xmlns:a="http://schemas.openxmlformats.org/drawingml/2006/main">
            <a:off x="57626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5" name="">
            <a:extLst xmlns:a="http://schemas.openxmlformats.org/drawingml/2006/main">
              <a:ext uri="{FF2B5EF4-FFF2-40B4-BE49-F238E27FC236}">
                <a16:creationId xmlns:a16="http://schemas.microsoft.com/office/drawing/2014/main" id="{14F1E5FE-4015-4CB5-A6C7-60211B9115E3}"/>
              </a:ext>
            </a:extLst>
          </p:cNvPr>
          <p:cNvSpPr>
            <a:spLocks xmlns:a="http://schemas.openxmlformats.org/drawingml/2006/main" noGrp="1"/>
          </p:cNvSpPr>
          <p:nvPr/>
        </p:nvSpPr>
        <p:spPr>
          <a:xfrm xmlns:a="http://schemas.openxmlformats.org/drawingml/2006/main">
            <a:off x="57626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6" name="">
            <a:extLst xmlns:a="http://schemas.openxmlformats.org/drawingml/2006/main">
              <a:ext uri="{FF2B5EF4-FFF2-40B4-BE49-F238E27FC236}">
                <a16:creationId xmlns:a16="http://schemas.microsoft.com/office/drawing/2014/main" id="{B07347C9-08E0-41BE-90D5-777B8BC2E937}"/>
              </a:ext>
            </a:extLst>
          </p:cNvPr>
          <p:cNvSpPr>
            <a:spLocks xmlns:a="http://schemas.openxmlformats.org/drawingml/2006/main" noGrp="1"/>
          </p:cNvSpPr>
          <p:nvPr/>
        </p:nvSpPr>
        <p:spPr>
          <a:xfrm xmlns:a="http://schemas.openxmlformats.org/drawingml/2006/main">
            <a:off x="57626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7" name="">
            <a:extLst xmlns:a="http://schemas.openxmlformats.org/drawingml/2006/main">
              <a:ext uri="{FF2B5EF4-FFF2-40B4-BE49-F238E27FC236}">
                <a16:creationId xmlns:a16="http://schemas.microsoft.com/office/drawing/2014/main" id="{1BBC0B13-C469-4D60-AEBB-CAFE122EA73F}"/>
              </a:ext>
            </a:extLst>
          </p:cNvPr>
          <p:cNvSpPr>
            <a:spLocks xmlns:a="http://schemas.openxmlformats.org/drawingml/2006/main" noGrp="1"/>
          </p:cNvSpPr>
          <p:nvPr/>
        </p:nvSpPr>
        <p:spPr>
          <a:xfrm xmlns:a="http://schemas.openxmlformats.org/drawingml/2006/main">
            <a:off x="57626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8" name="">
            <a:extLst xmlns:a="http://schemas.openxmlformats.org/drawingml/2006/main">
              <a:ext uri="{FF2B5EF4-FFF2-40B4-BE49-F238E27FC236}">
                <a16:creationId xmlns:a16="http://schemas.microsoft.com/office/drawing/2014/main" id="{DC4DD0C4-6236-494B-BA1D-E9998E831264}"/>
              </a:ext>
            </a:extLst>
          </p:cNvPr>
          <p:cNvSpPr>
            <a:spLocks xmlns:a="http://schemas.openxmlformats.org/drawingml/2006/main" noGrp="1"/>
          </p:cNvSpPr>
          <p:nvPr/>
        </p:nvSpPr>
        <p:spPr>
          <a:xfrm xmlns:a="http://schemas.openxmlformats.org/drawingml/2006/main">
            <a:off x="57626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79" name="">
            <a:extLst xmlns:a="http://schemas.openxmlformats.org/drawingml/2006/main">
              <a:ext uri="{FF2B5EF4-FFF2-40B4-BE49-F238E27FC236}">
                <a16:creationId xmlns:a16="http://schemas.microsoft.com/office/drawing/2014/main" id="{E5E5027C-FFF9-4DF4-9ED6-FCB6402E2B2E}"/>
              </a:ext>
            </a:extLst>
          </p:cNvPr>
          <p:cNvSpPr>
            <a:spLocks xmlns:a="http://schemas.openxmlformats.org/drawingml/2006/main" noGrp="1"/>
          </p:cNvSpPr>
          <p:nvPr/>
        </p:nvSpPr>
        <p:spPr>
          <a:xfrm xmlns:a="http://schemas.openxmlformats.org/drawingml/2006/main">
            <a:off x="57626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0" name="">
            <a:extLst xmlns:a="http://schemas.openxmlformats.org/drawingml/2006/main">
              <a:ext uri="{FF2B5EF4-FFF2-40B4-BE49-F238E27FC236}">
                <a16:creationId xmlns:a16="http://schemas.microsoft.com/office/drawing/2014/main" id="{09ECBA3E-913A-4F52-9D7D-8F87C29AC08A}"/>
              </a:ext>
            </a:extLst>
          </p:cNvPr>
          <p:cNvSpPr>
            <a:spLocks xmlns:a="http://schemas.openxmlformats.org/drawingml/2006/main" noGrp="1"/>
          </p:cNvSpPr>
          <p:nvPr/>
        </p:nvSpPr>
        <p:spPr>
          <a:xfrm xmlns:a="http://schemas.openxmlformats.org/drawingml/2006/main">
            <a:off x="57626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1" name="">
            <a:extLst xmlns:a="http://schemas.openxmlformats.org/drawingml/2006/main">
              <a:ext uri="{FF2B5EF4-FFF2-40B4-BE49-F238E27FC236}">
                <a16:creationId xmlns:a16="http://schemas.microsoft.com/office/drawing/2014/main" id="{51C2E6C7-BB13-48E4-9735-3A27B1D66F8B}"/>
              </a:ext>
            </a:extLst>
          </p:cNvPr>
          <p:cNvSpPr>
            <a:spLocks xmlns:a="http://schemas.openxmlformats.org/drawingml/2006/main" noGrp="1"/>
          </p:cNvSpPr>
          <p:nvPr/>
        </p:nvSpPr>
        <p:spPr>
          <a:xfrm xmlns:a="http://schemas.openxmlformats.org/drawingml/2006/main">
            <a:off x="57626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2" name="">
            <a:extLst xmlns:a="http://schemas.openxmlformats.org/drawingml/2006/main">
              <a:ext uri="{FF2B5EF4-FFF2-40B4-BE49-F238E27FC236}">
                <a16:creationId xmlns:a16="http://schemas.microsoft.com/office/drawing/2014/main" id="{FDBF4868-3386-4BA7-B466-F6BB48096412}"/>
              </a:ext>
            </a:extLst>
          </p:cNvPr>
          <p:cNvSpPr>
            <a:spLocks xmlns:a="http://schemas.openxmlformats.org/drawingml/2006/main" noGrp="1"/>
          </p:cNvSpPr>
          <p:nvPr/>
        </p:nvSpPr>
        <p:spPr>
          <a:xfrm xmlns:a="http://schemas.openxmlformats.org/drawingml/2006/main">
            <a:off x="57626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3" name="">
            <a:extLst xmlns:a="http://schemas.openxmlformats.org/drawingml/2006/main">
              <a:ext uri="{FF2B5EF4-FFF2-40B4-BE49-F238E27FC236}">
                <a16:creationId xmlns:a16="http://schemas.microsoft.com/office/drawing/2014/main" id="{17377F8E-8994-4EC7-B815-C7D299A2B8A0}"/>
              </a:ext>
            </a:extLst>
          </p:cNvPr>
          <p:cNvSpPr>
            <a:spLocks xmlns:a="http://schemas.openxmlformats.org/drawingml/2006/main" noGrp="1"/>
          </p:cNvSpPr>
          <p:nvPr/>
        </p:nvSpPr>
        <p:spPr>
          <a:xfrm xmlns:a="http://schemas.openxmlformats.org/drawingml/2006/main">
            <a:off x="57626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4" name="">
            <a:extLst xmlns:a="http://schemas.openxmlformats.org/drawingml/2006/main">
              <a:ext uri="{FF2B5EF4-FFF2-40B4-BE49-F238E27FC236}">
                <a16:creationId xmlns:a16="http://schemas.microsoft.com/office/drawing/2014/main" id="{06F83D25-60A5-4542-80E8-E0FA43C3F0BF}"/>
              </a:ext>
            </a:extLst>
          </p:cNvPr>
          <p:cNvSpPr>
            <a:spLocks xmlns:a="http://schemas.openxmlformats.org/drawingml/2006/main" noGrp="1"/>
          </p:cNvSpPr>
          <p:nvPr/>
        </p:nvSpPr>
        <p:spPr>
          <a:xfrm xmlns:a="http://schemas.openxmlformats.org/drawingml/2006/main">
            <a:off x="57626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5" name="">
            <a:extLst xmlns:a="http://schemas.openxmlformats.org/drawingml/2006/main">
              <a:ext uri="{FF2B5EF4-FFF2-40B4-BE49-F238E27FC236}">
                <a16:creationId xmlns:a16="http://schemas.microsoft.com/office/drawing/2014/main" id="{4E34761F-54FB-4576-80CE-335980DD4A04}"/>
              </a:ext>
            </a:extLst>
          </p:cNvPr>
          <p:cNvSpPr>
            <a:spLocks xmlns:a="http://schemas.openxmlformats.org/drawingml/2006/main" noGrp="1"/>
          </p:cNvSpPr>
          <p:nvPr/>
        </p:nvSpPr>
        <p:spPr>
          <a:xfrm xmlns:a="http://schemas.openxmlformats.org/drawingml/2006/main">
            <a:off x="57626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6" name="">
            <a:extLst xmlns:a="http://schemas.openxmlformats.org/drawingml/2006/main">
              <a:ext uri="{FF2B5EF4-FFF2-40B4-BE49-F238E27FC236}">
                <a16:creationId xmlns:a16="http://schemas.microsoft.com/office/drawing/2014/main" id="{5B58E1FC-845D-46A2-A967-1096064B089A}"/>
              </a:ext>
            </a:extLst>
          </p:cNvPr>
          <p:cNvSpPr>
            <a:spLocks xmlns:a="http://schemas.openxmlformats.org/drawingml/2006/main" noGrp="1"/>
          </p:cNvSpPr>
          <p:nvPr/>
        </p:nvSpPr>
        <p:spPr>
          <a:xfrm xmlns:a="http://schemas.openxmlformats.org/drawingml/2006/main">
            <a:off x="57626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7" name="">
            <a:extLst xmlns:a="http://schemas.openxmlformats.org/drawingml/2006/main">
              <a:ext uri="{FF2B5EF4-FFF2-40B4-BE49-F238E27FC236}">
                <a16:creationId xmlns:a16="http://schemas.microsoft.com/office/drawing/2014/main" id="{97F1DA55-4B53-40F1-BFCD-9BEC5FC1A692}"/>
              </a:ext>
            </a:extLst>
          </p:cNvPr>
          <p:cNvSpPr>
            <a:spLocks xmlns:a="http://schemas.openxmlformats.org/drawingml/2006/main" noGrp="1"/>
          </p:cNvSpPr>
          <p:nvPr/>
        </p:nvSpPr>
        <p:spPr>
          <a:xfrm xmlns:a="http://schemas.openxmlformats.org/drawingml/2006/main">
            <a:off x="57626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8" name="">
            <a:extLst xmlns:a="http://schemas.openxmlformats.org/drawingml/2006/main">
              <a:ext uri="{FF2B5EF4-FFF2-40B4-BE49-F238E27FC236}">
                <a16:creationId xmlns:a16="http://schemas.microsoft.com/office/drawing/2014/main" id="{6E032B9E-A6B6-4DFF-ACBF-14DBDDC32809}"/>
              </a:ext>
            </a:extLst>
          </p:cNvPr>
          <p:cNvSpPr>
            <a:spLocks xmlns:a="http://schemas.openxmlformats.org/drawingml/2006/main" noGrp="1"/>
          </p:cNvSpPr>
          <p:nvPr/>
        </p:nvSpPr>
        <p:spPr>
          <a:xfrm xmlns:a="http://schemas.openxmlformats.org/drawingml/2006/main">
            <a:off x="57626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89" name="">
            <a:extLst xmlns:a="http://schemas.openxmlformats.org/drawingml/2006/main">
              <a:ext uri="{FF2B5EF4-FFF2-40B4-BE49-F238E27FC236}">
                <a16:creationId xmlns:a16="http://schemas.microsoft.com/office/drawing/2014/main" id="{A1DE09FA-D953-437D-ABF0-2F126588DA6C}"/>
              </a:ext>
            </a:extLst>
          </p:cNvPr>
          <p:cNvSpPr>
            <a:spLocks xmlns:a="http://schemas.openxmlformats.org/drawingml/2006/main" noGrp="1"/>
          </p:cNvSpPr>
          <p:nvPr/>
        </p:nvSpPr>
        <p:spPr>
          <a:xfrm xmlns:a="http://schemas.openxmlformats.org/drawingml/2006/main">
            <a:off x="57626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0" name="">
            <a:extLst xmlns:a="http://schemas.openxmlformats.org/drawingml/2006/main">
              <a:ext uri="{FF2B5EF4-FFF2-40B4-BE49-F238E27FC236}">
                <a16:creationId xmlns:a16="http://schemas.microsoft.com/office/drawing/2014/main" id="{57B8C308-6523-4698-B383-E11B892E626A}"/>
              </a:ext>
            </a:extLst>
          </p:cNvPr>
          <p:cNvSpPr>
            <a:spLocks xmlns:a="http://schemas.openxmlformats.org/drawingml/2006/main" noGrp="1"/>
          </p:cNvSpPr>
          <p:nvPr/>
        </p:nvSpPr>
        <p:spPr>
          <a:xfrm xmlns:a="http://schemas.openxmlformats.org/drawingml/2006/main">
            <a:off x="57626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1" name="">
            <a:extLst xmlns:a="http://schemas.openxmlformats.org/drawingml/2006/main">
              <a:ext uri="{FF2B5EF4-FFF2-40B4-BE49-F238E27FC236}">
                <a16:creationId xmlns:a16="http://schemas.microsoft.com/office/drawing/2014/main" id="{144387D3-2742-40FC-9915-E93375483AA2}"/>
              </a:ext>
            </a:extLst>
          </p:cNvPr>
          <p:cNvSpPr>
            <a:spLocks xmlns:a="http://schemas.openxmlformats.org/drawingml/2006/main" noGrp="1"/>
          </p:cNvSpPr>
          <p:nvPr/>
        </p:nvSpPr>
        <p:spPr>
          <a:xfrm xmlns:a="http://schemas.openxmlformats.org/drawingml/2006/main">
            <a:off x="57626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2" name="">
            <a:extLst xmlns:a="http://schemas.openxmlformats.org/drawingml/2006/main">
              <a:ext uri="{FF2B5EF4-FFF2-40B4-BE49-F238E27FC236}">
                <a16:creationId xmlns:a16="http://schemas.microsoft.com/office/drawing/2014/main" id="{16F2BD02-2980-45C4-B936-7E6A5735C631}"/>
              </a:ext>
            </a:extLst>
          </p:cNvPr>
          <p:cNvSpPr>
            <a:spLocks xmlns:a="http://schemas.openxmlformats.org/drawingml/2006/main" noGrp="1"/>
          </p:cNvSpPr>
          <p:nvPr/>
        </p:nvSpPr>
        <p:spPr>
          <a:xfrm xmlns:a="http://schemas.openxmlformats.org/drawingml/2006/main">
            <a:off x="57626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3" name="">
            <a:extLst xmlns:a="http://schemas.openxmlformats.org/drawingml/2006/main">
              <a:ext uri="{FF2B5EF4-FFF2-40B4-BE49-F238E27FC236}">
                <a16:creationId xmlns:a16="http://schemas.microsoft.com/office/drawing/2014/main" id="{BD621252-7A2D-4FDA-A479-ABFEC66FBA21}"/>
              </a:ext>
            </a:extLst>
          </p:cNvPr>
          <p:cNvSpPr>
            <a:spLocks xmlns:a="http://schemas.openxmlformats.org/drawingml/2006/main" noGrp="1"/>
          </p:cNvSpPr>
          <p:nvPr/>
        </p:nvSpPr>
        <p:spPr>
          <a:xfrm xmlns:a="http://schemas.openxmlformats.org/drawingml/2006/main">
            <a:off x="57626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4" name="">
            <a:extLst xmlns:a="http://schemas.openxmlformats.org/drawingml/2006/main">
              <a:ext uri="{FF2B5EF4-FFF2-40B4-BE49-F238E27FC236}">
                <a16:creationId xmlns:a16="http://schemas.microsoft.com/office/drawing/2014/main" id="{FC5368AB-ACFB-47EE-8E22-E24B834E9F8A}"/>
              </a:ext>
            </a:extLst>
          </p:cNvPr>
          <p:cNvSpPr>
            <a:spLocks xmlns:a="http://schemas.openxmlformats.org/drawingml/2006/main" noGrp="1"/>
          </p:cNvSpPr>
          <p:nvPr/>
        </p:nvSpPr>
        <p:spPr>
          <a:xfrm xmlns:a="http://schemas.openxmlformats.org/drawingml/2006/main">
            <a:off x="57626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5" name="">
            <a:extLst xmlns:a="http://schemas.openxmlformats.org/drawingml/2006/main">
              <a:ext uri="{FF2B5EF4-FFF2-40B4-BE49-F238E27FC236}">
                <a16:creationId xmlns:a16="http://schemas.microsoft.com/office/drawing/2014/main" id="{01C22532-FCD9-4FAD-9A24-7E15AA3127D8}"/>
              </a:ext>
            </a:extLst>
          </p:cNvPr>
          <p:cNvSpPr>
            <a:spLocks xmlns:a="http://schemas.openxmlformats.org/drawingml/2006/main" noGrp="1"/>
          </p:cNvSpPr>
          <p:nvPr/>
        </p:nvSpPr>
        <p:spPr>
          <a:xfrm xmlns:a="http://schemas.openxmlformats.org/drawingml/2006/main">
            <a:off x="57626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6" name="">
            <a:extLst xmlns:a="http://schemas.openxmlformats.org/drawingml/2006/main">
              <a:ext uri="{FF2B5EF4-FFF2-40B4-BE49-F238E27FC236}">
                <a16:creationId xmlns:a16="http://schemas.microsoft.com/office/drawing/2014/main" id="{47F2AD15-7AA6-43B2-8108-7291F7136FAB}"/>
              </a:ext>
            </a:extLst>
          </p:cNvPr>
          <p:cNvSpPr>
            <a:spLocks xmlns:a="http://schemas.openxmlformats.org/drawingml/2006/main" noGrp="1"/>
          </p:cNvSpPr>
          <p:nvPr/>
        </p:nvSpPr>
        <p:spPr>
          <a:xfrm xmlns:a="http://schemas.openxmlformats.org/drawingml/2006/main">
            <a:off x="57626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7" name="">
            <a:extLst xmlns:a="http://schemas.openxmlformats.org/drawingml/2006/main">
              <a:ext uri="{FF2B5EF4-FFF2-40B4-BE49-F238E27FC236}">
                <a16:creationId xmlns:a16="http://schemas.microsoft.com/office/drawing/2014/main" id="{B7F1D0E1-40DF-47BA-99C9-E508BAE55F27}"/>
              </a:ext>
            </a:extLst>
          </p:cNvPr>
          <p:cNvSpPr>
            <a:spLocks xmlns:a="http://schemas.openxmlformats.org/drawingml/2006/main" noGrp="1"/>
          </p:cNvSpPr>
          <p:nvPr/>
        </p:nvSpPr>
        <p:spPr>
          <a:xfrm xmlns:a="http://schemas.openxmlformats.org/drawingml/2006/main">
            <a:off x="57626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8" name="">
            <a:extLst xmlns:a="http://schemas.openxmlformats.org/drawingml/2006/main">
              <a:ext uri="{FF2B5EF4-FFF2-40B4-BE49-F238E27FC236}">
                <a16:creationId xmlns:a16="http://schemas.microsoft.com/office/drawing/2014/main" id="{A7DCBA3C-E7F0-4D77-A0B2-B5289B5A8DB2}"/>
              </a:ext>
            </a:extLst>
          </p:cNvPr>
          <p:cNvSpPr>
            <a:spLocks xmlns:a="http://schemas.openxmlformats.org/drawingml/2006/main" noGrp="1"/>
          </p:cNvSpPr>
          <p:nvPr/>
        </p:nvSpPr>
        <p:spPr>
          <a:xfrm xmlns:a="http://schemas.openxmlformats.org/drawingml/2006/main">
            <a:off x="57626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99" name="">
            <a:extLst xmlns:a="http://schemas.openxmlformats.org/drawingml/2006/main">
              <a:ext uri="{FF2B5EF4-FFF2-40B4-BE49-F238E27FC236}">
                <a16:creationId xmlns:a16="http://schemas.microsoft.com/office/drawing/2014/main" id="{2A32004E-E252-4BA0-81B5-4EFBDFE93D66}"/>
              </a:ext>
            </a:extLst>
          </p:cNvPr>
          <p:cNvSpPr>
            <a:spLocks xmlns:a="http://schemas.openxmlformats.org/drawingml/2006/main" noGrp="1"/>
          </p:cNvSpPr>
          <p:nvPr/>
        </p:nvSpPr>
        <p:spPr>
          <a:xfrm xmlns:a="http://schemas.openxmlformats.org/drawingml/2006/main">
            <a:off x="57626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0" name="">
            <a:extLst xmlns:a="http://schemas.openxmlformats.org/drawingml/2006/main">
              <a:ext uri="{FF2B5EF4-FFF2-40B4-BE49-F238E27FC236}">
                <a16:creationId xmlns:a16="http://schemas.microsoft.com/office/drawing/2014/main" id="{82AF35B7-7AC6-4781-A124-B4BEFF16C6BC}"/>
              </a:ext>
            </a:extLst>
          </p:cNvPr>
          <p:cNvSpPr>
            <a:spLocks xmlns:a="http://schemas.openxmlformats.org/drawingml/2006/main" noGrp="1"/>
          </p:cNvSpPr>
          <p:nvPr/>
        </p:nvSpPr>
        <p:spPr>
          <a:xfrm xmlns:a="http://schemas.openxmlformats.org/drawingml/2006/main">
            <a:off x="57626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1" name="">
            <a:extLst xmlns:a="http://schemas.openxmlformats.org/drawingml/2006/main">
              <a:ext uri="{FF2B5EF4-FFF2-40B4-BE49-F238E27FC236}">
                <a16:creationId xmlns:a16="http://schemas.microsoft.com/office/drawing/2014/main" id="{DAE3C92B-2D26-4134-8779-D67FB0C1BD97}"/>
              </a:ext>
            </a:extLst>
          </p:cNvPr>
          <p:cNvSpPr>
            <a:spLocks xmlns:a="http://schemas.openxmlformats.org/drawingml/2006/main" noGrp="1"/>
          </p:cNvSpPr>
          <p:nvPr/>
        </p:nvSpPr>
        <p:spPr>
          <a:xfrm xmlns:a="http://schemas.openxmlformats.org/drawingml/2006/main">
            <a:off x="57626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2" name="">
            <a:extLst xmlns:a="http://schemas.openxmlformats.org/drawingml/2006/main">
              <a:ext uri="{FF2B5EF4-FFF2-40B4-BE49-F238E27FC236}">
                <a16:creationId xmlns:a16="http://schemas.microsoft.com/office/drawing/2014/main" id="{D744916F-F020-47DF-BEAF-14D7FAF1EF53}"/>
              </a:ext>
            </a:extLst>
          </p:cNvPr>
          <p:cNvSpPr>
            <a:spLocks xmlns:a="http://schemas.openxmlformats.org/drawingml/2006/main" noGrp="1"/>
          </p:cNvSpPr>
          <p:nvPr/>
        </p:nvSpPr>
        <p:spPr>
          <a:xfrm xmlns:a="http://schemas.openxmlformats.org/drawingml/2006/main">
            <a:off x="57626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3" name="">
            <a:extLst xmlns:a="http://schemas.openxmlformats.org/drawingml/2006/main">
              <a:ext uri="{FF2B5EF4-FFF2-40B4-BE49-F238E27FC236}">
                <a16:creationId xmlns:a16="http://schemas.microsoft.com/office/drawing/2014/main" id="{ED50DC12-5E9B-44CE-B6A6-D74A96083AC8}"/>
              </a:ext>
            </a:extLst>
          </p:cNvPr>
          <p:cNvSpPr>
            <a:spLocks xmlns:a="http://schemas.openxmlformats.org/drawingml/2006/main" noGrp="1"/>
          </p:cNvSpPr>
          <p:nvPr/>
        </p:nvSpPr>
        <p:spPr>
          <a:xfrm xmlns:a="http://schemas.openxmlformats.org/drawingml/2006/main">
            <a:off x="7010400" y="1390650"/>
            <a:ext cx="1676400" cy="247650"/>
          </a:xfrm>
          <a:prstGeom xmlns:a="http://schemas.openxmlformats.org/drawingml/2006/main" prst="roundRect">
            <a:avLst>
              <a:gd name="adj" fmla="val 30000"/>
            </a:avLst>
          </a:prstGeom>
          <a:solidFill xmlns:a="http://schemas.openxmlformats.org/drawingml/2006/main">
            <a:srgbClr val="16A34A"/>
          </a:solidFill>
          <a:ln xmlns:a="http://schemas.openxmlformats.org/drawingml/2006/main" w="13335">
            <a:solidFill>
              <a:srgbClr val="16A34A"/>
            </a:solidFill>
            <a:prstDash val="solid"/>
          </a:ln>
        </p:spPr>
      </p:sp>
      <p:sp>
        <p:nvSpPr>
          <p:cNvPr id="104" name="">
            <a:extLst xmlns:a="http://schemas.openxmlformats.org/drawingml/2006/main">
              <a:ext uri="{FF2B5EF4-FFF2-40B4-BE49-F238E27FC236}">
                <a16:creationId xmlns:a16="http://schemas.microsoft.com/office/drawing/2014/main" id="{410382DF-D786-485F-A4EB-5E5BEACCA39C}"/>
              </a:ext>
            </a:extLst>
          </p:cNvPr>
          <p:cNvSpPr>
            <a:spLocks xmlns:a="http://schemas.openxmlformats.org/drawingml/2006/main" noGrp="1"/>
          </p:cNvSpPr>
          <p:nvPr/>
        </p:nvSpPr>
        <p:spPr>
          <a:xfrm xmlns:a="http://schemas.openxmlformats.org/drawingml/2006/main">
            <a:off x="707707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POSTGRESQL</a:t>
            </a:r>
          </a:p>
        </p:txBody>
      </p:sp>
      <p:sp>
        <p:nvSpPr>
          <p:cNvPr id="105" name="">
            <a:extLst xmlns:a="http://schemas.openxmlformats.org/drawingml/2006/main">
              <a:ext uri="{FF2B5EF4-FFF2-40B4-BE49-F238E27FC236}">
                <a16:creationId xmlns:a16="http://schemas.microsoft.com/office/drawing/2014/main" id="{7D495D64-20E6-419F-8472-63CF63D94B6D}"/>
              </a:ext>
            </a:extLst>
          </p:cNvPr>
          <p:cNvSpPr>
            <a:spLocks xmlns:a="http://schemas.openxmlformats.org/drawingml/2006/main" noGrp="1"/>
          </p:cNvSpPr>
          <p:nvPr/>
        </p:nvSpPr>
        <p:spPr>
          <a:xfrm xmlns:a="http://schemas.openxmlformats.org/drawingml/2006/main">
            <a:off x="704850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Session, points, tier, review, KPI</a:t>
            </a:r>
          </a:p>
        </p:txBody>
      </p:sp>
      <p:sp>
        <p:nvSpPr>
          <p:cNvPr id="106" name="">
            <a:extLst xmlns:a="http://schemas.openxmlformats.org/drawingml/2006/main">
              <a:ext uri="{FF2B5EF4-FFF2-40B4-BE49-F238E27FC236}">
                <a16:creationId xmlns:a16="http://schemas.microsoft.com/office/drawing/2014/main" id="{B21C1F6B-F8E1-4404-87DF-FC58DBFDCC09}"/>
              </a:ext>
            </a:extLst>
          </p:cNvPr>
          <p:cNvSpPr>
            <a:spLocks xmlns:a="http://schemas.openxmlformats.org/drawingml/2006/main" noGrp="1"/>
          </p:cNvSpPr>
          <p:nvPr/>
        </p:nvSpPr>
        <p:spPr>
          <a:xfrm xmlns:a="http://schemas.openxmlformats.org/drawingml/2006/main">
            <a:off x="783907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7" name="">
            <a:extLst xmlns:a="http://schemas.openxmlformats.org/drawingml/2006/main">
              <a:ext uri="{FF2B5EF4-FFF2-40B4-BE49-F238E27FC236}">
                <a16:creationId xmlns:a16="http://schemas.microsoft.com/office/drawing/2014/main" id="{0C5E53BE-432F-412A-BFC3-59FAFE2CD660}"/>
              </a:ext>
            </a:extLst>
          </p:cNvPr>
          <p:cNvSpPr>
            <a:spLocks xmlns:a="http://schemas.openxmlformats.org/drawingml/2006/main" noGrp="1"/>
          </p:cNvSpPr>
          <p:nvPr/>
        </p:nvSpPr>
        <p:spPr>
          <a:xfrm xmlns:a="http://schemas.openxmlformats.org/drawingml/2006/main">
            <a:off x="783907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8" name="">
            <a:extLst xmlns:a="http://schemas.openxmlformats.org/drawingml/2006/main">
              <a:ext uri="{FF2B5EF4-FFF2-40B4-BE49-F238E27FC236}">
                <a16:creationId xmlns:a16="http://schemas.microsoft.com/office/drawing/2014/main" id="{32C795A3-D50C-4ED1-921F-D5C0D4706B44}"/>
              </a:ext>
            </a:extLst>
          </p:cNvPr>
          <p:cNvSpPr>
            <a:spLocks xmlns:a="http://schemas.openxmlformats.org/drawingml/2006/main" noGrp="1"/>
          </p:cNvSpPr>
          <p:nvPr/>
        </p:nvSpPr>
        <p:spPr>
          <a:xfrm xmlns:a="http://schemas.openxmlformats.org/drawingml/2006/main">
            <a:off x="783907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09" name="">
            <a:extLst xmlns:a="http://schemas.openxmlformats.org/drawingml/2006/main">
              <a:ext uri="{FF2B5EF4-FFF2-40B4-BE49-F238E27FC236}">
                <a16:creationId xmlns:a16="http://schemas.microsoft.com/office/drawing/2014/main" id="{61BDAA85-34D7-40AF-855E-4F0E13FC3C04}"/>
              </a:ext>
            </a:extLst>
          </p:cNvPr>
          <p:cNvSpPr>
            <a:spLocks xmlns:a="http://schemas.openxmlformats.org/drawingml/2006/main" noGrp="1"/>
          </p:cNvSpPr>
          <p:nvPr/>
        </p:nvSpPr>
        <p:spPr>
          <a:xfrm xmlns:a="http://schemas.openxmlformats.org/drawingml/2006/main">
            <a:off x="783907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0" name="">
            <a:extLst xmlns:a="http://schemas.openxmlformats.org/drawingml/2006/main">
              <a:ext uri="{FF2B5EF4-FFF2-40B4-BE49-F238E27FC236}">
                <a16:creationId xmlns:a16="http://schemas.microsoft.com/office/drawing/2014/main" id="{C885EDE5-B0E2-4EE3-99BF-85B51AF3B84A}"/>
              </a:ext>
            </a:extLst>
          </p:cNvPr>
          <p:cNvSpPr>
            <a:spLocks xmlns:a="http://schemas.openxmlformats.org/drawingml/2006/main" noGrp="1"/>
          </p:cNvSpPr>
          <p:nvPr/>
        </p:nvSpPr>
        <p:spPr>
          <a:xfrm xmlns:a="http://schemas.openxmlformats.org/drawingml/2006/main">
            <a:off x="783907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1" name="">
            <a:extLst xmlns:a="http://schemas.openxmlformats.org/drawingml/2006/main">
              <a:ext uri="{FF2B5EF4-FFF2-40B4-BE49-F238E27FC236}">
                <a16:creationId xmlns:a16="http://schemas.microsoft.com/office/drawing/2014/main" id="{4321F896-09A8-4691-BA0E-179C5885B82D}"/>
              </a:ext>
            </a:extLst>
          </p:cNvPr>
          <p:cNvSpPr>
            <a:spLocks xmlns:a="http://schemas.openxmlformats.org/drawingml/2006/main" noGrp="1"/>
          </p:cNvSpPr>
          <p:nvPr/>
        </p:nvSpPr>
        <p:spPr>
          <a:xfrm xmlns:a="http://schemas.openxmlformats.org/drawingml/2006/main">
            <a:off x="783907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2" name="">
            <a:extLst xmlns:a="http://schemas.openxmlformats.org/drawingml/2006/main">
              <a:ext uri="{FF2B5EF4-FFF2-40B4-BE49-F238E27FC236}">
                <a16:creationId xmlns:a16="http://schemas.microsoft.com/office/drawing/2014/main" id="{925FCD50-2BB0-4D9F-88A8-414402691EDD}"/>
              </a:ext>
            </a:extLst>
          </p:cNvPr>
          <p:cNvSpPr>
            <a:spLocks xmlns:a="http://schemas.openxmlformats.org/drawingml/2006/main" noGrp="1"/>
          </p:cNvSpPr>
          <p:nvPr/>
        </p:nvSpPr>
        <p:spPr>
          <a:xfrm xmlns:a="http://schemas.openxmlformats.org/drawingml/2006/main">
            <a:off x="783907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3" name="">
            <a:extLst xmlns:a="http://schemas.openxmlformats.org/drawingml/2006/main">
              <a:ext uri="{FF2B5EF4-FFF2-40B4-BE49-F238E27FC236}">
                <a16:creationId xmlns:a16="http://schemas.microsoft.com/office/drawing/2014/main" id="{F6A10D42-DEB5-47F9-A897-881414847887}"/>
              </a:ext>
            </a:extLst>
          </p:cNvPr>
          <p:cNvSpPr>
            <a:spLocks xmlns:a="http://schemas.openxmlformats.org/drawingml/2006/main" noGrp="1"/>
          </p:cNvSpPr>
          <p:nvPr/>
        </p:nvSpPr>
        <p:spPr>
          <a:xfrm xmlns:a="http://schemas.openxmlformats.org/drawingml/2006/main">
            <a:off x="783907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4" name="">
            <a:extLst xmlns:a="http://schemas.openxmlformats.org/drawingml/2006/main">
              <a:ext uri="{FF2B5EF4-FFF2-40B4-BE49-F238E27FC236}">
                <a16:creationId xmlns:a16="http://schemas.microsoft.com/office/drawing/2014/main" id="{B9729621-7247-4702-9ACC-0697B16ADC9B}"/>
              </a:ext>
            </a:extLst>
          </p:cNvPr>
          <p:cNvSpPr>
            <a:spLocks xmlns:a="http://schemas.openxmlformats.org/drawingml/2006/main" noGrp="1"/>
          </p:cNvSpPr>
          <p:nvPr/>
        </p:nvSpPr>
        <p:spPr>
          <a:xfrm xmlns:a="http://schemas.openxmlformats.org/drawingml/2006/main">
            <a:off x="783907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5" name="">
            <a:extLst xmlns:a="http://schemas.openxmlformats.org/drawingml/2006/main">
              <a:ext uri="{FF2B5EF4-FFF2-40B4-BE49-F238E27FC236}">
                <a16:creationId xmlns:a16="http://schemas.microsoft.com/office/drawing/2014/main" id="{79B9CE19-7E34-4849-9B9B-892D94264C99}"/>
              </a:ext>
            </a:extLst>
          </p:cNvPr>
          <p:cNvSpPr>
            <a:spLocks xmlns:a="http://schemas.openxmlformats.org/drawingml/2006/main" noGrp="1"/>
          </p:cNvSpPr>
          <p:nvPr/>
        </p:nvSpPr>
        <p:spPr>
          <a:xfrm xmlns:a="http://schemas.openxmlformats.org/drawingml/2006/main">
            <a:off x="783907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6" name="">
            <a:extLst xmlns:a="http://schemas.openxmlformats.org/drawingml/2006/main">
              <a:ext uri="{FF2B5EF4-FFF2-40B4-BE49-F238E27FC236}">
                <a16:creationId xmlns:a16="http://schemas.microsoft.com/office/drawing/2014/main" id="{AE85D25F-DBCE-4DEA-8D0E-B35930238AC0}"/>
              </a:ext>
            </a:extLst>
          </p:cNvPr>
          <p:cNvSpPr>
            <a:spLocks xmlns:a="http://schemas.openxmlformats.org/drawingml/2006/main" noGrp="1"/>
          </p:cNvSpPr>
          <p:nvPr/>
        </p:nvSpPr>
        <p:spPr>
          <a:xfrm xmlns:a="http://schemas.openxmlformats.org/drawingml/2006/main">
            <a:off x="783907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7" name="">
            <a:extLst xmlns:a="http://schemas.openxmlformats.org/drawingml/2006/main">
              <a:ext uri="{FF2B5EF4-FFF2-40B4-BE49-F238E27FC236}">
                <a16:creationId xmlns:a16="http://schemas.microsoft.com/office/drawing/2014/main" id="{389DD14C-1704-4F88-89C0-73FF3009EE9A}"/>
              </a:ext>
            </a:extLst>
          </p:cNvPr>
          <p:cNvSpPr>
            <a:spLocks xmlns:a="http://schemas.openxmlformats.org/drawingml/2006/main" noGrp="1"/>
          </p:cNvSpPr>
          <p:nvPr/>
        </p:nvSpPr>
        <p:spPr>
          <a:xfrm xmlns:a="http://schemas.openxmlformats.org/drawingml/2006/main">
            <a:off x="783907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8" name="">
            <a:extLst xmlns:a="http://schemas.openxmlformats.org/drawingml/2006/main">
              <a:ext uri="{FF2B5EF4-FFF2-40B4-BE49-F238E27FC236}">
                <a16:creationId xmlns:a16="http://schemas.microsoft.com/office/drawing/2014/main" id="{EFA06C7A-D725-4F0D-A8C4-C0FF6120FA69}"/>
              </a:ext>
            </a:extLst>
          </p:cNvPr>
          <p:cNvSpPr>
            <a:spLocks xmlns:a="http://schemas.openxmlformats.org/drawingml/2006/main" noGrp="1"/>
          </p:cNvSpPr>
          <p:nvPr/>
        </p:nvSpPr>
        <p:spPr>
          <a:xfrm xmlns:a="http://schemas.openxmlformats.org/drawingml/2006/main">
            <a:off x="783907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19" name="">
            <a:extLst xmlns:a="http://schemas.openxmlformats.org/drawingml/2006/main">
              <a:ext uri="{FF2B5EF4-FFF2-40B4-BE49-F238E27FC236}">
                <a16:creationId xmlns:a16="http://schemas.microsoft.com/office/drawing/2014/main" id="{55534391-FEF2-4E35-A9CE-91E451C74898}"/>
              </a:ext>
            </a:extLst>
          </p:cNvPr>
          <p:cNvSpPr>
            <a:spLocks xmlns:a="http://schemas.openxmlformats.org/drawingml/2006/main" noGrp="1"/>
          </p:cNvSpPr>
          <p:nvPr/>
        </p:nvSpPr>
        <p:spPr>
          <a:xfrm xmlns:a="http://schemas.openxmlformats.org/drawingml/2006/main">
            <a:off x="783907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0" name="">
            <a:extLst xmlns:a="http://schemas.openxmlformats.org/drawingml/2006/main">
              <a:ext uri="{FF2B5EF4-FFF2-40B4-BE49-F238E27FC236}">
                <a16:creationId xmlns:a16="http://schemas.microsoft.com/office/drawing/2014/main" id="{225FAC1C-A511-4D5C-B285-983F39A5C595}"/>
              </a:ext>
            </a:extLst>
          </p:cNvPr>
          <p:cNvSpPr>
            <a:spLocks xmlns:a="http://schemas.openxmlformats.org/drawingml/2006/main" noGrp="1"/>
          </p:cNvSpPr>
          <p:nvPr/>
        </p:nvSpPr>
        <p:spPr>
          <a:xfrm xmlns:a="http://schemas.openxmlformats.org/drawingml/2006/main">
            <a:off x="783907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1" name="">
            <a:extLst xmlns:a="http://schemas.openxmlformats.org/drawingml/2006/main">
              <a:ext uri="{FF2B5EF4-FFF2-40B4-BE49-F238E27FC236}">
                <a16:creationId xmlns:a16="http://schemas.microsoft.com/office/drawing/2014/main" id="{D74DFCB9-B58D-4D38-A327-0462C0490FF4}"/>
              </a:ext>
            </a:extLst>
          </p:cNvPr>
          <p:cNvSpPr>
            <a:spLocks xmlns:a="http://schemas.openxmlformats.org/drawingml/2006/main" noGrp="1"/>
          </p:cNvSpPr>
          <p:nvPr/>
        </p:nvSpPr>
        <p:spPr>
          <a:xfrm xmlns:a="http://schemas.openxmlformats.org/drawingml/2006/main">
            <a:off x="783907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2" name="">
            <a:extLst xmlns:a="http://schemas.openxmlformats.org/drawingml/2006/main">
              <a:ext uri="{FF2B5EF4-FFF2-40B4-BE49-F238E27FC236}">
                <a16:creationId xmlns:a16="http://schemas.microsoft.com/office/drawing/2014/main" id="{FACEC326-03A9-4CF7-86D6-EBE4F9F9BF0D}"/>
              </a:ext>
            </a:extLst>
          </p:cNvPr>
          <p:cNvSpPr>
            <a:spLocks xmlns:a="http://schemas.openxmlformats.org/drawingml/2006/main" noGrp="1"/>
          </p:cNvSpPr>
          <p:nvPr/>
        </p:nvSpPr>
        <p:spPr>
          <a:xfrm xmlns:a="http://schemas.openxmlformats.org/drawingml/2006/main">
            <a:off x="783907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3" name="">
            <a:extLst xmlns:a="http://schemas.openxmlformats.org/drawingml/2006/main">
              <a:ext uri="{FF2B5EF4-FFF2-40B4-BE49-F238E27FC236}">
                <a16:creationId xmlns:a16="http://schemas.microsoft.com/office/drawing/2014/main" id="{8B945E3F-8A1E-4F04-8065-9E9B41EC9D40}"/>
              </a:ext>
            </a:extLst>
          </p:cNvPr>
          <p:cNvSpPr>
            <a:spLocks xmlns:a="http://schemas.openxmlformats.org/drawingml/2006/main" noGrp="1"/>
          </p:cNvSpPr>
          <p:nvPr/>
        </p:nvSpPr>
        <p:spPr>
          <a:xfrm xmlns:a="http://schemas.openxmlformats.org/drawingml/2006/main">
            <a:off x="783907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4" name="">
            <a:extLst xmlns:a="http://schemas.openxmlformats.org/drawingml/2006/main">
              <a:ext uri="{FF2B5EF4-FFF2-40B4-BE49-F238E27FC236}">
                <a16:creationId xmlns:a16="http://schemas.microsoft.com/office/drawing/2014/main" id="{53F95F8C-058F-4394-936E-96CFDE04F002}"/>
              </a:ext>
            </a:extLst>
          </p:cNvPr>
          <p:cNvSpPr>
            <a:spLocks xmlns:a="http://schemas.openxmlformats.org/drawingml/2006/main" noGrp="1"/>
          </p:cNvSpPr>
          <p:nvPr/>
        </p:nvSpPr>
        <p:spPr>
          <a:xfrm xmlns:a="http://schemas.openxmlformats.org/drawingml/2006/main">
            <a:off x="783907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5" name="">
            <a:extLst xmlns:a="http://schemas.openxmlformats.org/drawingml/2006/main">
              <a:ext uri="{FF2B5EF4-FFF2-40B4-BE49-F238E27FC236}">
                <a16:creationId xmlns:a16="http://schemas.microsoft.com/office/drawing/2014/main" id="{3E3767B3-D175-497C-99FE-45D4EA98DF5E}"/>
              </a:ext>
            </a:extLst>
          </p:cNvPr>
          <p:cNvSpPr>
            <a:spLocks xmlns:a="http://schemas.openxmlformats.org/drawingml/2006/main" noGrp="1"/>
          </p:cNvSpPr>
          <p:nvPr/>
        </p:nvSpPr>
        <p:spPr>
          <a:xfrm xmlns:a="http://schemas.openxmlformats.org/drawingml/2006/main">
            <a:off x="783907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6" name="">
            <a:extLst xmlns:a="http://schemas.openxmlformats.org/drawingml/2006/main">
              <a:ext uri="{FF2B5EF4-FFF2-40B4-BE49-F238E27FC236}">
                <a16:creationId xmlns:a16="http://schemas.microsoft.com/office/drawing/2014/main" id="{284A1318-98D4-432E-A8D2-07D36406546A}"/>
              </a:ext>
            </a:extLst>
          </p:cNvPr>
          <p:cNvSpPr>
            <a:spLocks xmlns:a="http://schemas.openxmlformats.org/drawingml/2006/main" noGrp="1"/>
          </p:cNvSpPr>
          <p:nvPr/>
        </p:nvSpPr>
        <p:spPr>
          <a:xfrm xmlns:a="http://schemas.openxmlformats.org/drawingml/2006/main">
            <a:off x="783907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7" name="">
            <a:extLst xmlns:a="http://schemas.openxmlformats.org/drawingml/2006/main">
              <a:ext uri="{FF2B5EF4-FFF2-40B4-BE49-F238E27FC236}">
                <a16:creationId xmlns:a16="http://schemas.microsoft.com/office/drawing/2014/main" id="{43DADFA1-E9D2-4246-AE02-A22137024C19}"/>
              </a:ext>
            </a:extLst>
          </p:cNvPr>
          <p:cNvSpPr>
            <a:spLocks xmlns:a="http://schemas.openxmlformats.org/drawingml/2006/main" noGrp="1"/>
          </p:cNvSpPr>
          <p:nvPr/>
        </p:nvSpPr>
        <p:spPr>
          <a:xfrm xmlns:a="http://schemas.openxmlformats.org/drawingml/2006/main">
            <a:off x="783907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8" name="">
            <a:extLst xmlns:a="http://schemas.openxmlformats.org/drawingml/2006/main">
              <a:ext uri="{FF2B5EF4-FFF2-40B4-BE49-F238E27FC236}">
                <a16:creationId xmlns:a16="http://schemas.microsoft.com/office/drawing/2014/main" id="{E78F0E5A-64F6-4AAA-A871-0625C70FD16C}"/>
              </a:ext>
            </a:extLst>
          </p:cNvPr>
          <p:cNvSpPr>
            <a:spLocks xmlns:a="http://schemas.openxmlformats.org/drawingml/2006/main" noGrp="1"/>
          </p:cNvSpPr>
          <p:nvPr/>
        </p:nvSpPr>
        <p:spPr>
          <a:xfrm xmlns:a="http://schemas.openxmlformats.org/drawingml/2006/main">
            <a:off x="783907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29" name="">
            <a:extLst xmlns:a="http://schemas.openxmlformats.org/drawingml/2006/main">
              <a:ext uri="{FF2B5EF4-FFF2-40B4-BE49-F238E27FC236}">
                <a16:creationId xmlns:a16="http://schemas.microsoft.com/office/drawing/2014/main" id="{26189975-93B6-442D-87A0-7FFA113296BA}"/>
              </a:ext>
            </a:extLst>
          </p:cNvPr>
          <p:cNvSpPr>
            <a:spLocks xmlns:a="http://schemas.openxmlformats.org/drawingml/2006/main" noGrp="1"/>
          </p:cNvSpPr>
          <p:nvPr/>
        </p:nvSpPr>
        <p:spPr>
          <a:xfrm xmlns:a="http://schemas.openxmlformats.org/drawingml/2006/main">
            <a:off x="783907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0" name="">
            <a:extLst xmlns:a="http://schemas.openxmlformats.org/drawingml/2006/main">
              <a:ext uri="{FF2B5EF4-FFF2-40B4-BE49-F238E27FC236}">
                <a16:creationId xmlns:a16="http://schemas.microsoft.com/office/drawing/2014/main" id="{F99089D8-7ED0-4208-97E3-6BBA21A6C3C9}"/>
              </a:ext>
            </a:extLst>
          </p:cNvPr>
          <p:cNvSpPr>
            <a:spLocks xmlns:a="http://schemas.openxmlformats.org/drawingml/2006/main" noGrp="1"/>
          </p:cNvSpPr>
          <p:nvPr/>
        </p:nvSpPr>
        <p:spPr>
          <a:xfrm xmlns:a="http://schemas.openxmlformats.org/drawingml/2006/main">
            <a:off x="783907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1" name="">
            <a:extLst xmlns:a="http://schemas.openxmlformats.org/drawingml/2006/main">
              <a:ext uri="{FF2B5EF4-FFF2-40B4-BE49-F238E27FC236}">
                <a16:creationId xmlns:a16="http://schemas.microsoft.com/office/drawing/2014/main" id="{12D68EAC-8457-41CF-84CD-9133884D3B4E}"/>
              </a:ext>
            </a:extLst>
          </p:cNvPr>
          <p:cNvSpPr>
            <a:spLocks xmlns:a="http://schemas.openxmlformats.org/drawingml/2006/main" noGrp="1"/>
          </p:cNvSpPr>
          <p:nvPr/>
        </p:nvSpPr>
        <p:spPr>
          <a:xfrm xmlns:a="http://schemas.openxmlformats.org/drawingml/2006/main">
            <a:off x="783907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2" name="">
            <a:extLst xmlns:a="http://schemas.openxmlformats.org/drawingml/2006/main">
              <a:ext uri="{FF2B5EF4-FFF2-40B4-BE49-F238E27FC236}">
                <a16:creationId xmlns:a16="http://schemas.microsoft.com/office/drawing/2014/main" id="{F786135E-C447-4EB5-8CD4-82E4E0C14564}"/>
              </a:ext>
            </a:extLst>
          </p:cNvPr>
          <p:cNvSpPr>
            <a:spLocks xmlns:a="http://schemas.openxmlformats.org/drawingml/2006/main" noGrp="1"/>
          </p:cNvSpPr>
          <p:nvPr/>
        </p:nvSpPr>
        <p:spPr>
          <a:xfrm xmlns:a="http://schemas.openxmlformats.org/drawingml/2006/main">
            <a:off x="783907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3" name="">
            <a:extLst xmlns:a="http://schemas.openxmlformats.org/drawingml/2006/main">
              <a:ext uri="{FF2B5EF4-FFF2-40B4-BE49-F238E27FC236}">
                <a16:creationId xmlns:a16="http://schemas.microsoft.com/office/drawing/2014/main" id="{DC8F119F-BBDD-42B5-AF40-72A8FB2E1C42}"/>
              </a:ext>
            </a:extLst>
          </p:cNvPr>
          <p:cNvSpPr>
            <a:spLocks xmlns:a="http://schemas.openxmlformats.org/drawingml/2006/main" noGrp="1"/>
          </p:cNvSpPr>
          <p:nvPr/>
        </p:nvSpPr>
        <p:spPr>
          <a:xfrm xmlns:a="http://schemas.openxmlformats.org/drawingml/2006/main">
            <a:off x="783907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4" name="">
            <a:extLst xmlns:a="http://schemas.openxmlformats.org/drawingml/2006/main">
              <a:ext uri="{FF2B5EF4-FFF2-40B4-BE49-F238E27FC236}">
                <a16:creationId xmlns:a16="http://schemas.microsoft.com/office/drawing/2014/main" id="{B37BBF76-2F8E-4587-8C81-A12E2D75B873}"/>
              </a:ext>
            </a:extLst>
          </p:cNvPr>
          <p:cNvSpPr>
            <a:spLocks xmlns:a="http://schemas.openxmlformats.org/drawingml/2006/main" noGrp="1"/>
          </p:cNvSpPr>
          <p:nvPr/>
        </p:nvSpPr>
        <p:spPr>
          <a:xfrm xmlns:a="http://schemas.openxmlformats.org/drawingml/2006/main">
            <a:off x="783907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5" name="">
            <a:extLst xmlns:a="http://schemas.openxmlformats.org/drawingml/2006/main">
              <a:ext uri="{FF2B5EF4-FFF2-40B4-BE49-F238E27FC236}">
                <a16:creationId xmlns:a16="http://schemas.microsoft.com/office/drawing/2014/main" id="{AB2FFEA5-17B1-4C9B-8B42-65C605F3C882}"/>
              </a:ext>
            </a:extLst>
          </p:cNvPr>
          <p:cNvSpPr>
            <a:spLocks xmlns:a="http://schemas.openxmlformats.org/drawingml/2006/main" noGrp="1"/>
          </p:cNvSpPr>
          <p:nvPr/>
        </p:nvSpPr>
        <p:spPr>
          <a:xfrm xmlns:a="http://schemas.openxmlformats.org/drawingml/2006/main">
            <a:off x="9086850" y="1390650"/>
            <a:ext cx="1676400" cy="247650"/>
          </a:xfrm>
          <a:prstGeom xmlns:a="http://schemas.openxmlformats.org/drawingml/2006/main" prst="roundRect">
            <a:avLst>
              <a:gd name="adj" fmla="val 30000"/>
            </a:avLst>
          </a:prstGeom>
          <a:solidFill xmlns:a="http://schemas.openxmlformats.org/drawingml/2006/main">
            <a:srgbClr val="FF5A1F"/>
          </a:solidFill>
          <a:ln xmlns:a="http://schemas.openxmlformats.org/drawingml/2006/main" w="13335">
            <a:solidFill>
              <a:srgbClr val="FF5A1F"/>
            </a:solidFill>
            <a:prstDash val="solid"/>
          </a:ln>
        </p:spPr>
      </p:sp>
      <p:sp>
        <p:nvSpPr>
          <p:cNvPr id="136" name="">
            <a:extLst xmlns:a="http://schemas.openxmlformats.org/drawingml/2006/main">
              <a:ext uri="{FF2B5EF4-FFF2-40B4-BE49-F238E27FC236}">
                <a16:creationId xmlns:a16="http://schemas.microsoft.com/office/drawing/2014/main" id="{2A056596-18BF-4F9F-B5F4-3AA2C175821C}"/>
              </a:ext>
            </a:extLst>
          </p:cNvPr>
          <p:cNvSpPr>
            <a:spLocks xmlns:a="http://schemas.openxmlformats.org/drawingml/2006/main" noGrp="1"/>
          </p:cNvSpPr>
          <p:nvPr/>
        </p:nvSpPr>
        <p:spPr>
          <a:xfrm xmlns:a="http://schemas.openxmlformats.org/drawingml/2006/main">
            <a:off x="9153525" y="1419225"/>
            <a:ext cx="1543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50" b="1">
                <a:solidFill>
                  <a:srgbClr val="FFFFFF"/>
                </a:solidFill>
                <a:latin typeface="Poppins"/>
                <a:ea typeface="Poppins"/>
                <a:cs typeface="Poppins"/>
              </a:defRPr>
            </a:pPr>
            <a:r>
              <a:rPr sz="750" b="1">
                <a:solidFill>
                  <a:srgbClr val="FFFFFF"/>
                </a:solidFill>
                <a:latin typeface="Poppins"/>
                <a:ea typeface="Poppins"/>
                <a:cs typeface="Poppins"/>
              </a:rPr>
              <a:t>ADMIN/MANAGER</a:t>
            </a:r>
          </a:p>
        </p:txBody>
      </p:sp>
      <p:sp>
        <p:nvSpPr>
          <p:cNvPr id="137" name="">
            <a:extLst xmlns:a="http://schemas.openxmlformats.org/drawingml/2006/main">
              <a:ext uri="{FF2B5EF4-FFF2-40B4-BE49-F238E27FC236}">
                <a16:creationId xmlns:a16="http://schemas.microsoft.com/office/drawing/2014/main" id="{2048BF1F-942D-4871-91A7-7A8C8D2302DD}"/>
              </a:ext>
            </a:extLst>
          </p:cNvPr>
          <p:cNvSpPr>
            <a:spLocks xmlns:a="http://schemas.openxmlformats.org/drawingml/2006/main" noGrp="1"/>
          </p:cNvSpPr>
          <p:nvPr/>
        </p:nvSpPr>
        <p:spPr>
          <a:xfrm xmlns:a="http://schemas.openxmlformats.org/drawingml/2006/main">
            <a:off x="9124950" y="1685925"/>
            <a:ext cx="1600200" cy="2476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90" b="0">
                <a:solidFill>
                  <a:srgbClr val="526174"/>
                </a:solidFill>
                <a:latin typeface="Poppins"/>
                <a:ea typeface="Poppins"/>
                <a:cs typeface="Poppins"/>
              </a:defRPr>
            </a:pPr>
            <a:r>
              <a:rPr sz="690" b="0">
                <a:solidFill>
                  <a:srgbClr val="526174"/>
                </a:solidFill>
                <a:latin typeface="Poppins"/>
                <a:ea typeface="Poppins"/>
                <a:cs typeface="Poppins"/>
              </a:rPr>
              <a:t>Dashboards and staff insights</a:t>
            </a:r>
          </a:p>
        </p:txBody>
      </p:sp>
      <p:sp>
        <p:nvSpPr>
          <p:cNvPr id="138" name="">
            <a:extLst xmlns:a="http://schemas.openxmlformats.org/drawingml/2006/main">
              <a:ext uri="{FF2B5EF4-FFF2-40B4-BE49-F238E27FC236}">
                <a16:creationId xmlns:a16="http://schemas.microsoft.com/office/drawing/2014/main" id="{DCFBC14C-50DA-407C-B34E-FB41E9AD5BEE}"/>
              </a:ext>
            </a:extLst>
          </p:cNvPr>
          <p:cNvSpPr>
            <a:spLocks xmlns:a="http://schemas.openxmlformats.org/drawingml/2006/main" noGrp="1"/>
          </p:cNvSpPr>
          <p:nvPr/>
        </p:nvSpPr>
        <p:spPr>
          <a:xfrm xmlns:a="http://schemas.openxmlformats.org/drawingml/2006/main">
            <a:off x="9915525" y="2000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39" name="">
            <a:extLst xmlns:a="http://schemas.openxmlformats.org/drawingml/2006/main">
              <a:ext uri="{FF2B5EF4-FFF2-40B4-BE49-F238E27FC236}">
                <a16:creationId xmlns:a16="http://schemas.microsoft.com/office/drawing/2014/main" id="{D8C13614-8DAA-41CF-958A-91854D26F5F6}"/>
              </a:ext>
            </a:extLst>
          </p:cNvPr>
          <p:cNvSpPr>
            <a:spLocks xmlns:a="http://schemas.openxmlformats.org/drawingml/2006/main" noGrp="1"/>
          </p:cNvSpPr>
          <p:nvPr/>
        </p:nvSpPr>
        <p:spPr>
          <a:xfrm xmlns:a="http://schemas.openxmlformats.org/drawingml/2006/main">
            <a:off x="9915525" y="2133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0" name="">
            <a:extLst xmlns:a="http://schemas.openxmlformats.org/drawingml/2006/main">
              <a:ext uri="{FF2B5EF4-FFF2-40B4-BE49-F238E27FC236}">
                <a16:creationId xmlns:a16="http://schemas.microsoft.com/office/drawing/2014/main" id="{CBE6F4F6-3DB1-4697-866D-E51E5F065D38}"/>
              </a:ext>
            </a:extLst>
          </p:cNvPr>
          <p:cNvSpPr>
            <a:spLocks xmlns:a="http://schemas.openxmlformats.org/drawingml/2006/main" noGrp="1"/>
          </p:cNvSpPr>
          <p:nvPr/>
        </p:nvSpPr>
        <p:spPr>
          <a:xfrm xmlns:a="http://schemas.openxmlformats.org/drawingml/2006/main">
            <a:off x="9915525" y="2266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1" name="">
            <a:extLst xmlns:a="http://schemas.openxmlformats.org/drawingml/2006/main">
              <a:ext uri="{FF2B5EF4-FFF2-40B4-BE49-F238E27FC236}">
                <a16:creationId xmlns:a16="http://schemas.microsoft.com/office/drawing/2014/main" id="{676F3F27-96D2-4083-8141-93E8DCCAD825}"/>
              </a:ext>
            </a:extLst>
          </p:cNvPr>
          <p:cNvSpPr>
            <a:spLocks xmlns:a="http://schemas.openxmlformats.org/drawingml/2006/main" noGrp="1"/>
          </p:cNvSpPr>
          <p:nvPr/>
        </p:nvSpPr>
        <p:spPr>
          <a:xfrm xmlns:a="http://schemas.openxmlformats.org/drawingml/2006/main">
            <a:off x="9915525" y="2400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2" name="">
            <a:extLst xmlns:a="http://schemas.openxmlformats.org/drawingml/2006/main">
              <a:ext uri="{FF2B5EF4-FFF2-40B4-BE49-F238E27FC236}">
                <a16:creationId xmlns:a16="http://schemas.microsoft.com/office/drawing/2014/main" id="{B1C6AE01-44F9-4C6C-91BB-4096406FEA20}"/>
              </a:ext>
            </a:extLst>
          </p:cNvPr>
          <p:cNvSpPr>
            <a:spLocks xmlns:a="http://schemas.openxmlformats.org/drawingml/2006/main" noGrp="1"/>
          </p:cNvSpPr>
          <p:nvPr/>
        </p:nvSpPr>
        <p:spPr>
          <a:xfrm xmlns:a="http://schemas.openxmlformats.org/drawingml/2006/main">
            <a:off x="9915525" y="2533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3" name="">
            <a:extLst xmlns:a="http://schemas.openxmlformats.org/drawingml/2006/main">
              <a:ext uri="{FF2B5EF4-FFF2-40B4-BE49-F238E27FC236}">
                <a16:creationId xmlns:a16="http://schemas.microsoft.com/office/drawing/2014/main" id="{99FD86B1-AD78-4EBF-86F6-431D30009E49}"/>
              </a:ext>
            </a:extLst>
          </p:cNvPr>
          <p:cNvSpPr>
            <a:spLocks xmlns:a="http://schemas.openxmlformats.org/drawingml/2006/main" noGrp="1"/>
          </p:cNvSpPr>
          <p:nvPr/>
        </p:nvSpPr>
        <p:spPr>
          <a:xfrm xmlns:a="http://schemas.openxmlformats.org/drawingml/2006/main">
            <a:off x="9915525" y="2667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4" name="">
            <a:extLst xmlns:a="http://schemas.openxmlformats.org/drawingml/2006/main">
              <a:ext uri="{FF2B5EF4-FFF2-40B4-BE49-F238E27FC236}">
                <a16:creationId xmlns:a16="http://schemas.microsoft.com/office/drawing/2014/main" id="{EE3A32F7-1356-46B7-9738-E03FF93FFE12}"/>
              </a:ext>
            </a:extLst>
          </p:cNvPr>
          <p:cNvSpPr>
            <a:spLocks xmlns:a="http://schemas.openxmlformats.org/drawingml/2006/main" noGrp="1"/>
          </p:cNvSpPr>
          <p:nvPr/>
        </p:nvSpPr>
        <p:spPr>
          <a:xfrm xmlns:a="http://schemas.openxmlformats.org/drawingml/2006/main">
            <a:off x="9915525" y="2800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5" name="">
            <a:extLst xmlns:a="http://schemas.openxmlformats.org/drawingml/2006/main">
              <a:ext uri="{FF2B5EF4-FFF2-40B4-BE49-F238E27FC236}">
                <a16:creationId xmlns:a16="http://schemas.microsoft.com/office/drawing/2014/main" id="{97AADE80-5D60-43C5-9E59-B470345C6372}"/>
              </a:ext>
            </a:extLst>
          </p:cNvPr>
          <p:cNvSpPr>
            <a:spLocks xmlns:a="http://schemas.openxmlformats.org/drawingml/2006/main" noGrp="1"/>
          </p:cNvSpPr>
          <p:nvPr/>
        </p:nvSpPr>
        <p:spPr>
          <a:xfrm xmlns:a="http://schemas.openxmlformats.org/drawingml/2006/main">
            <a:off x="9915525" y="2933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6" name="">
            <a:extLst xmlns:a="http://schemas.openxmlformats.org/drawingml/2006/main">
              <a:ext uri="{FF2B5EF4-FFF2-40B4-BE49-F238E27FC236}">
                <a16:creationId xmlns:a16="http://schemas.microsoft.com/office/drawing/2014/main" id="{E282455A-1958-48D9-B31D-BD04E30D867A}"/>
              </a:ext>
            </a:extLst>
          </p:cNvPr>
          <p:cNvSpPr>
            <a:spLocks xmlns:a="http://schemas.openxmlformats.org/drawingml/2006/main" noGrp="1"/>
          </p:cNvSpPr>
          <p:nvPr/>
        </p:nvSpPr>
        <p:spPr>
          <a:xfrm xmlns:a="http://schemas.openxmlformats.org/drawingml/2006/main">
            <a:off x="9915525" y="3067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7" name="">
            <a:extLst xmlns:a="http://schemas.openxmlformats.org/drawingml/2006/main">
              <a:ext uri="{FF2B5EF4-FFF2-40B4-BE49-F238E27FC236}">
                <a16:creationId xmlns:a16="http://schemas.microsoft.com/office/drawing/2014/main" id="{5EED3328-D6D0-4A94-8B07-57FCB5233659}"/>
              </a:ext>
            </a:extLst>
          </p:cNvPr>
          <p:cNvSpPr>
            <a:spLocks xmlns:a="http://schemas.openxmlformats.org/drawingml/2006/main" noGrp="1"/>
          </p:cNvSpPr>
          <p:nvPr/>
        </p:nvSpPr>
        <p:spPr>
          <a:xfrm xmlns:a="http://schemas.openxmlformats.org/drawingml/2006/main">
            <a:off x="9915525" y="32004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8" name="">
            <a:extLst xmlns:a="http://schemas.openxmlformats.org/drawingml/2006/main">
              <a:ext uri="{FF2B5EF4-FFF2-40B4-BE49-F238E27FC236}">
                <a16:creationId xmlns:a16="http://schemas.microsoft.com/office/drawing/2014/main" id="{0E7248CA-F87D-49DE-99B6-49AA7CF84E19}"/>
              </a:ext>
            </a:extLst>
          </p:cNvPr>
          <p:cNvSpPr>
            <a:spLocks xmlns:a="http://schemas.openxmlformats.org/drawingml/2006/main" noGrp="1"/>
          </p:cNvSpPr>
          <p:nvPr/>
        </p:nvSpPr>
        <p:spPr>
          <a:xfrm xmlns:a="http://schemas.openxmlformats.org/drawingml/2006/main">
            <a:off x="9915525" y="33337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49" name="">
            <a:extLst xmlns:a="http://schemas.openxmlformats.org/drawingml/2006/main">
              <a:ext uri="{FF2B5EF4-FFF2-40B4-BE49-F238E27FC236}">
                <a16:creationId xmlns:a16="http://schemas.microsoft.com/office/drawing/2014/main" id="{27CA5663-06CF-4FCF-89C7-B511025EE75F}"/>
              </a:ext>
            </a:extLst>
          </p:cNvPr>
          <p:cNvSpPr>
            <a:spLocks xmlns:a="http://schemas.openxmlformats.org/drawingml/2006/main" noGrp="1"/>
          </p:cNvSpPr>
          <p:nvPr/>
        </p:nvSpPr>
        <p:spPr>
          <a:xfrm xmlns:a="http://schemas.openxmlformats.org/drawingml/2006/main">
            <a:off x="9915525" y="34671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0" name="">
            <a:extLst xmlns:a="http://schemas.openxmlformats.org/drawingml/2006/main">
              <a:ext uri="{FF2B5EF4-FFF2-40B4-BE49-F238E27FC236}">
                <a16:creationId xmlns:a16="http://schemas.microsoft.com/office/drawing/2014/main" id="{3EF4E617-8556-4FF9-B882-D91B82A1A730}"/>
              </a:ext>
            </a:extLst>
          </p:cNvPr>
          <p:cNvSpPr>
            <a:spLocks xmlns:a="http://schemas.openxmlformats.org/drawingml/2006/main" noGrp="1"/>
          </p:cNvSpPr>
          <p:nvPr/>
        </p:nvSpPr>
        <p:spPr>
          <a:xfrm xmlns:a="http://schemas.openxmlformats.org/drawingml/2006/main">
            <a:off x="9915525" y="36004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1" name="">
            <a:extLst xmlns:a="http://schemas.openxmlformats.org/drawingml/2006/main">
              <a:ext uri="{FF2B5EF4-FFF2-40B4-BE49-F238E27FC236}">
                <a16:creationId xmlns:a16="http://schemas.microsoft.com/office/drawing/2014/main" id="{0EE16590-A8DE-4F22-B1B4-1874F2D03C13}"/>
              </a:ext>
            </a:extLst>
          </p:cNvPr>
          <p:cNvSpPr>
            <a:spLocks xmlns:a="http://schemas.openxmlformats.org/drawingml/2006/main" noGrp="1"/>
          </p:cNvSpPr>
          <p:nvPr/>
        </p:nvSpPr>
        <p:spPr>
          <a:xfrm xmlns:a="http://schemas.openxmlformats.org/drawingml/2006/main">
            <a:off x="9915525" y="37338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2" name="">
            <a:extLst xmlns:a="http://schemas.openxmlformats.org/drawingml/2006/main">
              <a:ext uri="{FF2B5EF4-FFF2-40B4-BE49-F238E27FC236}">
                <a16:creationId xmlns:a16="http://schemas.microsoft.com/office/drawing/2014/main" id="{C5E5182E-4074-43E4-A144-090438DF9296}"/>
              </a:ext>
            </a:extLst>
          </p:cNvPr>
          <p:cNvSpPr>
            <a:spLocks xmlns:a="http://schemas.openxmlformats.org/drawingml/2006/main" noGrp="1"/>
          </p:cNvSpPr>
          <p:nvPr/>
        </p:nvSpPr>
        <p:spPr>
          <a:xfrm xmlns:a="http://schemas.openxmlformats.org/drawingml/2006/main">
            <a:off x="9915525" y="38671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3" name="">
            <a:extLst xmlns:a="http://schemas.openxmlformats.org/drawingml/2006/main">
              <a:ext uri="{FF2B5EF4-FFF2-40B4-BE49-F238E27FC236}">
                <a16:creationId xmlns:a16="http://schemas.microsoft.com/office/drawing/2014/main" id="{5CC04D74-2E4D-411B-BE75-CA2954D50335}"/>
              </a:ext>
            </a:extLst>
          </p:cNvPr>
          <p:cNvSpPr>
            <a:spLocks xmlns:a="http://schemas.openxmlformats.org/drawingml/2006/main" noGrp="1"/>
          </p:cNvSpPr>
          <p:nvPr/>
        </p:nvSpPr>
        <p:spPr>
          <a:xfrm xmlns:a="http://schemas.openxmlformats.org/drawingml/2006/main">
            <a:off x="9915525" y="40005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4" name="">
            <a:extLst xmlns:a="http://schemas.openxmlformats.org/drawingml/2006/main">
              <a:ext uri="{FF2B5EF4-FFF2-40B4-BE49-F238E27FC236}">
                <a16:creationId xmlns:a16="http://schemas.microsoft.com/office/drawing/2014/main" id="{3F609C11-F6DC-46C9-93EF-1438D626D38A}"/>
              </a:ext>
            </a:extLst>
          </p:cNvPr>
          <p:cNvSpPr>
            <a:spLocks xmlns:a="http://schemas.openxmlformats.org/drawingml/2006/main" noGrp="1"/>
          </p:cNvSpPr>
          <p:nvPr/>
        </p:nvSpPr>
        <p:spPr>
          <a:xfrm xmlns:a="http://schemas.openxmlformats.org/drawingml/2006/main">
            <a:off x="9915525" y="41338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5" name="">
            <a:extLst xmlns:a="http://schemas.openxmlformats.org/drawingml/2006/main">
              <a:ext uri="{FF2B5EF4-FFF2-40B4-BE49-F238E27FC236}">
                <a16:creationId xmlns:a16="http://schemas.microsoft.com/office/drawing/2014/main" id="{3FD4E062-1897-4033-8414-148169EFE789}"/>
              </a:ext>
            </a:extLst>
          </p:cNvPr>
          <p:cNvSpPr>
            <a:spLocks xmlns:a="http://schemas.openxmlformats.org/drawingml/2006/main" noGrp="1"/>
          </p:cNvSpPr>
          <p:nvPr/>
        </p:nvSpPr>
        <p:spPr>
          <a:xfrm xmlns:a="http://schemas.openxmlformats.org/drawingml/2006/main">
            <a:off x="9915525" y="42672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6" name="">
            <a:extLst xmlns:a="http://schemas.openxmlformats.org/drawingml/2006/main">
              <a:ext uri="{FF2B5EF4-FFF2-40B4-BE49-F238E27FC236}">
                <a16:creationId xmlns:a16="http://schemas.microsoft.com/office/drawing/2014/main" id="{C0C0BD78-362E-4A09-B995-D72C6E1BFD15}"/>
              </a:ext>
            </a:extLst>
          </p:cNvPr>
          <p:cNvSpPr>
            <a:spLocks xmlns:a="http://schemas.openxmlformats.org/drawingml/2006/main" noGrp="1"/>
          </p:cNvSpPr>
          <p:nvPr/>
        </p:nvSpPr>
        <p:spPr>
          <a:xfrm xmlns:a="http://schemas.openxmlformats.org/drawingml/2006/main">
            <a:off x="9915525" y="44005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7" name="">
            <a:extLst xmlns:a="http://schemas.openxmlformats.org/drawingml/2006/main">
              <a:ext uri="{FF2B5EF4-FFF2-40B4-BE49-F238E27FC236}">
                <a16:creationId xmlns:a16="http://schemas.microsoft.com/office/drawing/2014/main" id="{910D1293-61F8-4841-A23D-51D1E24F99C4}"/>
              </a:ext>
            </a:extLst>
          </p:cNvPr>
          <p:cNvSpPr>
            <a:spLocks xmlns:a="http://schemas.openxmlformats.org/drawingml/2006/main" noGrp="1"/>
          </p:cNvSpPr>
          <p:nvPr/>
        </p:nvSpPr>
        <p:spPr>
          <a:xfrm xmlns:a="http://schemas.openxmlformats.org/drawingml/2006/main">
            <a:off x="9915525" y="45339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8" name="">
            <a:extLst xmlns:a="http://schemas.openxmlformats.org/drawingml/2006/main">
              <a:ext uri="{FF2B5EF4-FFF2-40B4-BE49-F238E27FC236}">
                <a16:creationId xmlns:a16="http://schemas.microsoft.com/office/drawing/2014/main" id="{D760A33C-784B-4BF6-A434-9E377408BC20}"/>
              </a:ext>
            </a:extLst>
          </p:cNvPr>
          <p:cNvSpPr>
            <a:spLocks xmlns:a="http://schemas.openxmlformats.org/drawingml/2006/main" noGrp="1"/>
          </p:cNvSpPr>
          <p:nvPr/>
        </p:nvSpPr>
        <p:spPr>
          <a:xfrm xmlns:a="http://schemas.openxmlformats.org/drawingml/2006/main">
            <a:off x="9915525" y="46672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59" name="">
            <a:extLst xmlns:a="http://schemas.openxmlformats.org/drawingml/2006/main">
              <a:ext uri="{FF2B5EF4-FFF2-40B4-BE49-F238E27FC236}">
                <a16:creationId xmlns:a16="http://schemas.microsoft.com/office/drawing/2014/main" id="{BCA90C74-45AD-4B43-8626-CFCBFD516320}"/>
              </a:ext>
            </a:extLst>
          </p:cNvPr>
          <p:cNvSpPr>
            <a:spLocks xmlns:a="http://schemas.openxmlformats.org/drawingml/2006/main" noGrp="1"/>
          </p:cNvSpPr>
          <p:nvPr/>
        </p:nvSpPr>
        <p:spPr>
          <a:xfrm xmlns:a="http://schemas.openxmlformats.org/drawingml/2006/main">
            <a:off x="9915525" y="48006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0" name="">
            <a:extLst xmlns:a="http://schemas.openxmlformats.org/drawingml/2006/main">
              <a:ext uri="{FF2B5EF4-FFF2-40B4-BE49-F238E27FC236}">
                <a16:creationId xmlns:a16="http://schemas.microsoft.com/office/drawing/2014/main" id="{F6DAA5F5-0EC9-49AE-BDD0-156BE807DBA9}"/>
              </a:ext>
            </a:extLst>
          </p:cNvPr>
          <p:cNvSpPr>
            <a:spLocks xmlns:a="http://schemas.openxmlformats.org/drawingml/2006/main" noGrp="1"/>
          </p:cNvSpPr>
          <p:nvPr/>
        </p:nvSpPr>
        <p:spPr>
          <a:xfrm xmlns:a="http://schemas.openxmlformats.org/drawingml/2006/main">
            <a:off x="9915525" y="49339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1" name="">
            <a:extLst xmlns:a="http://schemas.openxmlformats.org/drawingml/2006/main">
              <a:ext uri="{FF2B5EF4-FFF2-40B4-BE49-F238E27FC236}">
                <a16:creationId xmlns:a16="http://schemas.microsoft.com/office/drawing/2014/main" id="{F25D1CBA-9ACE-45F6-9FAB-A8F4BFC2A807}"/>
              </a:ext>
            </a:extLst>
          </p:cNvPr>
          <p:cNvSpPr>
            <a:spLocks xmlns:a="http://schemas.openxmlformats.org/drawingml/2006/main" noGrp="1"/>
          </p:cNvSpPr>
          <p:nvPr/>
        </p:nvSpPr>
        <p:spPr>
          <a:xfrm xmlns:a="http://schemas.openxmlformats.org/drawingml/2006/main">
            <a:off x="9915525" y="50673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2" name="">
            <a:extLst xmlns:a="http://schemas.openxmlformats.org/drawingml/2006/main">
              <a:ext uri="{FF2B5EF4-FFF2-40B4-BE49-F238E27FC236}">
                <a16:creationId xmlns:a16="http://schemas.microsoft.com/office/drawing/2014/main" id="{0FC54AAD-A7F1-473D-AD73-6C074F351FF2}"/>
              </a:ext>
            </a:extLst>
          </p:cNvPr>
          <p:cNvSpPr>
            <a:spLocks xmlns:a="http://schemas.openxmlformats.org/drawingml/2006/main" noGrp="1"/>
          </p:cNvSpPr>
          <p:nvPr/>
        </p:nvSpPr>
        <p:spPr>
          <a:xfrm xmlns:a="http://schemas.openxmlformats.org/drawingml/2006/main">
            <a:off x="9915525" y="52006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3" name="">
            <a:extLst xmlns:a="http://schemas.openxmlformats.org/drawingml/2006/main">
              <a:ext uri="{FF2B5EF4-FFF2-40B4-BE49-F238E27FC236}">
                <a16:creationId xmlns:a16="http://schemas.microsoft.com/office/drawing/2014/main" id="{1D2D4ED5-A4A0-4BD7-BC7B-9634CC9DB0EF}"/>
              </a:ext>
            </a:extLst>
          </p:cNvPr>
          <p:cNvSpPr>
            <a:spLocks xmlns:a="http://schemas.openxmlformats.org/drawingml/2006/main" noGrp="1"/>
          </p:cNvSpPr>
          <p:nvPr/>
        </p:nvSpPr>
        <p:spPr>
          <a:xfrm xmlns:a="http://schemas.openxmlformats.org/drawingml/2006/main">
            <a:off x="9915525" y="53340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4" name="">
            <a:extLst xmlns:a="http://schemas.openxmlformats.org/drawingml/2006/main">
              <a:ext uri="{FF2B5EF4-FFF2-40B4-BE49-F238E27FC236}">
                <a16:creationId xmlns:a16="http://schemas.microsoft.com/office/drawing/2014/main" id="{0FBF9C60-A1BC-4BFB-BB06-120F650FF8C2}"/>
              </a:ext>
            </a:extLst>
          </p:cNvPr>
          <p:cNvSpPr>
            <a:spLocks xmlns:a="http://schemas.openxmlformats.org/drawingml/2006/main" noGrp="1"/>
          </p:cNvSpPr>
          <p:nvPr/>
        </p:nvSpPr>
        <p:spPr>
          <a:xfrm xmlns:a="http://schemas.openxmlformats.org/drawingml/2006/main">
            <a:off x="9915525" y="54673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5" name="">
            <a:extLst xmlns:a="http://schemas.openxmlformats.org/drawingml/2006/main">
              <a:ext uri="{FF2B5EF4-FFF2-40B4-BE49-F238E27FC236}">
                <a16:creationId xmlns:a16="http://schemas.microsoft.com/office/drawing/2014/main" id="{01BE51F0-D2FD-4C95-B9A5-DE8D84E761C2}"/>
              </a:ext>
            </a:extLst>
          </p:cNvPr>
          <p:cNvSpPr>
            <a:spLocks xmlns:a="http://schemas.openxmlformats.org/drawingml/2006/main" noGrp="1"/>
          </p:cNvSpPr>
          <p:nvPr/>
        </p:nvSpPr>
        <p:spPr>
          <a:xfrm xmlns:a="http://schemas.openxmlformats.org/drawingml/2006/main">
            <a:off x="9915525" y="560070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6" name="">
            <a:extLst xmlns:a="http://schemas.openxmlformats.org/drawingml/2006/main">
              <a:ext uri="{FF2B5EF4-FFF2-40B4-BE49-F238E27FC236}">
                <a16:creationId xmlns:a16="http://schemas.microsoft.com/office/drawing/2014/main" id="{A43C2996-58A7-43F9-85EF-95D37285F323}"/>
              </a:ext>
            </a:extLst>
          </p:cNvPr>
          <p:cNvSpPr>
            <a:spLocks xmlns:a="http://schemas.openxmlformats.org/drawingml/2006/main" noGrp="1"/>
          </p:cNvSpPr>
          <p:nvPr/>
        </p:nvSpPr>
        <p:spPr>
          <a:xfrm xmlns:a="http://schemas.openxmlformats.org/drawingml/2006/main">
            <a:off x="9915525" y="5734050"/>
            <a:ext cx="19050" cy="76200"/>
          </a:xfrm>
          <a:prstGeom xmlns:a="http://schemas.openxmlformats.org/drawingml/2006/main" prst="rect">
            <a:avLst/>
          </a:prstGeom>
          <a:solidFill xmlns:a="http://schemas.openxmlformats.org/drawingml/2006/main">
            <a:srgbClr val="D6DEE8"/>
          </a:solidFill>
          <a:ln xmlns:a="http://schemas.openxmlformats.org/drawingml/2006/main" w="0">
            <a:solidFill>
              <a:srgbClr val="D6DEE8"/>
            </a:solidFill>
          </a:ln>
        </p:spPr>
      </p:sp>
      <p:sp>
        <p:nvSpPr>
          <p:cNvPr id="167" name="">
            <a:extLst xmlns:a="http://schemas.openxmlformats.org/drawingml/2006/main">
              <a:ext uri="{FF2B5EF4-FFF2-40B4-BE49-F238E27FC236}">
                <a16:creationId xmlns:a16="http://schemas.microsoft.com/office/drawing/2014/main" id="{68C55029-9631-4C3C-B76E-09E23B3CB73D}"/>
              </a:ext>
            </a:extLst>
          </p:cNvPr>
          <p:cNvSpPr>
            <a:spLocks xmlns:a="http://schemas.openxmlformats.org/drawingml/2006/main" noGrp="1"/>
          </p:cNvSpPr>
          <p:nvPr/>
        </p:nvSpPr>
        <p:spPr>
          <a:xfrm xmlns:a="http://schemas.openxmlformats.org/drawingml/2006/main">
            <a:off x="590550" y="1990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168" name="">
            <a:extLst xmlns:a="http://schemas.openxmlformats.org/drawingml/2006/main">
              <a:ext uri="{FF2B5EF4-FFF2-40B4-BE49-F238E27FC236}">
                <a16:creationId xmlns:a16="http://schemas.microsoft.com/office/drawing/2014/main" id="{8F9773D5-9E93-4C78-A94A-9A1CF9347638}"/>
              </a:ext>
            </a:extLst>
          </p:cNvPr>
          <p:cNvSpPr>
            <a:spLocks xmlns:a="http://schemas.openxmlformats.org/drawingml/2006/main" noGrp="1"/>
          </p:cNvSpPr>
          <p:nvPr/>
        </p:nvSpPr>
        <p:spPr>
          <a:xfrm xmlns:a="http://schemas.openxmlformats.org/drawingml/2006/main">
            <a:off x="590550" y="2038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1</a:t>
            </a:r>
          </a:p>
        </p:txBody>
      </p:sp>
      <p:sp>
        <p:nvSpPr>
          <p:cNvPr id="169" name="">
            <a:extLst xmlns:a="http://schemas.openxmlformats.org/drawingml/2006/main">
              <a:ext uri="{FF2B5EF4-FFF2-40B4-BE49-F238E27FC236}">
                <a16:creationId xmlns:a16="http://schemas.microsoft.com/office/drawing/2014/main" id="{7F717A30-BCB0-4F2B-9FBA-D98346865AF8}"/>
              </a:ext>
            </a:extLst>
          </p:cNvPr>
          <p:cNvSpPr>
            <a:spLocks xmlns:a="http://schemas.openxmlformats.org/drawingml/2006/main" noGrp="1"/>
          </p:cNvSpPr>
          <p:nvPr/>
        </p:nvSpPr>
        <p:spPr>
          <a:xfrm xmlns:a="http://schemas.openxmlformats.org/drawingml/2006/main">
            <a:off x="3695700" y="2038350"/>
            <a:ext cx="2076450" cy="76200"/>
          </a:xfrm>
          <a:prstGeom xmlns:a="http://schemas.openxmlformats.org/drawingml/2006/main" prst="rightArrow">
            <a:avLst/>
          </a:prstGeom>
          <a:solidFill xmlns:a="http://schemas.openxmlformats.org/drawingml/2006/main">
            <a:srgbClr val="08BFD3"/>
          </a:solidFill>
          <a:ln xmlns:a="http://schemas.openxmlformats.org/drawingml/2006/main" w="0">
            <a:solidFill>
              <a:srgbClr val="08BFD3"/>
            </a:solidFill>
          </a:ln>
        </p:spPr>
      </p:sp>
      <p:sp>
        <p:nvSpPr>
          <p:cNvPr id="170" name="">
            <a:extLst xmlns:a="http://schemas.openxmlformats.org/drawingml/2006/main">
              <a:ext uri="{FF2B5EF4-FFF2-40B4-BE49-F238E27FC236}">
                <a16:creationId xmlns:a16="http://schemas.microsoft.com/office/drawing/2014/main" id="{BC9057BD-417F-45A5-9500-2CECB4DD0D17}"/>
              </a:ext>
            </a:extLst>
          </p:cNvPr>
          <p:cNvSpPr>
            <a:spLocks xmlns:a="http://schemas.openxmlformats.org/drawingml/2006/main" noGrp="1"/>
          </p:cNvSpPr>
          <p:nvPr/>
        </p:nvSpPr>
        <p:spPr>
          <a:xfrm xmlns:a="http://schemas.openxmlformats.org/drawingml/2006/main">
            <a:off x="3771900" y="18478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8120"/>
          </a:bodyPr>
          <a:lstStyle xmlns:a="http://schemas.openxmlformats.org/drawingml/2006/main"/>
          <a:p xmlns:a="http://schemas.openxmlformats.org/drawingml/2006/main">
            <a:pPr algn="ctr">
              <a:defRPr sz="720" b="1">
                <a:solidFill>
                  <a:srgbClr val="08BFD3"/>
                </a:solidFill>
                <a:latin typeface="Poppins"/>
                <a:ea typeface="Poppins"/>
                <a:cs typeface="Poppins"/>
              </a:defRPr>
            </a:pPr>
            <a:r>
              <a:rPr sz="720" b="1">
                <a:solidFill>
                  <a:srgbClr val="08BFD3"/>
                </a:solidFill>
                <a:latin typeface="Poppins"/>
                <a:ea typeface="Poppins"/>
                <a:cs typeface="Poppins"/>
              </a:rPr>
              <a:t>GET /customers/wash-tracking/active or /{id}</a:t>
            </a:r>
          </a:p>
        </p:txBody>
      </p:sp>
      <p:sp>
        <p:nvSpPr>
          <p:cNvPr id="171" name="">
            <a:extLst xmlns:a="http://schemas.openxmlformats.org/drawingml/2006/main">
              <a:ext uri="{FF2B5EF4-FFF2-40B4-BE49-F238E27FC236}">
                <a16:creationId xmlns:a16="http://schemas.microsoft.com/office/drawing/2014/main" id="{1CC9165A-F950-4C33-991E-3F13BA256D14}"/>
              </a:ext>
            </a:extLst>
          </p:cNvPr>
          <p:cNvSpPr>
            <a:spLocks xmlns:a="http://schemas.openxmlformats.org/drawingml/2006/main" noGrp="1"/>
          </p:cNvSpPr>
          <p:nvPr/>
        </p:nvSpPr>
        <p:spPr>
          <a:xfrm xmlns:a="http://schemas.openxmlformats.org/drawingml/2006/main">
            <a:off x="38290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2" name="">
            <a:extLst xmlns:a="http://schemas.openxmlformats.org/drawingml/2006/main">
              <a:ext uri="{FF2B5EF4-FFF2-40B4-BE49-F238E27FC236}">
                <a16:creationId xmlns:a16="http://schemas.microsoft.com/office/drawing/2014/main" id="{5EE0048A-177C-4873-B446-5E1CD3F1B667}"/>
              </a:ext>
            </a:extLst>
          </p:cNvPr>
          <p:cNvSpPr>
            <a:spLocks xmlns:a="http://schemas.openxmlformats.org/drawingml/2006/main" noGrp="1"/>
          </p:cNvSpPr>
          <p:nvPr/>
        </p:nvSpPr>
        <p:spPr>
          <a:xfrm xmlns:a="http://schemas.openxmlformats.org/drawingml/2006/main">
            <a:off x="39338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3" name="">
            <a:extLst xmlns:a="http://schemas.openxmlformats.org/drawingml/2006/main">
              <a:ext uri="{FF2B5EF4-FFF2-40B4-BE49-F238E27FC236}">
                <a16:creationId xmlns:a16="http://schemas.microsoft.com/office/drawing/2014/main" id="{782C0D7B-9998-4922-AEFB-C3AA7246D2AC}"/>
              </a:ext>
            </a:extLst>
          </p:cNvPr>
          <p:cNvSpPr>
            <a:spLocks xmlns:a="http://schemas.openxmlformats.org/drawingml/2006/main" noGrp="1"/>
          </p:cNvSpPr>
          <p:nvPr/>
        </p:nvSpPr>
        <p:spPr>
          <a:xfrm xmlns:a="http://schemas.openxmlformats.org/drawingml/2006/main">
            <a:off x="40386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4" name="">
            <a:extLst xmlns:a="http://schemas.openxmlformats.org/drawingml/2006/main">
              <a:ext uri="{FF2B5EF4-FFF2-40B4-BE49-F238E27FC236}">
                <a16:creationId xmlns:a16="http://schemas.microsoft.com/office/drawing/2014/main" id="{38B4FE44-EDB0-47DB-85EE-27CADD4E80D6}"/>
              </a:ext>
            </a:extLst>
          </p:cNvPr>
          <p:cNvSpPr>
            <a:spLocks xmlns:a="http://schemas.openxmlformats.org/drawingml/2006/main" noGrp="1"/>
          </p:cNvSpPr>
          <p:nvPr/>
        </p:nvSpPr>
        <p:spPr>
          <a:xfrm xmlns:a="http://schemas.openxmlformats.org/drawingml/2006/main">
            <a:off x="41433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5" name="">
            <a:extLst xmlns:a="http://schemas.openxmlformats.org/drawingml/2006/main">
              <a:ext uri="{FF2B5EF4-FFF2-40B4-BE49-F238E27FC236}">
                <a16:creationId xmlns:a16="http://schemas.microsoft.com/office/drawing/2014/main" id="{45ECA44A-0C78-4C40-A912-F184C5EF3C71}"/>
              </a:ext>
            </a:extLst>
          </p:cNvPr>
          <p:cNvSpPr>
            <a:spLocks xmlns:a="http://schemas.openxmlformats.org/drawingml/2006/main" noGrp="1"/>
          </p:cNvSpPr>
          <p:nvPr/>
        </p:nvSpPr>
        <p:spPr>
          <a:xfrm xmlns:a="http://schemas.openxmlformats.org/drawingml/2006/main">
            <a:off x="42481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6" name="">
            <a:extLst xmlns:a="http://schemas.openxmlformats.org/drawingml/2006/main">
              <a:ext uri="{FF2B5EF4-FFF2-40B4-BE49-F238E27FC236}">
                <a16:creationId xmlns:a16="http://schemas.microsoft.com/office/drawing/2014/main" id="{50FB1380-8E43-4FE3-81E1-FE1275E465E4}"/>
              </a:ext>
            </a:extLst>
          </p:cNvPr>
          <p:cNvSpPr>
            <a:spLocks xmlns:a="http://schemas.openxmlformats.org/drawingml/2006/main" noGrp="1"/>
          </p:cNvSpPr>
          <p:nvPr/>
        </p:nvSpPr>
        <p:spPr>
          <a:xfrm xmlns:a="http://schemas.openxmlformats.org/drawingml/2006/main">
            <a:off x="43529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7" name="">
            <a:extLst xmlns:a="http://schemas.openxmlformats.org/drawingml/2006/main">
              <a:ext uri="{FF2B5EF4-FFF2-40B4-BE49-F238E27FC236}">
                <a16:creationId xmlns:a16="http://schemas.microsoft.com/office/drawing/2014/main" id="{1B764F80-8476-45A5-AE4E-C9785D0EC625}"/>
              </a:ext>
            </a:extLst>
          </p:cNvPr>
          <p:cNvSpPr>
            <a:spLocks xmlns:a="http://schemas.openxmlformats.org/drawingml/2006/main" noGrp="1"/>
          </p:cNvSpPr>
          <p:nvPr/>
        </p:nvSpPr>
        <p:spPr>
          <a:xfrm xmlns:a="http://schemas.openxmlformats.org/drawingml/2006/main">
            <a:off x="44577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8" name="">
            <a:extLst xmlns:a="http://schemas.openxmlformats.org/drawingml/2006/main">
              <a:ext uri="{FF2B5EF4-FFF2-40B4-BE49-F238E27FC236}">
                <a16:creationId xmlns:a16="http://schemas.microsoft.com/office/drawing/2014/main" id="{7E3CB932-63CD-44A0-AA41-A84DCEC31E68}"/>
              </a:ext>
            </a:extLst>
          </p:cNvPr>
          <p:cNvSpPr>
            <a:spLocks xmlns:a="http://schemas.openxmlformats.org/drawingml/2006/main" noGrp="1"/>
          </p:cNvSpPr>
          <p:nvPr/>
        </p:nvSpPr>
        <p:spPr>
          <a:xfrm xmlns:a="http://schemas.openxmlformats.org/drawingml/2006/main">
            <a:off x="45624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79" name="">
            <a:extLst xmlns:a="http://schemas.openxmlformats.org/drawingml/2006/main">
              <a:ext uri="{FF2B5EF4-FFF2-40B4-BE49-F238E27FC236}">
                <a16:creationId xmlns:a16="http://schemas.microsoft.com/office/drawing/2014/main" id="{6BAEFC30-969B-4F69-B3CB-A07936FDB52D}"/>
              </a:ext>
            </a:extLst>
          </p:cNvPr>
          <p:cNvSpPr>
            <a:spLocks xmlns:a="http://schemas.openxmlformats.org/drawingml/2006/main" noGrp="1"/>
          </p:cNvSpPr>
          <p:nvPr/>
        </p:nvSpPr>
        <p:spPr>
          <a:xfrm xmlns:a="http://schemas.openxmlformats.org/drawingml/2006/main">
            <a:off x="46672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0" name="">
            <a:extLst xmlns:a="http://schemas.openxmlformats.org/drawingml/2006/main">
              <a:ext uri="{FF2B5EF4-FFF2-40B4-BE49-F238E27FC236}">
                <a16:creationId xmlns:a16="http://schemas.microsoft.com/office/drawing/2014/main" id="{71A8CC23-897D-4CB4-B105-1AA8568FEFD9}"/>
              </a:ext>
            </a:extLst>
          </p:cNvPr>
          <p:cNvSpPr>
            <a:spLocks xmlns:a="http://schemas.openxmlformats.org/drawingml/2006/main" noGrp="1"/>
          </p:cNvSpPr>
          <p:nvPr/>
        </p:nvSpPr>
        <p:spPr>
          <a:xfrm xmlns:a="http://schemas.openxmlformats.org/drawingml/2006/main">
            <a:off x="47720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1" name="">
            <a:extLst xmlns:a="http://schemas.openxmlformats.org/drawingml/2006/main">
              <a:ext uri="{FF2B5EF4-FFF2-40B4-BE49-F238E27FC236}">
                <a16:creationId xmlns:a16="http://schemas.microsoft.com/office/drawing/2014/main" id="{F471D498-9BC7-43D5-B8D5-2922D56C374C}"/>
              </a:ext>
            </a:extLst>
          </p:cNvPr>
          <p:cNvSpPr>
            <a:spLocks xmlns:a="http://schemas.openxmlformats.org/drawingml/2006/main" noGrp="1"/>
          </p:cNvSpPr>
          <p:nvPr/>
        </p:nvSpPr>
        <p:spPr>
          <a:xfrm xmlns:a="http://schemas.openxmlformats.org/drawingml/2006/main">
            <a:off x="48768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2" name="">
            <a:extLst xmlns:a="http://schemas.openxmlformats.org/drawingml/2006/main">
              <a:ext uri="{FF2B5EF4-FFF2-40B4-BE49-F238E27FC236}">
                <a16:creationId xmlns:a16="http://schemas.microsoft.com/office/drawing/2014/main" id="{3952FE3A-08EE-41AD-A2D4-B2335CD2AA82}"/>
              </a:ext>
            </a:extLst>
          </p:cNvPr>
          <p:cNvSpPr>
            <a:spLocks xmlns:a="http://schemas.openxmlformats.org/drawingml/2006/main" noGrp="1"/>
          </p:cNvSpPr>
          <p:nvPr/>
        </p:nvSpPr>
        <p:spPr>
          <a:xfrm xmlns:a="http://schemas.openxmlformats.org/drawingml/2006/main">
            <a:off x="49815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3" name="">
            <a:extLst xmlns:a="http://schemas.openxmlformats.org/drawingml/2006/main">
              <a:ext uri="{FF2B5EF4-FFF2-40B4-BE49-F238E27FC236}">
                <a16:creationId xmlns:a16="http://schemas.microsoft.com/office/drawing/2014/main" id="{243ACE62-5A8D-4763-88D6-C7A57629473A}"/>
              </a:ext>
            </a:extLst>
          </p:cNvPr>
          <p:cNvSpPr>
            <a:spLocks xmlns:a="http://schemas.openxmlformats.org/drawingml/2006/main" noGrp="1"/>
          </p:cNvSpPr>
          <p:nvPr/>
        </p:nvSpPr>
        <p:spPr>
          <a:xfrm xmlns:a="http://schemas.openxmlformats.org/drawingml/2006/main">
            <a:off x="50863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4" name="">
            <a:extLst xmlns:a="http://schemas.openxmlformats.org/drawingml/2006/main">
              <a:ext uri="{FF2B5EF4-FFF2-40B4-BE49-F238E27FC236}">
                <a16:creationId xmlns:a16="http://schemas.microsoft.com/office/drawing/2014/main" id="{647D457D-9CC4-4CDD-AFE4-738DBFEB98D3}"/>
              </a:ext>
            </a:extLst>
          </p:cNvPr>
          <p:cNvSpPr>
            <a:spLocks xmlns:a="http://schemas.openxmlformats.org/drawingml/2006/main" noGrp="1"/>
          </p:cNvSpPr>
          <p:nvPr/>
        </p:nvSpPr>
        <p:spPr>
          <a:xfrm xmlns:a="http://schemas.openxmlformats.org/drawingml/2006/main">
            <a:off x="51911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5" name="">
            <a:extLst xmlns:a="http://schemas.openxmlformats.org/drawingml/2006/main">
              <a:ext uri="{FF2B5EF4-FFF2-40B4-BE49-F238E27FC236}">
                <a16:creationId xmlns:a16="http://schemas.microsoft.com/office/drawing/2014/main" id="{890F2E6D-3CC5-439F-A055-F1E9298EC92E}"/>
              </a:ext>
            </a:extLst>
          </p:cNvPr>
          <p:cNvSpPr>
            <a:spLocks xmlns:a="http://schemas.openxmlformats.org/drawingml/2006/main" noGrp="1"/>
          </p:cNvSpPr>
          <p:nvPr/>
        </p:nvSpPr>
        <p:spPr>
          <a:xfrm xmlns:a="http://schemas.openxmlformats.org/drawingml/2006/main">
            <a:off x="52959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6" name="">
            <a:extLst xmlns:a="http://schemas.openxmlformats.org/drawingml/2006/main">
              <a:ext uri="{FF2B5EF4-FFF2-40B4-BE49-F238E27FC236}">
                <a16:creationId xmlns:a16="http://schemas.microsoft.com/office/drawing/2014/main" id="{657DEBE4-9A3C-458C-8AD3-B0A7453485A6}"/>
              </a:ext>
            </a:extLst>
          </p:cNvPr>
          <p:cNvSpPr>
            <a:spLocks xmlns:a="http://schemas.openxmlformats.org/drawingml/2006/main" noGrp="1"/>
          </p:cNvSpPr>
          <p:nvPr/>
        </p:nvSpPr>
        <p:spPr>
          <a:xfrm xmlns:a="http://schemas.openxmlformats.org/drawingml/2006/main">
            <a:off x="540067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7" name="">
            <a:extLst xmlns:a="http://schemas.openxmlformats.org/drawingml/2006/main">
              <a:ext uri="{FF2B5EF4-FFF2-40B4-BE49-F238E27FC236}">
                <a16:creationId xmlns:a16="http://schemas.microsoft.com/office/drawing/2014/main" id="{17BB1F48-7F14-4E23-8326-E71DC09BDE9C}"/>
              </a:ext>
            </a:extLst>
          </p:cNvPr>
          <p:cNvSpPr>
            <a:spLocks xmlns:a="http://schemas.openxmlformats.org/drawingml/2006/main" noGrp="1"/>
          </p:cNvSpPr>
          <p:nvPr/>
        </p:nvSpPr>
        <p:spPr>
          <a:xfrm xmlns:a="http://schemas.openxmlformats.org/drawingml/2006/main">
            <a:off x="550545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8" name="">
            <a:extLst xmlns:a="http://schemas.openxmlformats.org/drawingml/2006/main">
              <a:ext uri="{FF2B5EF4-FFF2-40B4-BE49-F238E27FC236}">
                <a16:creationId xmlns:a16="http://schemas.microsoft.com/office/drawing/2014/main" id="{B008F007-6C46-48F6-AE4F-A9BF5A23682A}"/>
              </a:ext>
            </a:extLst>
          </p:cNvPr>
          <p:cNvSpPr>
            <a:spLocks xmlns:a="http://schemas.openxmlformats.org/drawingml/2006/main" noGrp="1"/>
          </p:cNvSpPr>
          <p:nvPr/>
        </p:nvSpPr>
        <p:spPr>
          <a:xfrm xmlns:a="http://schemas.openxmlformats.org/drawingml/2006/main">
            <a:off x="5610225"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89" name="">
            <a:extLst xmlns:a="http://schemas.openxmlformats.org/drawingml/2006/main">
              <a:ext uri="{FF2B5EF4-FFF2-40B4-BE49-F238E27FC236}">
                <a16:creationId xmlns:a16="http://schemas.microsoft.com/office/drawing/2014/main" id="{C107C37E-BE6F-4D99-B0E5-D96AFA9454EF}"/>
              </a:ext>
            </a:extLst>
          </p:cNvPr>
          <p:cNvSpPr>
            <a:spLocks xmlns:a="http://schemas.openxmlformats.org/drawingml/2006/main" noGrp="1"/>
          </p:cNvSpPr>
          <p:nvPr/>
        </p:nvSpPr>
        <p:spPr>
          <a:xfrm xmlns:a="http://schemas.openxmlformats.org/drawingml/2006/main">
            <a:off x="5715000" y="2209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0" name="">
            <a:extLst xmlns:a="http://schemas.openxmlformats.org/drawingml/2006/main">
              <a:ext uri="{FF2B5EF4-FFF2-40B4-BE49-F238E27FC236}">
                <a16:creationId xmlns:a16="http://schemas.microsoft.com/office/drawing/2014/main" id="{BED29F1C-8910-4A97-821B-652F86B0BE38}"/>
              </a:ext>
            </a:extLst>
          </p:cNvPr>
          <p:cNvSpPr>
            <a:spLocks xmlns:a="http://schemas.openxmlformats.org/drawingml/2006/main" noGrp="1"/>
          </p:cNvSpPr>
          <p:nvPr/>
        </p:nvSpPr>
        <p:spPr>
          <a:xfrm xmlns:a="http://schemas.openxmlformats.org/drawingml/2006/main">
            <a:off x="3695700" y="21621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191" name="">
            <a:extLst xmlns:a="http://schemas.openxmlformats.org/drawingml/2006/main">
              <a:ext uri="{FF2B5EF4-FFF2-40B4-BE49-F238E27FC236}">
                <a16:creationId xmlns:a16="http://schemas.microsoft.com/office/drawing/2014/main" id="{9FB26D00-0C85-4E25-8DAF-114EDF8A7925}"/>
              </a:ext>
            </a:extLst>
          </p:cNvPr>
          <p:cNvSpPr>
            <a:spLocks xmlns:a="http://schemas.openxmlformats.org/drawingml/2006/main" noGrp="1"/>
          </p:cNvSpPr>
          <p:nvPr/>
        </p:nvSpPr>
        <p:spPr>
          <a:xfrm xmlns:a="http://schemas.openxmlformats.org/drawingml/2006/main">
            <a:off x="3771900" y="22479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98715"/>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Active status, staff, progress and timestamps</a:t>
            </a:r>
          </a:p>
        </p:txBody>
      </p:sp>
      <p:sp>
        <p:nvSpPr>
          <p:cNvPr id="192" name="">
            <a:extLst xmlns:a="http://schemas.openxmlformats.org/drawingml/2006/main">
              <a:ext uri="{FF2B5EF4-FFF2-40B4-BE49-F238E27FC236}">
                <a16:creationId xmlns:a16="http://schemas.microsoft.com/office/drawing/2014/main" id="{981107D6-542B-420C-AB2F-E1B98B74437E}"/>
              </a:ext>
            </a:extLst>
          </p:cNvPr>
          <p:cNvSpPr>
            <a:spLocks xmlns:a="http://schemas.openxmlformats.org/drawingml/2006/main" noGrp="1"/>
          </p:cNvSpPr>
          <p:nvPr/>
        </p:nvSpPr>
        <p:spPr>
          <a:xfrm xmlns:a="http://schemas.openxmlformats.org/drawingml/2006/main">
            <a:off x="590550" y="25622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193" name="">
            <a:extLst xmlns:a="http://schemas.openxmlformats.org/drawingml/2006/main">
              <a:ext uri="{FF2B5EF4-FFF2-40B4-BE49-F238E27FC236}">
                <a16:creationId xmlns:a16="http://schemas.microsoft.com/office/drawing/2014/main" id="{E341B6E2-2CF8-4B65-942D-01F12A6E2083}"/>
              </a:ext>
            </a:extLst>
          </p:cNvPr>
          <p:cNvSpPr>
            <a:spLocks xmlns:a="http://schemas.openxmlformats.org/drawingml/2006/main" noGrp="1"/>
          </p:cNvSpPr>
          <p:nvPr/>
        </p:nvSpPr>
        <p:spPr>
          <a:xfrm xmlns:a="http://schemas.openxmlformats.org/drawingml/2006/main">
            <a:off x="590550" y="26098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2</a:t>
            </a:r>
          </a:p>
        </p:txBody>
      </p:sp>
      <p:sp>
        <p:nvSpPr>
          <p:cNvPr id="194" name="">
            <a:extLst xmlns:a="http://schemas.openxmlformats.org/drawingml/2006/main">
              <a:ext uri="{FF2B5EF4-FFF2-40B4-BE49-F238E27FC236}">
                <a16:creationId xmlns:a16="http://schemas.microsoft.com/office/drawing/2014/main" id="{714539B2-725D-4A67-88FA-F4803A85BAC1}"/>
              </a:ext>
            </a:extLst>
          </p:cNvPr>
          <p:cNvSpPr>
            <a:spLocks xmlns:a="http://schemas.openxmlformats.org/drawingml/2006/main" noGrp="1"/>
          </p:cNvSpPr>
          <p:nvPr/>
        </p:nvSpPr>
        <p:spPr>
          <a:xfrm xmlns:a="http://schemas.openxmlformats.org/drawingml/2006/main">
            <a:off x="5772150" y="2609850"/>
            <a:ext cx="2076450" cy="76200"/>
          </a:xfrm>
          <a:prstGeom xmlns:a="http://schemas.openxmlformats.org/drawingml/2006/main" prst="rightArrow">
            <a:avLst/>
          </a:prstGeom>
          <a:solidFill xmlns:a="http://schemas.openxmlformats.org/drawingml/2006/main">
            <a:srgbClr val="16A34A"/>
          </a:solidFill>
          <a:ln xmlns:a="http://schemas.openxmlformats.org/drawingml/2006/main" w="0">
            <a:solidFill>
              <a:srgbClr val="16A34A"/>
            </a:solidFill>
          </a:ln>
        </p:spPr>
      </p:sp>
      <p:sp>
        <p:nvSpPr>
          <p:cNvPr id="195" name="">
            <a:extLst xmlns:a="http://schemas.openxmlformats.org/drawingml/2006/main">
              <a:ext uri="{FF2B5EF4-FFF2-40B4-BE49-F238E27FC236}">
                <a16:creationId xmlns:a16="http://schemas.microsoft.com/office/drawing/2014/main" id="{C580A69A-0E9A-4E34-905C-6BA9E3441350}"/>
              </a:ext>
            </a:extLst>
          </p:cNvPr>
          <p:cNvSpPr>
            <a:spLocks xmlns:a="http://schemas.openxmlformats.org/drawingml/2006/main" noGrp="1"/>
          </p:cNvSpPr>
          <p:nvPr/>
        </p:nvSpPr>
        <p:spPr>
          <a:xfrm xmlns:a="http://schemas.openxmlformats.org/drawingml/2006/main">
            <a:off x="5848350" y="24193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6286"/>
          </a:bodyPr>
          <a:lstStyle xmlns:a="http://schemas.openxmlformats.org/drawingml/2006/main"/>
          <a:p xmlns:a="http://schemas.openxmlformats.org/drawingml/2006/main">
            <a:pPr algn="ctr">
              <a:defRPr sz="720" b="1">
                <a:solidFill>
                  <a:srgbClr val="16A34A"/>
                </a:solidFill>
                <a:latin typeface="Poppins"/>
                <a:ea typeface="Poppins"/>
                <a:cs typeface="Poppins"/>
              </a:defRPr>
            </a:pPr>
            <a:r>
              <a:rPr sz="720" b="1">
                <a:solidFill>
                  <a:srgbClr val="16A34A"/>
                </a:solidFill>
                <a:latin typeface="Poppins"/>
                <a:ea typeface="Poppins"/>
                <a:cs typeface="Poppins"/>
              </a:rPr>
              <a:t>On complete: mark paid + postEarnTransaction</a:t>
            </a:r>
          </a:p>
        </p:txBody>
      </p:sp>
      <p:sp>
        <p:nvSpPr>
          <p:cNvPr id="196" name="">
            <a:extLst xmlns:a="http://schemas.openxmlformats.org/drawingml/2006/main">
              <a:ext uri="{FF2B5EF4-FFF2-40B4-BE49-F238E27FC236}">
                <a16:creationId xmlns:a16="http://schemas.microsoft.com/office/drawing/2014/main" id="{DD566D8E-D835-4E2B-8E51-9C11FF1AE22C}"/>
              </a:ext>
            </a:extLst>
          </p:cNvPr>
          <p:cNvSpPr>
            <a:spLocks xmlns:a="http://schemas.openxmlformats.org/drawingml/2006/main" noGrp="1"/>
          </p:cNvSpPr>
          <p:nvPr/>
        </p:nvSpPr>
        <p:spPr>
          <a:xfrm xmlns:a="http://schemas.openxmlformats.org/drawingml/2006/main">
            <a:off x="59055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7" name="">
            <a:extLst xmlns:a="http://schemas.openxmlformats.org/drawingml/2006/main">
              <a:ext uri="{FF2B5EF4-FFF2-40B4-BE49-F238E27FC236}">
                <a16:creationId xmlns:a16="http://schemas.microsoft.com/office/drawing/2014/main" id="{1F8A0F4F-2D8A-448E-BDD5-E463882042E3}"/>
              </a:ext>
            </a:extLst>
          </p:cNvPr>
          <p:cNvSpPr>
            <a:spLocks xmlns:a="http://schemas.openxmlformats.org/drawingml/2006/main" noGrp="1"/>
          </p:cNvSpPr>
          <p:nvPr/>
        </p:nvSpPr>
        <p:spPr>
          <a:xfrm xmlns:a="http://schemas.openxmlformats.org/drawingml/2006/main">
            <a:off x="60102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8" name="">
            <a:extLst xmlns:a="http://schemas.openxmlformats.org/drawingml/2006/main">
              <a:ext uri="{FF2B5EF4-FFF2-40B4-BE49-F238E27FC236}">
                <a16:creationId xmlns:a16="http://schemas.microsoft.com/office/drawing/2014/main" id="{170E1521-2EC4-443E-A7AC-4854B8F91EEF}"/>
              </a:ext>
            </a:extLst>
          </p:cNvPr>
          <p:cNvSpPr>
            <a:spLocks xmlns:a="http://schemas.openxmlformats.org/drawingml/2006/main" noGrp="1"/>
          </p:cNvSpPr>
          <p:nvPr/>
        </p:nvSpPr>
        <p:spPr>
          <a:xfrm xmlns:a="http://schemas.openxmlformats.org/drawingml/2006/main">
            <a:off x="61150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199" name="">
            <a:extLst xmlns:a="http://schemas.openxmlformats.org/drawingml/2006/main">
              <a:ext uri="{FF2B5EF4-FFF2-40B4-BE49-F238E27FC236}">
                <a16:creationId xmlns:a16="http://schemas.microsoft.com/office/drawing/2014/main" id="{FEAFE5BC-5EC7-477F-998A-EB643D93B583}"/>
              </a:ext>
            </a:extLst>
          </p:cNvPr>
          <p:cNvSpPr>
            <a:spLocks xmlns:a="http://schemas.openxmlformats.org/drawingml/2006/main" noGrp="1"/>
          </p:cNvSpPr>
          <p:nvPr/>
        </p:nvSpPr>
        <p:spPr>
          <a:xfrm xmlns:a="http://schemas.openxmlformats.org/drawingml/2006/main">
            <a:off x="62198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0" name="">
            <a:extLst xmlns:a="http://schemas.openxmlformats.org/drawingml/2006/main">
              <a:ext uri="{FF2B5EF4-FFF2-40B4-BE49-F238E27FC236}">
                <a16:creationId xmlns:a16="http://schemas.microsoft.com/office/drawing/2014/main" id="{F9398654-101B-4709-9122-A95F2FF29664}"/>
              </a:ext>
            </a:extLst>
          </p:cNvPr>
          <p:cNvSpPr>
            <a:spLocks xmlns:a="http://schemas.openxmlformats.org/drawingml/2006/main" noGrp="1"/>
          </p:cNvSpPr>
          <p:nvPr/>
        </p:nvSpPr>
        <p:spPr>
          <a:xfrm xmlns:a="http://schemas.openxmlformats.org/drawingml/2006/main">
            <a:off x="63246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1" name="">
            <a:extLst xmlns:a="http://schemas.openxmlformats.org/drawingml/2006/main">
              <a:ext uri="{FF2B5EF4-FFF2-40B4-BE49-F238E27FC236}">
                <a16:creationId xmlns:a16="http://schemas.microsoft.com/office/drawing/2014/main" id="{DA4C3CD1-C2F5-4BA4-8827-272EA5F11A35}"/>
              </a:ext>
            </a:extLst>
          </p:cNvPr>
          <p:cNvSpPr>
            <a:spLocks xmlns:a="http://schemas.openxmlformats.org/drawingml/2006/main" noGrp="1"/>
          </p:cNvSpPr>
          <p:nvPr/>
        </p:nvSpPr>
        <p:spPr>
          <a:xfrm xmlns:a="http://schemas.openxmlformats.org/drawingml/2006/main">
            <a:off x="64293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2" name="">
            <a:extLst xmlns:a="http://schemas.openxmlformats.org/drawingml/2006/main">
              <a:ext uri="{FF2B5EF4-FFF2-40B4-BE49-F238E27FC236}">
                <a16:creationId xmlns:a16="http://schemas.microsoft.com/office/drawing/2014/main" id="{663D495A-A645-4BF4-8F30-AF25B6C9458A}"/>
              </a:ext>
            </a:extLst>
          </p:cNvPr>
          <p:cNvSpPr>
            <a:spLocks xmlns:a="http://schemas.openxmlformats.org/drawingml/2006/main" noGrp="1"/>
          </p:cNvSpPr>
          <p:nvPr/>
        </p:nvSpPr>
        <p:spPr>
          <a:xfrm xmlns:a="http://schemas.openxmlformats.org/drawingml/2006/main">
            <a:off x="65341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3" name="">
            <a:extLst xmlns:a="http://schemas.openxmlformats.org/drawingml/2006/main">
              <a:ext uri="{FF2B5EF4-FFF2-40B4-BE49-F238E27FC236}">
                <a16:creationId xmlns:a16="http://schemas.microsoft.com/office/drawing/2014/main" id="{DF4A08BD-C1D5-4476-9BBF-09AA61F67517}"/>
              </a:ext>
            </a:extLst>
          </p:cNvPr>
          <p:cNvSpPr>
            <a:spLocks xmlns:a="http://schemas.openxmlformats.org/drawingml/2006/main" noGrp="1"/>
          </p:cNvSpPr>
          <p:nvPr/>
        </p:nvSpPr>
        <p:spPr>
          <a:xfrm xmlns:a="http://schemas.openxmlformats.org/drawingml/2006/main">
            <a:off x="66389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4" name="">
            <a:extLst xmlns:a="http://schemas.openxmlformats.org/drawingml/2006/main">
              <a:ext uri="{FF2B5EF4-FFF2-40B4-BE49-F238E27FC236}">
                <a16:creationId xmlns:a16="http://schemas.microsoft.com/office/drawing/2014/main" id="{72D65C8C-452A-4DA4-8AFE-F29363A16CBB}"/>
              </a:ext>
            </a:extLst>
          </p:cNvPr>
          <p:cNvSpPr>
            <a:spLocks xmlns:a="http://schemas.openxmlformats.org/drawingml/2006/main" noGrp="1"/>
          </p:cNvSpPr>
          <p:nvPr/>
        </p:nvSpPr>
        <p:spPr>
          <a:xfrm xmlns:a="http://schemas.openxmlformats.org/drawingml/2006/main">
            <a:off x="67437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5" name="">
            <a:extLst xmlns:a="http://schemas.openxmlformats.org/drawingml/2006/main">
              <a:ext uri="{FF2B5EF4-FFF2-40B4-BE49-F238E27FC236}">
                <a16:creationId xmlns:a16="http://schemas.microsoft.com/office/drawing/2014/main" id="{96F110FD-6F44-4843-AE3C-48749AFAB7F2}"/>
              </a:ext>
            </a:extLst>
          </p:cNvPr>
          <p:cNvSpPr>
            <a:spLocks xmlns:a="http://schemas.openxmlformats.org/drawingml/2006/main" noGrp="1"/>
          </p:cNvSpPr>
          <p:nvPr/>
        </p:nvSpPr>
        <p:spPr>
          <a:xfrm xmlns:a="http://schemas.openxmlformats.org/drawingml/2006/main">
            <a:off x="68484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6" name="">
            <a:extLst xmlns:a="http://schemas.openxmlformats.org/drawingml/2006/main">
              <a:ext uri="{FF2B5EF4-FFF2-40B4-BE49-F238E27FC236}">
                <a16:creationId xmlns:a16="http://schemas.microsoft.com/office/drawing/2014/main" id="{5A1FEAD5-A7D7-41F3-A0F5-07C46D3B4EF4}"/>
              </a:ext>
            </a:extLst>
          </p:cNvPr>
          <p:cNvSpPr>
            <a:spLocks xmlns:a="http://schemas.openxmlformats.org/drawingml/2006/main" noGrp="1"/>
          </p:cNvSpPr>
          <p:nvPr/>
        </p:nvSpPr>
        <p:spPr>
          <a:xfrm xmlns:a="http://schemas.openxmlformats.org/drawingml/2006/main">
            <a:off x="69532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7" name="">
            <a:extLst xmlns:a="http://schemas.openxmlformats.org/drawingml/2006/main">
              <a:ext uri="{FF2B5EF4-FFF2-40B4-BE49-F238E27FC236}">
                <a16:creationId xmlns:a16="http://schemas.microsoft.com/office/drawing/2014/main" id="{C590DF74-3E11-4E24-AAD8-674BA281D8DB}"/>
              </a:ext>
            </a:extLst>
          </p:cNvPr>
          <p:cNvSpPr>
            <a:spLocks xmlns:a="http://schemas.openxmlformats.org/drawingml/2006/main" noGrp="1"/>
          </p:cNvSpPr>
          <p:nvPr/>
        </p:nvSpPr>
        <p:spPr>
          <a:xfrm xmlns:a="http://schemas.openxmlformats.org/drawingml/2006/main">
            <a:off x="70580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8" name="">
            <a:extLst xmlns:a="http://schemas.openxmlformats.org/drawingml/2006/main">
              <a:ext uri="{FF2B5EF4-FFF2-40B4-BE49-F238E27FC236}">
                <a16:creationId xmlns:a16="http://schemas.microsoft.com/office/drawing/2014/main" id="{0CD56D30-9181-41EC-AD02-52540567B2D0}"/>
              </a:ext>
            </a:extLst>
          </p:cNvPr>
          <p:cNvSpPr>
            <a:spLocks xmlns:a="http://schemas.openxmlformats.org/drawingml/2006/main" noGrp="1"/>
          </p:cNvSpPr>
          <p:nvPr/>
        </p:nvSpPr>
        <p:spPr>
          <a:xfrm xmlns:a="http://schemas.openxmlformats.org/drawingml/2006/main">
            <a:off x="71628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09" name="">
            <a:extLst xmlns:a="http://schemas.openxmlformats.org/drawingml/2006/main">
              <a:ext uri="{FF2B5EF4-FFF2-40B4-BE49-F238E27FC236}">
                <a16:creationId xmlns:a16="http://schemas.microsoft.com/office/drawing/2014/main" id="{1AF65D9B-8754-401F-91A8-18D6E6BA9497}"/>
              </a:ext>
            </a:extLst>
          </p:cNvPr>
          <p:cNvSpPr>
            <a:spLocks xmlns:a="http://schemas.openxmlformats.org/drawingml/2006/main" noGrp="1"/>
          </p:cNvSpPr>
          <p:nvPr/>
        </p:nvSpPr>
        <p:spPr>
          <a:xfrm xmlns:a="http://schemas.openxmlformats.org/drawingml/2006/main">
            <a:off x="72675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0" name="">
            <a:extLst xmlns:a="http://schemas.openxmlformats.org/drawingml/2006/main">
              <a:ext uri="{FF2B5EF4-FFF2-40B4-BE49-F238E27FC236}">
                <a16:creationId xmlns:a16="http://schemas.microsoft.com/office/drawing/2014/main" id="{CCFE0BFC-73CD-4440-9286-18D2EADA0C33}"/>
              </a:ext>
            </a:extLst>
          </p:cNvPr>
          <p:cNvSpPr>
            <a:spLocks xmlns:a="http://schemas.openxmlformats.org/drawingml/2006/main" noGrp="1"/>
          </p:cNvSpPr>
          <p:nvPr/>
        </p:nvSpPr>
        <p:spPr>
          <a:xfrm xmlns:a="http://schemas.openxmlformats.org/drawingml/2006/main">
            <a:off x="73723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1" name="">
            <a:extLst xmlns:a="http://schemas.openxmlformats.org/drawingml/2006/main">
              <a:ext uri="{FF2B5EF4-FFF2-40B4-BE49-F238E27FC236}">
                <a16:creationId xmlns:a16="http://schemas.microsoft.com/office/drawing/2014/main" id="{6EFFADB4-92D0-499F-AD22-850EEA054E4A}"/>
              </a:ext>
            </a:extLst>
          </p:cNvPr>
          <p:cNvSpPr>
            <a:spLocks xmlns:a="http://schemas.openxmlformats.org/drawingml/2006/main" noGrp="1"/>
          </p:cNvSpPr>
          <p:nvPr/>
        </p:nvSpPr>
        <p:spPr>
          <a:xfrm xmlns:a="http://schemas.openxmlformats.org/drawingml/2006/main">
            <a:off x="747712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2" name="">
            <a:extLst xmlns:a="http://schemas.openxmlformats.org/drawingml/2006/main">
              <a:ext uri="{FF2B5EF4-FFF2-40B4-BE49-F238E27FC236}">
                <a16:creationId xmlns:a16="http://schemas.microsoft.com/office/drawing/2014/main" id="{3E508141-A62A-4888-A84C-B9A8D22CABC3}"/>
              </a:ext>
            </a:extLst>
          </p:cNvPr>
          <p:cNvSpPr>
            <a:spLocks xmlns:a="http://schemas.openxmlformats.org/drawingml/2006/main" noGrp="1"/>
          </p:cNvSpPr>
          <p:nvPr/>
        </p:nvSpPr>
        <p:spPr>
          <a:xfrm xmlns:a="http://schemas.openxmlformats.org/drawingml/2006/main">
            <a:off x="758190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3" name="">
            <a:extLst xmlns:a="http://schemas.openxmlformats.org/drawingml/2006/main">
              <a:ext uri="{FF2B5EF4-FFF2-40B4-BE49-F238E27FC236}">
                <a16:creationId xmlns:a16="http://schemas.microsoft.com/office/drawing/2014/main" id="{EFFB89C8-4679-4AC3-BFD4-8AE92A5EE76E}"/>
              </a:ext>
            </a:extLst>
          </p:cNvPr>
          <p:cNvSpPr>
            <a:spLocks xmlns:a="http://schemas.openxmlformats.org/drawingml/2006/main" noGrp="1"/>
          </p:cNvSpPr>
          <p:nvPr/>
        </p:nvSpPr>
        <p:spPr>
          <a:xfrm xmlns:a="http://schemas.openxmlformats.org/drawingml/2006/main">
            <a:off x="7686675"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4" name="">
            <a:extLst xmlns:a="http://schemas.openxmlformats.org/drawingml/2006/main">
              <a:ext uri="{FF2B5EF4-FFF2-40B4-BE49-F238E27FC236}">
                <a16:creationId xmlns:a16="http://schemas.microsoft.com/office/drawing/2014/main" id="{33F1B6B4-33A0-434C-8C08-227F927D8C58}"/>
              </a:ext>
            </a:extLst>
          </p:cNvPr>
          <p:cNvSpPr>
            <a:spLocks xmlns:a="http://schemas.openxmlformats.org/drawingml/2006/main" noGrp="1"/>
          </p:cNvSpPr>
          <p:nvPr/>
        </p:nvSpPr>
        <p:spPr>
          <a:xfrm xmlns:a="http://schemas.openxmlformats.org/drawingml/2006/main">
            <a:off x="7791450" y="2781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15" name="">
            <a:extLst xmlns:a="http://schemas.openxmlformats.org/drawingml/2006/main">
              <a:ext uri="{FF2B5EF4-FFF2-40B4-BE49-F238E27FC236}">
                <a16:creationId xmlns:a16="http://schemas.microsoft.com/office/drawing/2014/main" id="{CCB30557-6602-4BF0-B5C8-D0A45740695E}"/>
              </a:ext>
            </a:extLst>
          </p:cNvPr>
          <p:cNvSpPr>
            <a:spLocks xmlns:a="http://schemas.openxmlformats.org/drawingml/2006/main" noGrp="1"/>
          </p:cNvSpPr>
          <p:nvPr/>
        </p:nvSpPr>
        <p:spPr>
          <a:xfrm xmlns:a="http://schemas.openxmlformats.org/drawingml/2006/main">
            <a:off x="5772150" y="27336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16" name="">
            <a:extLst xmlns:a="http://schemas.openxmlformats.org/drawingml/2006/main">
              <a:ext uri="{FF2B5EF4-FFF2-40B4-BE49-F238E27FC236}">
                <a16:creationId xmlns:a16="http://schemas.microsoft.com/office/drawing/2014/main" id="{7DF8558A-B000-4537-A2B3-FBF5DD665F4F}"/>
              </a:ext>
            </a:extLst>
          </p:cNvPr>
          <p:cNvSpPr>
            <a:spLocks xmlns:a="http://schemas.openxmlformats.org/drawingml/2006/main" noGrp="1"/>
          </p:cNvSpPr>
          <p:nvPr/>
        </p:nvSpPr>
        <p:spPr>
          <a:xfrm xmlns:a="http://schemas.openxmlformats.org/drawingml/2006/main">
            <a:off x="5848350" y="28194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93458"/>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Award points; recalculate tier; save notification</a:t>
            </a:r>
          </a:p>
        </p:txBody>
      </p:sp>
      <p:sp>
        <p:nvSpPr>
          <p:cNvPr id="217" name="">
            <a:extLst xmlns:a="http://schemas.openxmlformats.org/drawingml/2006/main">
              <a:ext uri="{FF2B5EF4-FFF2-40B4-BE49-F238E27FC236}">
                <a16:creationId xmlns:a16="http://schemas.microsoft.com/office/drawing/2014/main" id="{C594F198-0D4C-41DD-A5E5-3A155417064A}"/>
              </a:ext>
            </a:extLst>
          </p:cNvPr>
          <p:cNvSpPr>
            <a:spLocks xmlns:a="http://schemas.openxmlformats.org/drawingml/2006/main" noGrp="1"/>
          </p:cNvSpPr>
          <p:nvPr/>
        </p:nvSpPr>
        <p:spPr>
          <a:xfrm xmlns:a="http://schemas.openxmlformats.org/drawingml/2006/main">
            <a:off x="590550" y="3133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18" name="">
            <a:extLst xmlns:a="http://schemas.openxmlformats.org/drawingml/2006/main">
              <a:ext uri="{FF2B5EF4-FFF2-40B4-BE49-F238E27FC236}">
                <a16:creationId xmlns:a16="http://schemas.microsoft.com/office/drawing/2014/main" id="{0FDE9B06-B635-4968-81E4-EEA0652AC35B}"/>
              </a:ext>
            </a:extLst>
          </p:cNvPr>
          <p:cNvSpPr>
            <a:spLocks xmlns:a="http://schemas.openxmlformats.org/drawingml/2006/main" noGrp="1"/>
          </p:cNvSpPr>
          <p:nvPr/>
        </p:nvSpPr>
        <p:spPr>
          <a:xfrm xmlns:a="http://schemas.openxmlformats.org/drawingml/2006/main">
            <a:off x="590550" y="3181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3</a:t>
            </a:r>
          </a:p>
        </p:txBody>
      </p:sp>
      <p:sp>
        <p:nvSpPr>
          <p:cNvPr id="219" name="">
            <a:extLst xmlns:a="http://schemas.openxmlformats.org/drawingml/2006/main">
              <a:ext uri="{FF2B5EF4-FFF2-40B4-BE49-F238E27FC236}">
                <a16:creationId xmlns:a16="http://schemas.microsoft.com/office/drawing/2014/main" id="{2A0A37E8-1E82-42C7-BDB5-D5A59B6B8C7E}"/>
              </a:ext>
            </a:extLst>
          </p:cNvPr>
          <p:cNvSpPr>
            <a:spLocks xmlns:a="http://schemas.openxmlformats.org/drawingml/2006/main" noGrp="1"/>
          </p:cNvSpPr>
          <p:nvPr/>
        </p:nvSpPr>
        <p:spPr>
          <a:xfrm xmlns:a="http://schemas.openxmlformats.org/drawingml/2006/main">
            <a:off x="3695700" y="3181350"/>
            <a:ext cx="2076450" cy="76200"/>
          </a:xfrm>
          <a:prstGeom xmlns:a="http://schemas.openxmlformats.org/drawingml/2006/main" prst="rightArrow">
            <a:avLst/>
          </a:prstGeom>
          <a:solidFill xmlns:a="http://schemas.openxmlformats.org/drawingml/2006/main">
            <a:srgbClr val="08BFD3"/>
          </a:solidFill>
          <a:ln xmlns:a="http://schemas.openxmlformats.org/drawingml/2006/main" w="0">
            <a:solidFill>
              <a:srgbClr val="08BFD3"/>
            </a:solidFill>
          </a:ln>
        </p:spPr>
      </p:sp>
      <p:sp>
        <p:nvSpPr>
          <p:cNvPr id="220" name="">
            <a:extLst xmlns:a="http://schemas.openxmlformats.org/drawingml/2006/main">
              <a:ext uri="{FF2B5EF4-FFF2-40B4-BE49-F238E27FC236}">
                <a16:creationId xmlns:a16="http://schemas.microsoft.com/office/drawing/2014/main" id="{3043A85F-B661-4739-80DD-BE2F05ED017B}"/>
              </a:ext>
            </a:extLst>
          </p:cNvPr>
          <p:cNvSpPr>
            <a:spLocks xmlns:a="http://schemas.openxmlformats.org/drawingml/2006/main" noGrp="1"/>
          </p:cNvSpPr>
          <p:nvPr/>
        </p:nvSpPr>
        <p:spPr>
          <a:xfrm xmlns:a="http://schemas.openxmlformats.org/drawingml/2006/main">
            <a:off x="3771900" y="29908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5297"/>
          </a:bodyPr>
          <a:lstStyle xmlns:a="http://schemas.openxmlformats.org/drawingml/2006/main"/>
          <a:p xmlns:a="http://schemas.openxmlformats.org/drawingml/2006/main">
            <a:pPr algn="ctr">
              <a:defRPr sz="720" b="1">
                <a:solidFill>
                  <a:srgbClr val="08BFD3"/>
                </a:solidFill>
                <a:latin typeface="Poppins"/>
                <a:ea typeface="Poppins"/>
                <a:cs typeface="Poppins"/>
              </a:defRPr>
            </a:pPr>
            <a:r>
              <a:rPr sz="720" b="1">
                <a:solidFill>
                  <a:srgbClr val="08BFD3"/>
                </a:solidFill>
                <a:latin typeface="Poppins"/>
                <a:ea typeface="Poppins"/>
                <a:cs typeface="Poppins"/>
              </a:rPr>
              <a:t>GET /wash-tracking/{id}/completion-summary</a:t>
            </a:r>
          </a:p>
        </p:txBody>
      </p:sp>
      <p:sp>
        <p:nvSpPr>
          <p:cNvPr id="221" name="">
            <a:extLst xmlns:a="http://schemas.openxmlformats.org/drawingml/2006/main">
              <a:ext uri="{FF2B5EF4-FFF2-40B4-BE49-F238E27FC236}">
                <a16:creationId xmlns:a16="http://schemas.microsoft.com/office/drawing/2014/main" id="{38A2C483-D078-4984-910D-BCB7B94C6AC4}"/>
              </a:ext>
            </a:extLst>
          </p:cNvPr>
          <p:cNvSpPr>
            <a:spLocks xmlns:a="http://schemas.openxmlformats.org/drawingml/2006/main" noGrp="1"/>
          </p:cNvSpPr>
          <p:nvPr/>
        </p:nvSpPr>
        <p:spPr>
          <a:xfrm xmlns:a="http://schemas.openxmlformats.org/drawingml/2006/main">
            <a:off x="38290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2" name="">
            <a:extLst xmlns:a="http://schemas.openxmlformats.org/drawingml/2006/main">
              <a:ext uri="{FF2B5EF4-FFF2-40B4-BE49-F238E27FC236}">
                <a16:creationId xmlns:a16="http://schemas.microsoft.com/office/drawing/2014/main" id="{47FBD312-80A1-4702-9C22-2EF9A4DA564A}"/>
              </a:ext>
            </a:extLst>
          </p:cNvPr>
          <p:cNvSpPr>
            <a:spLocks xmlns:a="http://schemas.openxmlformats.org/drawingml/2006/main" noGrp="1"/>
          </p:cNvSpPr>
          <p:nvPr/>
        </p:nvSpPr>
        <p:spPr>
          <a:xfrm xmlns:a="http://schemas.openxmlformats.org/drawingml/2006/main">
            <a:off x="39338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3" name="">
            <a:extLst xmlns:a="http://schemas.openxmlformats.org/drawingml/2006/main">
              <a:ext uri="{FF2B5EF4-FFF2-40B4-BE49-F238E27FC236}">
                <a16:creationId xmlns:a16="http://schemas.microsoft.com/office/drawing/2014/main" id="{C5A76DE3-4F68-4061-BDD9-06D1A95F7176}"/>
              </a:ext>
            </a:extLst>
          </p:cNvPr>
          <p:cNvSpPr>
            <a:spLocks xmlns:a="http://schemas.openxmlformats.org/drawingml/2006/main" noGrp="1"/>
          </p:cNvSpPr>
          <p:nvPr/>
        </p:nvSpPr>
        <p:spPr>
          <a:xfrm xmlns:a="http://schemas.openxmlformats.org/drawingml/2006/main">
            <a:off x="40386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4" name="">
            <a:extLst xmlns:a="http://schemas.openxmlformats.org/drawingml/2006/main">
              <a:ext uri="{FF2B5EF4-FFF2-40B4-BE49-F238E27FC236}">
                <a16:creationId xmlns:a16="http://schemas.microsoft.com/office/drawing/2014/main" id="{FFD935A7-2EF4-4140-A32C-C22832E77337}"/>
              </a:ext>
            </a:extLst>
          </p:cNvPr>
          <p:cNvSpPr>
            <a:spLocks xmlns:a="http://schemas.openxmlformats.org/drawingml/2006/main" noGrp="1"/>
          </p:cNvSpPr>
          <p:nvPr/>
        </p:nvSpPr>
        <p:spPr>
          <a:xfrm xmlns:a="http://schemas.openxmlformats.org/drawingml/2006/main">
            <a:off x="41433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5" name="">
            <a:extLst xmlns:a="http://schemas.openxmlformats.org/drawingml/2006/main">
              <a:ext uri="{FF2B5EF4-FFF2-40B4-BE49-F238E27FC236}">
                <a16:creationId xmlns:a16="http://schemas.microsoft.com/office/drawing/2014/main" id="{9333CBBD-067F-4ACB-81D7-F6026B3C73E6}"/>
              </a:ext>
            </a:extLst>
          </p:cNvPr>
          <p:cNvSpPr>
            <a:spLocks xmlns:a="http://schemas.openxmlformats.org/drawingml/2006/main" noGrp="1"/>
          </p:cNvSpPr>
          <p:nvPr/>
        </p:nvSpPr>
        <p:spPr>
          <a:xfrm xmlns:a="http://schemas.openxmlformats.org/drawingml/2006/main">
            <a:off x="42481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6" name="">
            <a:extLst xmlns:a="http://schemas.openxmlformats.org/drawingml/2006/main">
              <a:ext uri="{FF2B5EF4-FFF2-40B4-BE49-F238E27FC236}">
                <a16:creationId xmlns:a16="http://schemas.microsoft.com/office/drawing/2014/main" id="{028833EA-D12C-408A-BDC8-D0814576DEBD}"/>
              </a:ext>
            </a:extLst>
          </p:cNvPr>
          <p:cNvSpPr>
            <a:spLocks xmlns:a="http://schemas.openxmlformats.org/drawingml/2006/main" noGrp="1"/>
          </p:cNvSpPr>
          <p:nvPr/>
        </p:nvSpPr>
        <p:spPr>
          <a:xfrm xmlns:a="http://schemas.openxmlformats.org/drawingml/2006/main">
            <a:off x="43529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7" name="">
            <a:extLst xmlns:a="http://schemas.openxmlformats.org/drawingml/2006/main">
              <a:ext uri="{FF2B5EF4-FFF2-40B4-BE49-F238E27FC236}">
                <a16:creationId xmlns:a16="http://schemas.microsoft.com/office/drawing/2014/main" id="{2966F1DA-4FE5-4AED-A049-5CE99D132F17}"/>
              </a:ext>
            </a:extLst>
          </p:cNvPr>
          <p:cNvSpPr>
            <a:spLocks xmlns:a="http://schemas.openxmlformats.org/drawingml/2006/main" noGrp="1"/>
          </p:cNvSpPr>
          <p:nvPr/>
        </p:nvSpPr>
        <p:spPr>
          <a:xfrm xmlns:a="http://schemas.openxmlformats.org/drawingml/2006/main">
            <a:off x="44577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8" name="">
            <a:extLst xmlns:a="http://schemas.openxmlformats.org/drawingml/2006/main">
              <a:ext uri="{FF2B5EF4-FFF2-40B4-BE49-F238E27FC236}">
                <a16:creationId xmlns:a16="http://schemas.microsoft.com/office/drawing/2014/main" id="{EAFAD0F7-4A9E-45DA-894C-A70410E01DAB}"/>
              </a:ext>
            </a:extLst>
          </p:cNvPr>
          <p:cNvSpPr>
            <a:spLocks xmlns:a="http://schemas.openxmlformats.org/drawingml/2006/main" noGrp="1"/>
          </p:cNvSpPr>
          <p:nvPr/>
        </p:nvSpPr>
        <p:spPr>
          <a:xfrm xmlns:a="http://schemas.openxmlformats.org/drawingml/2006/main">
            <a:off x="45624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29" name="">
            <a:extLst xmlns:a="http://schemas.openxmlformats.org/drawingml/2006/main">
              <a:ext uri="{FF2B5EF4-FFF2-40B4-BE49-F238E27FC236}">
                <a16:creationId xmlns:a16="http://schemas.microsoft.com/office/drawing/2014/main" id="{4067BB35-04CA-4EB4-BFD2-231FE52AD904}"/>
              </a:ext>
            </a:extLst>
          </p:cNvPr>
          <p:cNvSpPr>
            <a:spLocks xmlns:a="http://schemas.openxmlformats.org/drawingml/2006/main" noGrp="1"/>
          </p:cNvSpPr>
          <p:nvPr/>
        </p:nvSpPr>
        <p:spPr>
          <a:xfrm xmlns:a="http://schemas.openxmlformats.org/drawingml/2006/main">
            <a:off x="46672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0" name="">
            <a:extLst xmlns:a="http://schemas.openxmlformats.org/drawingml/2006/main">
              <a:ext uri="{FF2B5EF4-FFF2-40B4-BE49-F238E27FC236}">
                <a16:creationId xmlns:a16="http://schemas.microsoft.com/office/drawing/2014/main" id="{12367621-8DE8-4E1F-A4D2-AA3A26A014AE}"/>
              </a:ext>
            </a:extLst>
          </p:cNvPr>
          <p:cNvSpPr>
            <a:spLocks xmlns:a="http://schemas.openxmlformats.org/drawingml/2006/main" noGrp="1"/>
          </p:cNvSpPr>
          <p:nvPr/>
        </p:nvSpPr>
        <p:spPr>
          <a:xfrm xmlns:a="http://schemas.openxmlformats.org/drawingml/2006/main">
            <a:off x="47720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1" name="">
            <a:extLst xmlns:a="http://schemas.openxmlformats.org/drawingml/2006/main">
              <a:ext uri="{FF2B5EF4-FFF2-40B4-BE49-F238E27FC236}">
                <a16:creationId xmlns:a16="http://schemas.microsoft.com/office/drawing/2014/main" id="{3560918E-2F95-4D42-B8F8-8BD5D45ACE38}"/>
              </a:ext>
            </a:extLst>
          </p:cNvPr>
          <p:cNvSpPr>
            <a:spLocks xmlns:a="http://schemas.openxmlformats.org/drawingml/2006/main" noGrp="1"/>
          </p:cNvSpPr>
          <p:nvPr/>
        </p:nvSpPr>
        <p:spPr>
          <a:xfrm xmlns:a="http://schemas.openxmlformats.org/drawingml/2006/main">
            <a:off x="48768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2" name="">
            <a:extLst xmlns:a="http://schemas.openxmlformats.org/drawingml/2006/main">
              <a:ext uri="{FF2B5EF4-FFF2-40B4-BE49-F238E27FC236}">
                <a16:creationId xmlns:a16="http://schemas.microsoft.com/office/drawing/2014/main" id="{44A5AB43-7444-418A-8669-47543F3A61D0}"/>
              </a:ext>
            </a:extLst>
          </p:cNvPr>
          <p:cNvSpPr>
            <a:spLocks xmlns:a="http://schemas.openxmlformats.org/drawingml/2006/main" noGrp="1"/>
          </p:cNvSpPr>
          <p:nvPr/>
        </p:nvSpPr>
        <p:spPr>
          <a:xfrm xmlns:a="http://schemas.openxmlformats.org/drawingml/2006/main">
            <a:off x="49815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3" name="">
            <a:extLst xmlns:a="http://schemas.openxmlformats.org/drawingml/2006/main">
              <a:ext uri="{FF2B5EF4-FFF2-40B4-BE49-F238E27FC236}">
                <a16:creationId xmlns:a16="http://schemas.microsoft.com/office/drawing/2014/main" id="{DAA366C1-8647-44CB-A365-D42DB77F3F4E}"/>
              </a:ext>
            </a:extLst>
          </p:cNvPr>
          <p:cNvSpPr>
            <a:spLocks xmlns:a="http://schemas.openxmlformats.org/drawingml/2006/main" noGrp="1"/>
          </p:cNvSpPr>
          <p:nvPr/>
        </p:nvSpPr>
        <p:spPr>
          <a:xfrm xmlns:a="http://schemas.openxmlformats.org/drawingml/2006/main">
            <a:off x="50863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4" name="">
            <a:extLst xmlns:a="http://schemas.openxmlformats.org/drawingml/2006/main">
              <a:ext uri="{FF2B5EF4-FFF2-40B4-BE49-F238E27FC236}">
                <a16:creationId xmlns:a16="http://schemas.microsoft.com/office/drawing/2014/main" id="{F0461233-7F72-46BF-8FD1-25FE368F5B23}"/>
              </a:ext>
            </a:extLst>
          </p:cNvPr>
          <p:cNvSpPr>
            <a:spLocks xmlns:a="http://schemas.openxmlformats.org/drawingml/2006/main" noGrp="1"/>
          </p:cNvSpPr>
          <p:nvPr/>
        </p:nvSpPr>
        <p:spPr>
          <a:xfrm xmlns:a="http://schemas.openxmlformats.org/drawingml/2006/main">
            <a:off x="51911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5" name="">
            <a:extLst xmlns:a="http://schemas.openxmlformats.org/drawingml/2006/main">
              <a:ext uri="{FF2B5EF4-FFF2-40B4-BE49-F238E27FC236}">
                <a16:creationId xmlns:a16="http://schemas.microsoft.com/office/drawing/2014/main" id="{F394227B-9B38-43F6-9142-E74ED92A682E}"/>
              </a:ext>
            </a:extLst>
          </p:cNvPr>
          <p:cNvSpPr>
            <a:spLocks xmlns:a="http://schemas.openxmlformats.org/drawingml/2006/main" noGrp="1"/>
          </p:cNvSpPr>
          <p:nvPr/>
        </p:nvSpPr>
        <p:spPr>
          <a:xfrm xmlns:a="http://schemas.openxmlformats.org/drawingml/2006/main">
            <a:off x="52959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6" name="">
            <a:extLst xmlns:a="http://schemas.openxmlformats.org/drawingml/2006/main">
              <a:ext uri="{FF2B5EF4-FFF2-40B4-BE49-F238E27FC236}">
                <a16:creationId xmlns:a16="http://schemas.microsoft.com/office/drawing/2014/main" id="{8A0AB401-AA30-48E8-A3AB-5998513CA278}"/>
              </a:ext>
            </a:extLst>
          </p:cNvPr>
          <p:cNvSpPr>
            <a:spLocks xmlns:a="http://schemas.openxmlformats.org/drawingml/2006/main" noGrp="1"/>
          </p:cNvSpPr>
          <p:nvPr/>
        </p:nvSpPr>
        <p:spPr>
          <a:xfrm xmlns:a="http://schemas.openxmlformats.org/drawingml/2006/main">
            <a:off x="540067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7" name="">
            <a:extLst xmlns:a="http://schemas.openxmlformats.org/drawingml/2006/main">
              <a:ext uri="{FF2B5EF4-FFF2-40B4-BE49-F238E27FC236}">
                <a16:creationId xmlns:a16="http://schemas.microsoft.com/office/drawing/2014/main" id="{F592ED1C-A68D-43CE-9040-93C5978A0C4C}"/>
              </a:ext>
            </a:extLst>
          </p:cNvPr>
          <p:cNvSpPr>
            <a:spLocks xmlns:a="http://schemas.openxmlformats.org/drawingml/2006/main" noGrp="1"/>
          </p:cNvSpPr>
          <p:nvPr/>
        </p:nvSpPr>
        <p:spPr>
          <a:xfrm xmlns:a="http://schemas.openxmlformats.org/drawingml/2006/main">
            <a:off x="550545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8" name="">
            <a:extLst xmlns:a="http://schemas.openxmlformats.org/drawingml/2006/main">
              <a:ext uri="{FF2B5EF4-FFF2-40B4-BE49-F238E27FC236}">
                <a16:creationId xmlns:a16="http://schemas.microsoft.com/office/drawing/2014/main" id="{F70E8278-C988-4A2E-B489-9F0004C39C6C}"/>
              </a:ext>
            </a:extLst>
          </p:cNvPr>
          <p:cNvSpPr>
            <a:spLocks xmlns:a="http://schemas.openxmlformats.org/drawingml/2006/main" noGrp="1"/>
          </p:cNvSpPr>
          <p:nvPr/>
        </p:nvSpPr>
        <p:spPr>
          <a:xfrm xmlns:a="http://schemas.openxmlformats.org/drawingml/2006/main">
            <a:off x="5610225"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39" name="">
            <a:extLst xmlns:a="http://schemas.openxmlformats.org/drawingml/2006/main">
              <a:ext uri="{FF2B5EF4-FFF2-40B4-BE49-F238E27FC236}">
                <a16:creationId xmlns:a16="http://schemas.microsoft.com/office/drawing/2014/main" id="{1F01C3FA-5994-4DB4-AF6E-2121A70BE0C9}"/>
              </a:ext>
            </a:extLst>
          </p:cNvPr>
          <p:cNvSpPr>
            <a:spLocks xmlns:a="http://schemas.openxmlformats.org/drawingml/2006/main" noGrp="1"/>
          </p:cNvSpPr>
          <p:nvPr/>
        </p:nvSpPr>
        <p:spPr>
          <a:xfrm xmlns:a="http://schemas.openxmlformats.org/drawingml/2006/main">
            <a:off x="5715000" y="3352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0" name="">
            <a:extLst xmlns:a="http://schemas.openxmlformats.org/drawingml/2006/main">
              <a:ext uri="{FF2B5EF4-FFF2-40B4-BE49-F238E27FC236}">
                <a16:creationId xmlns:a16="http://schemas.microsoft.com/office/drawing/2014/main" id="{8715CC7A-BF56-480A-8D67-102DD2AFE4C0}"/>
              </a:ext>
            </a:extLst>
          </p:cNvPr>
          <p:cNvSpPr>
            <a:spLocks xmlns:a="http://schemas.openxmlformats.org/drawingml/2006/main" noGrp="1"/>
          </p:cNvSpPr>
          <p:nvPr/>
        </p:nvSpPr>
        <p:spPr>
          <a:xfrm xmlns:a="http://schemas.openxmlformats.org/drawingml/2006/main">
            <a:off x="3695700" y="33051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41" name="">
            <a:extLst xmlns:a="http://schemas.openxmlformats.org/drawingml/2006/main">
              <a:ext uri="{FF2B5EF4-FFF2-40B4-BE49-F238E27FC236}">
                <a16:creationId xmlns:a16="http://schemas.microsoft.com/office/drawing/2014/main" id="{50BBD01A-5D65-456F-B217-B3DE466CA2CB}"/>
              </a:ext>
            </a:extLst>
          </p:cNvPr>
          <p:cNvSpPr>
            <a:spLocks xmlns:a="http://schemas.openxmlformats.org/drawingml/2006/main" noGrp="1"/>
          </p:cNvSpPr>
          <p:nvPr/>
        </p:nvSpPr>
        <p:spPr>
          <a:xfrm xmlns:a="http://schemas.openxmlformats.org/drawingml/2006/main">
            <a:off x="3771900" y="33909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88092"/>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Amount, service, awarded points, completion time</a:t>
            </a:r>
          </a:p>
        </p:txBody>
      </p:sp>
      <p:sp>
        <p:nvSpPr>
          <p:cNvPr id="242" name="">
            <a:extLst xmlns:a="http://schemas.openxmlformats.org/drawingml/2006/main">
              <a:ext uri="{FF2B5EF4-FFF2-40B4-BE49-F238E27FC236}">
                <a16:creationId xmlns:a16="http://schemas.microsoft.com/office/drawing/2014/main" id="{5D3948F3-D123-446B-A550-B7CA91F43A91}"/>
              </a:ext>
            </a:extLst>
          </p:cNvPr>
          <p:cNvSpPr>
            <a:spLocks xmlns:a="http://schemas.openxmlformats.org/drawingml/2006/main" noGrp="1"/>
          </p:cNvSpPr>
          <p:nvPr/>
        </p:nvSpPr>
        <p:spPr>
          <a:xfrm xmlns:a="http://schemas.openxmlformats.org/drawingml/2006/main">
            <a:off x="590550" y="37052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43" name="">
            <a:extLst xmlns:a="http://schemas.openxmlformats.org/drawingml/2006/main">
              <a:ext uri="{FF2B5EF4-FFF2-40B4-BE49-F238E27FC236}">
                <a16:creationId xmlns:a16="http://schemas.microsoft.com/office/drawing/2014/main" id="{AB26CF34-724E-497C-A4BD-370142A8272E}"/>
              </a:ext>
            </a:extLst>
          </p:cNvPr>
          <p:cNvSpPr>
            <a:spLocks xmlns:a="http://schemas.openxmlformats.org/drawingml/2006/main" noGrp="1"/>
          </p:cNvSpPr>
          <p:nvPr/>
        </p:nvSpPr>
        <p:spPr>
          <a:xfrm xmlns:a="http://schemas.openxmlformats.org/drawingml/2006/main">
            <a:off x="590550" y="37528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4</a:t>
            </a:r>
          </a:p>
        </p:txBody>
      </p:sp>
      <p:sp>
        <p:nvSpPr>
          <p:cNvPr id="244" name="">
            <a:extLst xmlns:a="http://schemas.openxmlformats.org/drawingml/2006/main">
              <a:ext uri="{FF2B5EF4-FFF2-40B4-BE49-F238E27FC236}">
                <a16:creationId xmlns:a16="http://schemas.microsoft.com/office/drawing/2014/main" id="{11660638-11DD-4660-B9F0-27261F183369}"/>
              </a:ext>
            </a:extLst>
          </p:cNvPr>
          <p:cNvSpPr>
            <a:spLocks xmlns:a="http://schemas.openxmlformats.org/drawingml/2006/main" noGrp="1"/>
          </p:cNvSpPr>
          <p:nvPr/>
        </p:nvSpPr>
        <p:spPr>
          <a:xfrm xmlns:a="http://schemas.openxmlformats.org/drawingml/2006/main">
            <a:off x="3695700" y="3752850"/>
            <a:ext cx="2076450" cy="76200"/>
          </a:xfrm>
          <a:prstGeom xmlns:a="http://schemas.openxmlformats.org/drawingml/2006/main" prst="rightArrow">
            <a:avLst/>
          </a:prstGeom>
          <a:solidFill xmlns:a="http://schemas.openxmlformats.org/drawingml/2006/main">
            <a:srgbClr val="8613B8"/>
          </a:solidFill>
          <a:ln xmlns:a="http://schemas.openxmlformats.org/drawingml/2006/main" w="0">
            <a:solidFill>
              <a:srgbClr val="8613B8"/>
            </a:solidFill>
          </a:ln>
        </p:spPr>
      </p:sp>
      <p:sp>
        <p:nvSpPr>
          <p:cNvPr id="245" name="">
            <a:extLst xmlns:a="http://schemas.openxmlformats.org/drawingml/2006/main">
              <a:ext uri="{FF2B5EF4-FFF2-40B4-BE49-F238E27FC236}">
                <a16:creationId xmlns:a16="http://schemas.microsoft.com/office/drawing/2014/main" id="{C385FFF0-4D3D-4D5A-9E75-42C6D4B9D527}"/>
              </a:ext>
            </a:extLst>
          </p:cNvPr>
          <p:cNvSpPr>
            <a:spLocks xmlns:a="http://schemas.openxmlformats.org/drawingml/2006/main" noGrp="1"/>
          </p:cNvSpPr>
          <p:nvPr/>
        </p:nvSpPr>
        <p:spPr>
          <a:xfrm xmlns:a="http://schemas.openxmlformats.org/drawingml/2006/main">
            <a:off x="3771900" y="35623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8613B8"/>
                </a:solidFill>
                <a:latin typeface="Poppins"/>
                <a:ea typeface="Poppins"/>
                <a:cs typeface="Poppins"/>
              </a:defRPr>
            </a:pPr>
            <a:r>
              <a:rPr sz="720" b="1">
                <a:solidFill>
                  <a:srgbClr val="8613B8"/>
                </a:solidFill>
                <a:latin typeface="Poppins"/>
                <a:ea typeface="Poppins"/>
                <a:cs typeface="Poppins"/>
              </a:rPr>
              <a:t>GET /reviews/bookings/{bookingId}</a:t>
            </a:r>
          </a:p>
        </p:txBody>
      </p:sp>
      <p:sp>
        <p:nvSpPr>
          <p:cNvPr id="246" name="">
            <a:extLst xmlns:a="http://schemas.openxmlformats.org/drawingml/2006/main">
              <a:ext uri="{FF2B5EF4-FFF2-40B4-BE49-F238E27FC236}">
                <a16:creationId xmlns:a16="http://schemas.microsoft.com/office/drawing/2014/main" id="{27BCCFCB-0D4A-45C7-B5C3-8D1DE3BF96E7}"/>
              </a:ext>
            </a:extLst>
          </p:cNvPr>
          <p:cNvSpPr>
            <a:spLocks xmlns:a="http://schemas.openxmlformats.org/drawingml/2006/main" noGrp="1"/>
          </p:cNvSpPr>
          <p:nvPr/>
        </p:nvSpPr>
        <p:spPr>
          <a:xfrm xmlns:a="http://schemas.openxmlformats.org/drawingml/2006/main">
            <a:off x="38290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7" name="">
            <a:extLst xmlns:a="http://schemas.openxmlformats.org/drawingml/2006/main">
              <a:ext uri="{FF2B5EF4-FFF2-40B4-BE49-F238E27FC236}">
                <a16:creationId xmlns:a16="http://schemas.microsoft.com/office/drawing/2014/main" id="{1BDD0E58-4318-4015-9FA1-6589EBAA79AF}"/>
              </a:ext>
            </a:extLst>
          </p:cNvPr>
          <p:cNvSpPr>
            <a:spLocks xmlns:a="http://schemas.openxmlformats.org/drawingml/2006/main" noGrp="1"/>
          </p:cNvSpPr>
          <p:nvPr/>
        </p:nvSpPr>
        <p:spPr>
          <a:xfrm xmlns:a="http://schemas.openxmlformats.org/drawingml/2006/main">
            <a:off x="39338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8" name="">
            <a:extLst xmlns:a="http://schemas.openxmlformats.org/drawingml/2006/main">
              <a:ext uri="{FF2B5EF4-FFF2-40B4-BE49-F238E27FC236}">
                <a16:creationId xmlns:a16="http://schemas.microsoft.com/office/drawing/2014/main" id="{963C66DD-53BD-4976-B087-63641B120D59}"/>
              </a:ext>
            </a:extLst>
          </p:cNvPr>
          <p:cNvSpPr>
            <a:spLocks xmlns:a="http://schemas.openxmlformats.org/drawingml/2006/main" noGrp="1"/>
          </p:cNvSpPr>
          <p:nvPr/>
        </p:nvSpPr>
        <p:spPr>
          <a:xfrm xmlns:a="http://schemas.openxmlformats.org/drawingml/2006/main">
            <a:off x="40386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49" name="">
            <a:extLst xmlns:a="http://schemas.openxmlformats.org/drawingml/2006/main">
              <a:ext uri="{FF2B5EF4-FFF2-40B4-BE49-F238E27FC236}">
                <a16:creationId xmlns:a16="http://schemas.microsoft.com/office/drawing/2014/main" id="{04758103-4F3B-420B-9328-61881421EE73}"/>
              </a:ext>
            </a:extLst>
          </p:cNvPr>
          <p:cNvSpPr>
            <a:spLocks xmlns:a="http://schemas.openxmlformats.org/drawingml/2006/main" noGrp="1"/>
          </p:cNvSpPr>
          <p:nvPr/>
        </p:nvSpPr>
        <p:spPr>
          <a:xfrm xmlns:a="http://schemas.openxmlformats.org/drawingml/2006/main">
            <a:off x="41433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0" name="">
            <a:extLst xmlns:a="http://schemas.openxmlformats.org/drawingml/2006/main">
              <a:ext uri="{FF2B5EF4-FFF2-40B4-BE49-F238E27FC236}">
                <a16:creationId xmlns:a16="http://schemas.microsoft.com/office/drawing/2014/main" id="{57E184FA-911A-4514-A21E-4E175429B2BD}"/>
              </a:ext>
            </a:extLst>
          </p:cNvPr>
          <p:cNvSpPr>
            <a:spLocks xmlns:a="http://schemas.openxmlformats.org/drawingml/2006/main" noGrp="1"/>
          </p:cNvSpPr>
          <p:nvPr/>
        </p:nvSpPr>
        <p:spPr>
          <a:xfrm xmlns:a="http://schemas.openxmlformats.org/drawingml/2006/main">
            <a:off x="42481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1" name="">
            <a:extLst xmlns:a="http://schemas.openxmlformats.org/drawingml/2006/main">
              <a:ext uri="{FF2B5EF4-FFF2-40B4-BE49-F238E27FC236}">
                <a16:creationId xmlns:a16="http://schemas.microsoft.com/office/drawing/2014/main" id="{C908FDD6-B09D-42CD-B762-B2DC0D01C6EF}"/>
              </a:ext>
            </a:extLst>
          </p:cNvPr>
          <p:cNvSpPr>
            <a:spLocks xmlns:a="http://schemas.openxmlformats.org/drawingml/2006/main" noGrp="1"/>
          </p:cNvSpPr>
          <p:nvPr/>
        </p:nvSpPr>
        <p:spPr>
          <a:xfrm xmlns:a="http://schemas.openxmlformats.org/drawingml/2006/main">
            <a:off x="43529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2" name="">
            <a:extLst xmlns:a="http://schemas.openxmlformats.org/drawingml/2006/main">
              <a:ext uri="{FF2B5EF4-FFF2-40B4-BE49-F238E27FC236}">
                <a16:creationId xmlns:a16="http://schemas.microsoft.com/office/drawing/2014/main" id="{FC5754FB-03C1-4976-804C-FF5E6C8C8929}"/>
              </a:ext>
            </a:extLst>
          </p:cNvPr>
          <p:cNvSpPr>
            <a:spLocks xmlns:a="http://schemas.openxmlformats.org/drawingml/2006/main" noGrp="1"/>
          </p:cNvSpPr>
          <p:nvPr/>
        </p:nvSpPr>
        <p:spPr>
          <a:xfrm xmlns:a="http://schemas.openxmlformats.org/drawingml/2006/main">
            <a:off x="44577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3" name="">
            <a:extLst xmlns:a="http://schemas.openxmlformats.org/drawingml/2006/main">
              <a:ext uri="{FF2B5EF4-FFF2-40B4-BE49-F238E27FC236}">
                <a16:creationId xmlns:a16="http://schemas.microsoft.com/office/drawing/2014/main" id="{17B76CCB-D76E-4C90-BEDD-62C727897223}"/>
              </a:ext>
            </a:extLst>
          </p:cNvPr>
          <p:cNvSpPr>
            <a:spLocks xmlns:a="http://schemas.openxmlformats.org/drawingml/2006/main" noGrp="1"/>
          </p:cNvSpPr>
          <p:nvPr/>
        </p:nvSpPr>
        <p:spPr>
          <a:xfrm xmlns:a="http://schemas.openxmlformats.org/drawingml/2006/main">
            <a:off x="45624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4" name="">
            <a:extLst xmlns:a="http://schemas.openxmlformats.org/drawingml/2006/main">
              <a:ext uri="{FF2B5EF4-FFF2-40B4-BE49-F238E27FC236}">
                <a16:creationId xmlns:a16="http://schemas.microsoft.com/office/drawing/2014/main" id="{F63F891D-B2A2-44F5-AB01-B4E02EF83C15}"/>
              </a:ext>
            </a:extLst>
          </p:cNvPr>
          <p:cNvSpPr>
            <a:spLocks xmlns:a="http://schemas.openxmlformats.org/drawingml/2006/main" noGrp="1"/>
          </p:cNvSpPr>
          <p:nvPr/>
        </p:nvSpPr>
        <p:spPr>
          <a:xfrm xmlns:a="http://schemas.openxmlformats.org/drawingml/2006/main">
            <a:off x="46672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5" name="">
            <a:extLst xmlns:a="http://schemas.openxmlformats.org/drawingml/2006/main">
              <a:ext uri="{FF2B5EF4-FFF2-40B4-BE49-F238E27FC236}">
                <a16:creationId xmlns:a16="http://schemas.microsoft.com/office/drawing/2014/main" id="{D5BBDEE1-7A60-40C6-AC95-21A8D346412C}"/>
              </a:ext>
            </a:extLst>
          </p:cNvPr>
          <p:cNvSpPr>
            <a:spLocks xmlns:a="http://schemas.openxmlformats.org/drawingml/2006/main" noGrp="1"/>
          </p:cNvSpPr>
          <p:nvPr/>
        </p:nvSpPr>
        <p:spPr>
          <a:xfrm xmlns:a="http://schemas.openxmlformats.org/drawingml/2006/main">
            <a:off x="47720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6" name="">
            <a:extLst xmlns:a="http://schemas.openxmlformats.org/drawingml/2006/main">
              <a:ext uri="{FF2B5EF4-FFF2-40B4-BE49-F238E27FC236}">
                <a16:creationId xmlns:a16="http://schemas.microsoft.com/office/drawing/2014/main" id="{AE34DFA4-037C-4A42-913D-0ADC9416F505}"/>
              </a:ext>
            </a:extLst>
          </p:cNvPr>
          <p:cNvSpPr>
            <a:spLocks xmlns:a="http://schemas.openxmlformats.org/drawingml/2006/main" noGrp="1"/>
          </p:cNvSpPr>
          <p:nvPr/>
        </p:nvSpPr>
        <p:spPr>
          <a:xfrm xmlns:a="http://schemas.openxmlformats.org/drawingml/2006/main">
            <a:off x="48768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7" name="">
            <a:extLst xmlns:a="http://schemas.openxmlformats.org/drawingml/2006/main">
              <a:ext uri="{FF2B5EF4-FFF2-40B4-BE49-F238E27FC236}">
                <a16:creationId xmlns:a16="http://schemas.microsoft.com/office/drawing/2014/main" id="{CBF7C6AD-58B2-4AD1-8A38-5FDDBA582CEF}"/>
              </a:ext>
            </a:extLst>
          </p:cNvPr>
          <p:cNvSpPr>
            <a:spLocks xmlns:a="http://schemas.openxmlformats.org/drawingml/2006/main" noGrp="1"/>
          </p:cNvSpPr>
          <p:nvPr/>
        </p:nvSpPr>
        <p:spPr>
          <a:xfrm xmlns:a="http://schemas.openxmlformats.org/drawingml/2006/main">
            <a:off x="49815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8" name="">
            <a:extLst xmlns:a="http://schemas.openxmlformats.org/drawingml/2006/main">
              <a:ext uri="{FF2B5EF4-FFF2-40B4-BE49-F238E27FC236}">
                <a16:creationId xmlns:a16="http://schemas.microsoft.com/office/drawing/2014/main" id="{4D370322-4E80-4972-815C-1F2D97A0CAD3}"/>
              </a:ext>
            </a:extLst>
          </p:cNvPr>
          <p:cNvSpPr>
            <a:spLocks xmlns:a="http://schemas.openxmlformats.org/drawingml/2006/main" noGrp="1"/>
          </p:cNvSpPr>
          <p:nvPr/>
        </p:nvSpPr>
        <p:spPr>
          <a:xfrm xmlns:a="http://schemas.openxmlformats.org/drawingml/2006/main">
            <a:off x="50863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59" name="">
            <a:extLst xmlns:a="http://schemas.openxmlformats.org/drawingml/2006/main">
              <a:ext uri="{FF2B5EF4-FFF2-40B4-BE49-F238E27FC236}">
                <a16:creationId xmlns:a16="http://schemas.microsoft.com/office/drawing/2014/main" id="{F4D61B05-7DEB-45E6-84CA-4AA623D37147}"/>
              </a:ext>
            </a:extLst>
          </p:cNvPr>
          <p:cNvSpPr>
            <a:spLocks xmlns:a="http://schemas.openxmlformats.org/drawingml/2006/main" noGrp="1"/>
          </p:cNvSpPr>
          <p:nvPr/>
        </p:nvSpPr>
        <p:spPr>
          <a:xfrm xmlns:a="http://schemas.openxmlformats.org/drawingml/2006/main">
            <a:off x="51911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0" name="">
            <a:extLst xmlns:a="http://schemas.openxmlformats.org/drawingml/2006/main">
              <a:ext uri="{FF2B5EF4-FFF2-40B4-BE49-F238E27FC236}">
                <a16:creationId xmlns:a16="http://schemas.microsoft.com/office/drawing/2014/main" id="{D421D1A7-1C74-49D9-B201-56B263F0E5AE}"/>
              </a:ext>
            </a:extLst>
          </p:cNvPr>
          <p:cNvSpPr>
            <a:spLocks xmlns:a="http://schemas.openxmlformats.org/drawingml/2006/main" noGrp="1"/>
          </p:cNvSpPr>
          <p:nvPr/>
        </p:nvSpPr>
        <p:spPr>
          <a:xfrm xmlns:a="http://schemas.openxmlformats.org/drawingml/2006/main">
            <a:off x="52959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1" name="">
            <a:extLst xmlns:a="http://schemas.openxmlformats.org/drawingml/2006/main">
              <a:ext uri="{FF2B5EF4-FFF2-40B4-BE49-F238E27FC236}">
                <a16:creationId xmlns:a16="http://schemas.microsoft.com/office/drawing/2014/main" id="{45F5E9EF-20EE-424A-A8FD-6D19B0F6CAB2}"/>
              </a:ext>
            </a:extLst>
          </p:cNvPr>
          <p:cNvSpPr>
            <a:spLocks xmlns:a="http://schemas.openxmlformats.org/drawingml/2006/main" noGrp="1"/>
          </p:cNvSpPr>
          <p:nvPr/>
        </p:nvSpPr>
        <p:spPr>
          <a:xfrm xmlns:a="http://schemas.openxmlformats.org/drawingml/2006/main">
            <a:off x="540067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2" name="">
            <a:extLst xmlns:a="http://schemas.openxmlformats.org/drawingml/2006/main">
              <a:ext uri="{FF2B5EF4-FFF2-40B4-BE49-F238E27FC236}">
                <a16:creationId xmlns:a16="http://schemas.microsoft.com/office/drawing/2014/main" id="{643B0C1F-91B0-4B5F-924B-2106259E2DB3}"/>
              </a:ext>
            </a:extLst>
          </p:cNvPr>
          <p:cNvSpPr>
            <a:spLocks xmlns:a="http://schemas.openxmlformats.org/drawingml/2006/main" noGrp="1"/>
          </p:cNvSpPr>
          <p:nvPr/>
        </p:nvSpPr>
        <p:spPr>
          <a:xfrm xmlns:a="http://schemas.openxmlformats.org/drawingml/2006/main">
            <a:off x="550545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3" name="">
            <a:extLst xmlns:a="http://schemas.openxmlformats.org/drawingml/2006/main">
              <a:ext uri="{FF2B5EF4-FFF2-40B4-BE49-F238E27FC236}">
                <a16:creationId xmlns:a16="http://schemas.microsoft.com/office/drawing/2014/main" id="{98F9055B-1087-42A6-AF8A-D0003196A0F8}"/>
              </a:ext>
            </a:extLst>
          </p:cNvPr>
          <p:cNvSpPr>
            <a:spLocks xmlns:a="http://schemas.openxmlformats.org/drawingml/2006/main" noGrp="1"/>
          </p:cNvSpPr>
          <p:nvPr/>
        </p:nvSpPr>
        <p:spPr>
          <a:xfrm xmlns:a="http://schemas.openxmlformats.org/drawingml/2006/main">
            <a:off x="5610225"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4" name="">
            <a:extLst xmlns:a="http://schemas.openxmlformats.org/drawingml/2006/main">
              <a:ext uri="{FF2B5EF4-FFF2-40B4-BE49-F238E27FC236}">
                <a16:creationId xmlns:a16="http://schemas.microsoft.com/office/drawing/2014/main" id="{E740DD31-49C4-43BB-ABC4-7BFDE94F4087}"/>
              </a:ext>
            </a:extLst>
          </p:cNvPr>
          <p:cNvSpPr>
            <a:spLocks xmlns:a="http://schemas.openxmlformats.org/drawingml/2006/main" noGrp="1"/>
          </p:cNvSpPr>
          <p:nvPr/>
        </p:nvSpPr>
        <p:spPr>
          <a:xfrm xmlns:a="http://schemas.openxmlformats.org/drawingml/2006/main">
            <a:off x="5715000" y="3924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65" name="">
            <a:extLst xmlns:a="http://schemas.openxmlformats.org/drawingml/2006/main">
              <a:ext uri="{FF2B5EF4-FFF2-40B4-BE49-F238E27FC236}">
                <a16:creationId xmlns:a16="http://schemas.microsoft.com/office/drawing/2014/main" id="{4F6F90F8-1C4B-4524-B7B0-F3440C667B6F}"/>
              </a:ext>
            </a:extLst>
          </p:cNvPr>
          <p:cNvSpPr>
            <a:spLocks xmlns:a="http://schemas.openxmlformats.org/drawingml/2006/main" noGrp="1"/>
          </p:cNvSpPr>
          <p:nvPr/>
        </p:nvSpPr>
        <p:spPr>
          <a:xfrm xmlns:a="http://schemas.openxmlformats.org/drawingml/2006/main">
            <a:off x="3695700" y="38766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66" name="">
            <a:extLst xmlns:a="http://schemas.openxmlformats.org/drawingml/2006/main">
              <a:ext uri="{FF2B5EF4-FFF2-40B4-BE49-F238E27FC236}">
                <a16:creationId xmlns:a16="http://schemas.microsoft.com/office/drawing/2014/main" id="{3D0ACCFD-5625-42FF-9A9F-8F73DAAE3B14}"/>
              </a:ext>
            </a:extLst>
          </p:cNvPr>
          <p:cNvSpPr>
            <a:spLocks xmlns:a="http://schemas.openxmlformats.org/drawingml/2006/main" noGrp="1"/>
          </p:cNvSpPr>
          <p:nvPr/>
        </p:nvSpPr>
        <p:spPr>
          <a:xfrm xmlns:a="http://schemas.openxmlformats.org/drawingml/2006/main">
            <a:off x="3771900" y="39624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Review exists? review detail or empty</a:t>
            </a:r>
          </a:p>
        </p:txBody>
      </p:sp>
      <p:sp>
        <p:nvSpPr>
          <p:cNvPr id="267" name="">
            <a:extLst xmlns:a="http://schemas.openxmlformats.org/drawingml/2006/main">
              <a:ext uri="{FF2B5EF4-FFF2-40B4-BE49-F238E27FC236}">
                <a16:creationId xmlns:a16="http://schemas.microsoft.com/office/drawing/2014/main" id="{2C063EE0-B98D-45E7-9961-2E2417045357}"/>
              </a:ext>
            </a:extLst>
          </p:cNvPr>
          <p:cNvSpPr>
            <a:spLocks xmlns:a="http://schemas.openxmlformats.org/drawingml/2006/main" noGrp="1"/>
          </p:cNvSpPr>
          <p:nvPr/>
        </p:nvSpPr>
        <p:spPr>
          <a:xfrm xmlns:a="http://schemas.openxmlformats.org/drawingml/2006/main">
            <a:off x="590550" y="4276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68" name="">
            <a:extLst xmlns:a="http://schemas.openxmlformats.org/drawingml/2006/main">
              <a:ext uri="{FF2B5EF4-FFF2-40B4-BE49-F238E27FC236}">
                <a16:creationId xmlns:a16="http://schemas.microsoft.com/office/drawing/2014/main" id="{7747341F-3DAB-4C8C-A59E-9045C2FA93D0}"/>
              </a:ext>
            </a:extLst>
          </p:cNvPr>
          <p:cNvSpPr>
            <a:spLocks xmlns:a="http://schemas.openxmlformats.org/drawingml/2006/main" noGrp="1"/>
          </p:cNvSpPr>
          <p:nvPr/>
        </p:nvSpPr>
        <p:spPr>
          <a:xfrm xmlns:a="http://schemas.openxmlformats.org/drawingml/2006/main">
            <a:off x="590550" y="4324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5</a:t>
            </a:r>
          </a:p>
        </p:txBody>
      </p:sp>
      <p:sp>
        <p:nvSpPr>
          <p:cNvPr id="269" name="">
            <a:extLst xmlns:a="http://schemas.openxmlformats.org/drawingml/2006/main">
              <a:ext uri="{FF2B5EF4-FFF2-40B4-BE49-F238E27FC236}">
                <a16:creationId xmlns:a16="http://schemas.microsoft.com/office/drawing/2014/main" id="{5E6442F5-E6EB-4E7D-85D9-2977E2A7BB7A}"/>
              </a:ext>
            </a:extLst>
          </p:cNvPr>
          <p:cNvSpPr>
            <a:spLocks xmlns:a="http://schemas.openxmlformats.org/drawingml/2006/main" noGrp="1"/>
          </p:cNvSpPr>
          <p:nvPr/>
        </p:nvSpPr>
        <p:spPr>
          <a:xfrm xmlns:a="http://schemas.openxmlformats.org/drawingml/2006/main">
            <a:off x="3695700" y="4324350"/>
            <a:ext cx="2076450" cy="76200"/>
          </a:xfrm>
          <a:prstGeom xmlns:a="http://schemas.openxmlformats.org/drawingml/2006/main" prst="rightArrow">
            <a:avLst/>
          </a:prstGeom>
          <a:solidFill xmlns:a="http://schemas.openxmlformats.org/drawingml/2006/main">
            <a:srgbClr val="FF5A1F"/>
          </a:solidFill>
          <a:ln xmlns:a="http://schemas.openxmlformats.org/drawingml/2006/main" w="0">
            <a:solidFill>
              <a:srgbClr val="FF5A1F"/>
            </a:solidFill>
          </a:ln>
        </p:spPr>
      </p:sp>
      <p:sp>
        <p:nvSpPr>
          <p:cNvPr id="270" name="">
            <a:extLst xmlns:a="http://schemas.openxmlformats.org/drawingml/2006/main">
              <a:ext uri="{FF2B5EF4-FFF2-40B4-BE49-F238E27FC236}">
                <a16:creationId xmlns:a16="http://schemas.microsoft.com/office/drawing/2014/main" id="{3A392993-0F98-4BDD-92DC-D9EAEC1922DD}"/>
              </a:ext>
            </a:extLst>
          </p:cNvPr>
          <p:cNvSpPr>
            <a:spLocks xmlns:a="http://schemas.openxmlformats.org/drawingml/2006/main" noGrp="1"/>
          </p:cNvSpPr>
          <p:nvPr/>
        </p:nvSpPr>
        <p:spPr>
          <a:xfrm xmlns:a="http://schemas.openxmlformats.org/drawingml/2006/main">
            <a:off x="3771900" y="41338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FF5A1F"/>
                </a:solidFill>
                <a:latin typeface="Poppins"/>
                <a:ea typeface="Poppins"/>
                <a:cs typeface="Poppins"/>
              </a:defRPr>
            </a:pPr>
            <a:r>
              <a:rPr sz="720" b="1">
                <a:solidFill>
                  <a:srgbClr val="FF5A1F"/>
                </a:solidFill>
                <a:latin typeface="Poppins"/>
                <a:ea typeface="Poppins"/>
                <a:cs typeface="Poppins"/>
              </a:rPr>
              <a:t>POST /reviews: rating, comment, images</a:t>
            </a:r>
          </a:p>
        </p:txBody>
      </p:sp>
      <p:sp>
        <p:nvSpPr>
          <p:cNvPr id="271" name="">
            <a:extLst xmlns:a="http://schemas.openxmlformats.org/drawingml/2006/main">
              <a:ext uri="{FF2B5EF4-FFF2-40B4-BE49-F238E27FC236}">
                <a16:creationId xmlns:a16="http://schemas.microsoft.com/office/drawing/2014/main" id="{B2C669D5-3547-4A25-BBD3-059B37EA6325}"/>
              </a:ext>
            </a:extLst>
          </p:cNvPr>
          <p:cNvSpPr>
            <a:spLocks xmlns:a="http://schemas.openxmlformats.org/drawingml/2006/main" noGrp="1"/>
          </p:cNvSpPr>
          <p:nvPr/>
        </p:nvSpPr>
        <p:spPr>
          <a:xfrm xmlns:a="http://schemas.openxmlformats.org/drawingml/2006/main">
            <a:off x="38290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2" name="">
            <a:extLst xmlns:a="http://schemas.openxmlformats.org/drawingml/2006/main">
              <a:ext uri="{FF2B5EF4-FFF2-40B4-BE49-F238E27FC236}">
                <a16:creationId xmlns:a16="http://schemas.microsoft.com/office/drawing/2014/main" id="{77A157BD-D187-47CE-ADA3-7CDDA89D2FF5}"/>
              </a:ext>
            </a:extLst>
          </p:cNvPr>
          <p:cNvSpPr>
            <a:spLocks xmlns:a="http://schemas.openxmlformats.org/drawingml/2006/main" noGrp="1"/>
          </p:cNvSpPr>
          <p:nvPr/>
        </p:nvSpPr>
        <p:spPr>
          <a:xfrm xmlns:a="http://schemas.openxmlformats.org/drawingml/2006/main">
            <a:off x="39338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3" name="">
            <a:extLst xmlns:a="http://schemas.openxmlformats.org/drawingml/2006/main">
              <a:ext uri="{FF2B5EF4-FFF2-40B4-BE49-F238E27FC236}">
                <a16:creationId xmlns:a16="http://schemas.microsoft.com/office/drawing/2014/main" id="{E42AE8A3-A565-4A40-967E-D6534384680B}"/>
              </a:ext>
            </a:extLst>
          </p:cNvPr>
          <p:cNvSpPr>
            <a:spLocks xmlns:a="http://schemas.openxmlformats.org/drawingml/2006/main" noGrp="1"/>
          </p:cNvSpPr>
          <p:nvPr/>
        </p:nvSpPr>
        <p:spPr>
          <a:xfrm xmlns:a="http://schemas.openxmlformats.org/drawingml/2006/main">
            <a:off x="40386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4" name="">
            <a:extLst xmlns:a="http://schemas.openxmlformats.org/drawingml/2006/main">
              <a:ext uri="{FF2B5EF4-FFF2-40B4-BE49-F238E27FC236}">
                <a16:creationId xmlns:a16="http://schemas.microsoft.com/office/drawing/2014/main" id="{918C5B88-9E45-44C5-9EA4-598DDA6F9309}"/>
              </a:ext>
            </a:extLst>
          </p:cNvPr>
          <p:cNvSpPr>
            <a:spLocks xmlns:a="http://schemas.openxmlformats.org/drawingml/2006/main" noGrp="1"/>
          </p:cNvSpPr>
          <p:nvPr/>
        </p:nvSpPr>
        <p:spPr>
          <a:xfrm xmlns:a="http://schemas.openxmlformats.org/drawingml/2006/main">
            <a:off x="41433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5" name="">
            <a:extLst xmlns:a="http://schemas.openxmlformats.org/drawingml/2006/main">
              <a:ext uri="{FF2B5EF4-FFF2-40B4-BE49-F238E27FC236}">
                <a16:creationId xmlns:a16="http://schemas.microsoft.com/office/drawing/2014/main" id="{543D5382-510A-440B-B2CF-25B49B77CFA3}"/>
              </a:ext>
            </a:extLst>
          </p:cNvPr>
          <p:cNvSpPr>
            <a:spLocks xmlns:a="http://schemas.openxmlformats.org/drawingml/2006/main" noGrp="1"/>
          </p:cNvSpPr>
          <p:nvPr/>
        </p:nvSpPr>
        <p:spPr>
          <a:xfrm xmlns:a="http://schemas.openxmlformats.org/drawingml/2006/main">
            <a:off x="42481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6" name="">
            <a:extLst xmlns:a="http://schemas.openxmlformats.org/drawingml/2006/main">
              <a:ext uri="{FF2B5EF4-FFF2-40B4-BE49-F238E27FC236}">
                <a16:creationId xmlns:a16="http://schemas.microsoft.com/office/drawing/2014/main" id="{AD1674D1-9DA7-4D63-BCEC-23C4EE9F1F65}"/>
              </a:ext>
            </a:extLst>
          </p:cNvPr>
          <p:cNvSpPr>
            <a:spLocks xmlns:a="http://schemas.openxmlformats.org/drawingml/2006/main" noGrp="1"/>
          </p:cNvSpPr>
          <p:nvPr/>
        </p:nvSpPr>
        <p:spPr>
          <a:xfrm xmlns:a="http://schemas.openxmlformats.org/drawingml/2006/main">
            <a:off x="43529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7" name="">
            <a:extLst xmlns:a="http://schemas.openxmlformats.org/drawingml/2006/main">
              <a:ext uri="{FF2B5EF4-FFF2-40B4-BE49-F238E27FC236}">
                <a16:creationId xmlns:a16="http://schemas.microsoft.com/office/drawing/2014/main" id="{9E0E2311-D012-4E2B-935C-A983724BBE05}"/>
              </a:ext>
            </a:extLst>
          </p:cNvPr>
          <p:cNvSpPr>
            <a:spLocks xmlns:a="http://schemas.openxmlformats.org/drawingml/2006/main" noGrp="1"/>
          </p:cNvSpPr>
          <p:nvPr/>
        </p:nvSpPr>
        <p:spPr>
          <a:xfrm xmlns:a="http://schemas.openxmlformats.org/drawingml/2006/main">
            <a:off x="44577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8" name="">
            <a:extLst xmlns:a="http://schemas.openxmlformats.org/drawingml/2006/main">
              <a:ext uri="{FF2B5EF4-FFF2-40B4-BE49-F238E27FC236}">
                <a16:creationId xmlns:a16="http://schemas.microsoft.com/office/drawing/2014/main" id="{304D1DC0-781A-4640-B262-4D33FA83B22A}"/>
              </a:ext>
            </a:extLst>
          </p:cNvPr>
          <p:cNvSpPr>
            <a:spLocks xmlns:a="http://schemas.openxmlformats.org/drawingml/2006/main" noGrp="1"/>
          </p:cNvSpPr>
          <p:nvPr/>
        </p:nvSpPr>
        <p:spPr>
          <a:xfrm xmlns:a="http://schemas.openxmlformats.org/drawingml/2006/main">
            <a:off x="45624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79" name="">
            <a:extLst xmlns:a="http://schemas.openxmlformats.org/drawingml/2006/main">
              <a:ext uri="{FF2B5EF4-FFF2-40B4-BE49-F238E27FC236}">
                <a16:creationId xmlns:a16="http://schemas.microsoft.com/office/drawing/2014/main" id="{46DA1317-6E50-4502-BDCA-531F14E83E45}"/>
              </a:ext>
            </a:extLst>
          </p:cNvPr>
          <p:cNvSpPr>
            <a:spLocks xmlns:a="http://schemas.openxmlformats.org/drawingml/2006/main" noGrp="1"/>
          </p:cNvSpPr>
          <p:nvPr/>
        </p:nvSpPr>
        <p:spPr>
          <a:xfrm xmlns:a="http://schemas.openxmlformats.org/drawingml/2006/main">
            <a:off x="46672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0" name="">
            <a:extLst xmlns:a="http://schemas.openxmlformats.org/drawingml/2006/main">
              <a:ext uri="{FF2B5EF4-FFF2-40B4-BE49-F238E27FC236}">
                <a16:creationId xmlns:a16="http://schemas.microsoft.com/office/drawing/2014/main" id="{C0CE8110-3136-4F5A-93F3-5D33DE78988F}"/>
              </a:ext>
            </a:extLst>
          </p:cNvPr>
          <p:cNvSpPr>
            <a:spLocks xmlns:a="http://schemas.openxmlformats.org/drawingml/2006/main" noGrp="1"/>
          </p:cNvSpPr>
          <p:nvPr/>
        </p:nvSpPr>
        <p:spPr>
          <a:xfrm xmlns:a="http://schemas.openxmlformats.org/drawingml/2006/main">
            <a:off x="47720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1" name="">
            <a:extLst xmlns:a="http://schemas.openxmlformats.org/drawingml/2006/main">
              <a:ext uri="{FF2B5EF4-FFF2-40B4-BE49-F238E27FC236}">
                <a16:creationId xmlns:a16="http://schemas.microsoft.com/office/drawing/2014/main" id="{D0AFC9D0-F9FA-4EB8-9D2F-CB04A215D477}"/>
              </a:ext>
            </a:extLst>
          </p:cNvPr>
          <p:cNvSpPr>
            <a:spLocks xmlns:a="http://schemas.openxmlformats.org/drawingml/2006/main" noGrp="1"/>
          </p:cNvSpPr>
          <p:nvPr/>
        </p:nvSpPr>
        <p:spPr>
          <a:xfrm xmlns:a="http://schemas.openxmlformats.org/drawingml/2006/main">
            <a:off x="48768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2" name="">
            <a:extLst xmlns:a="http://schemas.openxmlformats.org/drawingml/2006/main">
              <a:ext uri="{FF2B5EF4-FFF2-40B4-BE49-F238E27FC236}">
                <a16:creationId xmlns:a16="http://schemas.microsoft.com/office/drawing/2014/main" id="{D4DBD5D5-3946-4AC4-A25D-733FC75A4CCC}"/>
              </a:ext>
            </a:extLst>
          </p:cNvPr>
          <p:cNvSpPr>
            <a:spLocks xmlns:a="http://schemas.openxmlformats.org/drawingml/2006/main" noGrp="1"/>
          </p:cNvSpPr>
          <p:nvPr/>
        </p:nvSpPr>
        <p:spPr>
          <a:xfrm xmlns:a="http://schemas.openxmlformats.org/drawingml/2006/main">
            <a:off x="49815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3" name="">
            <a:extLst xmlns:a="http://schemas.openxmlformats.org/drawingml/2006/main">
              <a:ext uri="{FF2B5EF4-FFF2-40B4-BE49-F238E27FC236}">
                <a16:creationId xmlns:a16="http://schemas.microsoft.com/office/drawing/2014/main" id="{16EDA022-94C4-4B5E-B545-0BE5D6DE5A45}"/>
              </a:ext>
            </a:extLst>
          </p:cNvPr>
          <p:cNvSpPr>
            <a:spLocks xmlns:a="http://schemas.openxmlformats.org/drawingml/2006/main" noGrp="1"/>
          </p:cNvSpPr>
          <p:nvPr/>
        </p:nvSpPr>
        <p:spPr>
          <a:xfrm xmlns:a="http://schemas.openxmlformats.org/drawingml/2006/main">
            <a:off x="50863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4" name="">
            <a:extLst xmlns:a="http://schemas.openxmlformats.org/drawingml/2006/main">
              <a:ext uri="{FF2B5EF4-FFF2-40B4-BE49-F238E27FC236}">
                <a16:creationId xmlns:a16="http://schemas.microsoft.com/office/drawing/2014/main" id="{74FB5C13-9783-4ACB-8A74-2EFD002E487E}"/>
              </a:ext>
            </a:extLst>
          </p:cNvPr>
          <p:cNvSpPr>
            <a:spLocks xmlns:a="http://schemas.openxmlformats.org/drawingml/2006/main" noGrp="1"/>
          </p:cNvSpPr>
          <p:nvPr/>
        </p:nvSpPr>
        <p:spPr>
          <a:xfrm xmlns:a="http://schemas.openxmlformats.org/drawingml/2006/main">
            <a:off x="51911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5" name="">
            <a:extLst xmlns:a="http://schemas.openxmlformats.org/drawingml/2006/main">
              <a:ext uri="{FF2B5EF4-FFF2-40B4-BE49-F238E27FC236}">
                <a16:creationId xmlns:a16="http://schemas.microsoft.com/office/drawing/2014/main" id="{8A835FEB-02CC-4DDA-94BD-31BD20E3A482}"/>
              </a:ext>
            </a:extLst>
          </p:cNvPr>
          <p:cNvSpPr>
            <a:spLocks xmlns:a="http://schemas.openxmlformats.org/drawingml/2006/main" noGrp="1"/>
          </p:cNvSpPr>
          <p:nvPr/>
        </p:nvSpPr>
        <p:spPr>
          <a:xfrm xmlns:a="http://schemas.openxmlformats.org/drawingml/2006/main">
            <a:off x="52959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6" name="">
            <a:extLst xmlns:a="http://schemas.openxmlformats.org/drawingml/2006/main">
              <a:ext uri="{FF2B5EF4-FFF2-40B4-BE49-F238E27FC236}">
                <a16:creationId xmlns:a16="http://schemas.microsoft.com/office/drawing/2014/main" id="{57F75A0D-27A3-4F20-8A62-D163BF4A38E6}"/>
              </a:ext>
            </a:extLst>
          </p:cNvPr>
          <p:cNvSpPr>
            <a:spLocks xmlns:a="http://schemas.openxmlformats.org/drawingml/2006/main" noGrp="1"/>
          </p:cNvSpPr>
          <p:nvPr/>
        </p:nvSpPr>
        <p:spPr>
          <a:xfrm xmlns:a="http://schemas.openxmlformats.org/drawingml/2006/main">
            <a:off x="540067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7" name="">
            <a:extLst xmlns:a="http://schemas.openxmlformats.org/drawingml/2006/main">
              <a:ext uri="{FF2B5EF4-FFF2-40B4-BE49-F238E27FC236}">
                <a16:creationId xmlns:a16="http://schemas.microsoft.com/office/drawing/2014/main" id="{F4CB9D4E-620B-4E1A-B5D5-DDE84E21FBB8}"/>
              </a:ext>
            </a:extLst>
          </p:cNvPr>
          <p:cNvSpPr>
            <a:spLocks xmlns:a="http://schemas.openxmlformats.org/drawingml/2006/main" noGrp="1"/>
          </p:cNvSpPr>
          <p:nvPr/>
        </p:nvSpPr>
        <p:spPr>
          <a:xfrm xmlns:a="http://schemas.openxmlformats.org/drawingml/2006/main">
            <a:off x="550545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8" name="">
            <a:extLst xmlns:a="http://schemas.openxmlformats.org/drawingml/2006/main">
              <a:ext uri="{FF2B5EF4-FFF2-40B4-BE49-F238E27FC236}">
                <a16:creationId xmlns:a16="http://schemas.microsoft.com/office/drawing/2014/main" id="{D4389881-505B-4BCB-8243-D4E06E89D391}"/>
              </a:ext>
            </a:extLst>
          </p:cNvPr>
          <p:cNvSpPr>
            <a:spLocks xmlns:a="http://schemas.openxmlformats.org/drawingml/2006/main" noGrp="1"/>
          </p:cNvSpPr>
          <p:nvPr/>
        </p:nvSpPr>
        <p:spPr>
          <a:xfrm xmlns:a="http://schemas.openxmlformats.org/drawingml/2006/main">
            <a:off x="5610225"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89" name="">
            <a:extLst xmlns:a="http://schemas.openxmlformats.org/drawingml/2006/main">
              <a:ext uri="{FF2B5EF4-FFF2-40B4-BE49-F238E27FC236}">
                <a16:creationId xmlns:a16="http://schemas.microsoft.com/office/drawing/2014/main" id="{AE264843-A4FB-4696-A39E-82A2CECE0F3C}"/>
              </a:ext>
            </a:extLst>
          </p:cNvPr>
          <p:cNvSpPr>
            <a:spLocks xmlns:a="http://schemas.openxmlformats.org/drawingml/2006/main" noGrp="1"/>
          </p:cNvSpPr>
          <p:nvPr/>
        </p:nvSpPr>
        <p:spPr>
          <a:xfrm xmlns:a="http://schemas.openxmlformats.org/drawingml/2006/main">
            <a:off x="5715000" y="4495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0" name="">
            <a:extLst xmlns:a="http://schemas.openxmlformats.org/drawingml/2006/main">
              <a:ext uri="{FF2B5EF4-FFF2-40B4-BE49-F238E27FC236}">
                <a16:creationId xmlns:a16="http://schemas.microsoft.com/office/drawing/2014/main" id="{224178C1-16E5-4323-9733-F7B618AAF058}"/>
              </a:ext>
            </a:extLst>
          </p:cNvPr>
          <p:cNvSpPr>
            <a:spLocks xmlns:a="http://schemas.openxmlformats.org/drawingml/2006/main" noGrp="1"/>
          </p:cNvSpPr>
          <p:nvPr/>
        </p:nvSpPr>
        <p:spPr>
          <a:xfrm xmlns:a="http://schemas.openxmlformats.org/drawingml/2006/main">
            <a:off x="3695700" y="44481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291" name="">
            <a:extLst xmlns:a="http://schemas.openxmlformats.org/drawingml/2006/main">
              <a:ext uri="{FF2B5EF4-FFF2-40B4-BE49-F238E27FC236}">
                <a16:creationId xmlns:a16="http://schemas.microsoft.com/office/drawing/2014/main" id="{F056FF6D-59B4-4DD8-AAFA-F64398C0D7AB}"/>
              </a:ext>
            </a:extLst>
          </p:cNvPr>
          <p:cNvSpPr>
            <a:spLocks xmlns:a="http://schemas.openxmlformats.org/drawingml/2006/main" noGrp="1"/>
          </p:cNvSpPr>
          <p:nvPr/>
        </p:nvSpPr>
        <p:spPr>
          <a:xfrm xmlns:a="http://schemas.openxmlformats.org/drawingml/2006/main">
            <a:off x="3771900" y="45339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99111"/>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Only COMPLETED and one review per booking</a:t>
            </a:r>
          </a:p>
        </p:txBody>
      </p:sp>
      <p:sp>
        <p:nvSpPr>
          <p:cNvPr id="292" name="">
            <a:extLst xmlns:a="http://schemas.openxmlformats.org/drawingml/2006/main">
              <a:ext uri="{FF2B5EF4-FFF2-40B4-BE49-F238E27FC236}">
                <a16:creationId xmlns:a16="http://schemas.microsoft.com/office/drawing/2014/main" id="{00908FEF-AE37-43FF-9BB2-B59BCF12A737}"/>
              </a:ext>
            </a:extLst>
          </p:cNvPr>
          <p:cNvSpPr>
            <a:spLocks xmlns:a="http://schemas.openxmlformats.org/drawingml/2006/main" noGrp="1"/>
          </p:cNvSpPr>
          <p:nvPr/>
        </p:nvSpPr>
        <p:spPr>
          <a:xfrm xmlns:a="http://schemas.openxmlformats.org/drawingml/2006/main">
            <a:off x="590550" y="48482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293" name="">
            <a:extLst xmlns:a="http://schemas.openxmlformats.org/drawingml/2006/main">
              <a:ext uri="{FF2B5EF4-FFF2-40B4-BE49-F238E27FC236}">
                <a16:creationId xmlns:a16="http://schemas.microsoft.com/office/drawing/2014/main" id="{60B4DAA5-0AA1-42F6-8EC9-288AEC8B672D}"/>
              </a:ext>
            </a:extLst>
          </p:cNvPr>
          <p:cNvSpPr>
            <a:spLocks xmlns:a="http://schemas.openxmlformats.org/drawingml/2006/main" noGrp="1"/>
          </p:cNvSpPr>
          <p:nvPr/>
        </p:nvSpPr>
        <p:spPr>
          <a:xfrm xmlns:a="http://schemas.openxmlformats.org/drawingml/2006/main">
            <a:off x="590550" y="48958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6</a:t>
            </a:r>
          </a:p>
        </p:txBody>
      </p:sp>
      <p:sp>
        <p:nvSpPr>
          <p:cNvPr id="294" name="">
            <a:extLst xmlns:a="http://schemas.openxmlformats.org/drawingml/2006/main">
              <a:ext uri="{FF2B5EF4-FFF2-40B4-BE49-F238E27FC236}">
                <a16:creationId xmlns:a16="http://schemas.microsoft.com/office/drawing/2014/main" id="{BCDA3A4C-4524-414B-A360-BD2AF8C64297}"/>
              </a:ext>
            </a:extLst>
          </p:cNvPr>
          <p:cNvSpPr>
            <a:spLocks xmlns:a="http://schemas.openxmlformats.org/drawingml/2006/main" noGrp="1"/>
          </p:cNvSpPr>
          <p:nvPr/>
        </p:nvSpPr>
        <p:spPr>
          <a:xfrm xmlns:a="http://schemas.openxmlformats.org/drawingml/2006/main">
            <a:off x="5772150" y="4895850"/>
            <a:ext cx="2076450" cy="76200"/>
          </a:xfrm>
          <a:prstGeom xmlns:a="http://schemas.openxmlformats.org/drawingml/2006/main" prst="rightArrow">
            <a:avLst/>
          </a:prstGeom>
          <a:solidFill xmlns:a="http://schemas.openxmlformats.org/drawingml/2006/main">
            <a:srgbClr val="16A34A"/>
          </a:solidFill>
          <a:ln xmlns:a="http://schemas.openxmlformats.org/drawingml/2006/main" w="0">
            <a:solidFill>
              <a:srgbClr val="16A34A"/>
            </a:solidFill>
          </a:ln>
        </p:spPr>
      </p:sp>
      <p:sp>
        <p:nvSpPr>
          <p:cNvPr id="295" name="">
            <a:extLst xmlns:a="http://schemas.openxmlformats.org/drawingml/2006/main">
              <a:ext uri="{FF2B5EF4-FFF2-40B4-BE49-F238E27FC236}">
                <a16:creationId xmlns:a16="http://schemas.microsoft.com/office/drawing/2014/main" id="{3AB727F2-7E7B-4B26-B46A-FC587A5EE94F}"/>
              </a:ext>
            </a:extLst>
          </p:cNvPr>
          <p:cNvSpPr>
            <a:spLocks xmlns:a="http://schemas.openxmlformats.org/drawingml/2006/main" noGrp="1"/>
          </p:cNvSpPr>
          <p:nvPr/>
        </p:nvSpPr>
        <p:spPr>
          <a:xfrm xmlns:a="http://schemas.openxmlformats.org/drawingml/2006/main">
            <a:off x="5848350" y="470535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16A34A"/>
                </a:solidFill>
                <a:latin typeface="Poppins"/>
                <a:ea typeface="Poppins"/>
                <a:cs typeface="Poppins"/>
              </a:defRPr>
            </a:pPr>
            <a:r>
              <a:rPr sz="720" b="1">
                <a:solidFill>
                  <a:srgbClr val="16A34A"/>
                </a:solidFill>
                <a:latin typeface="Poppins"/>
                <a:ea typeface="Poppins"/>
                <a:cs typeface="Poppins"/>
              </a:rPr>
              <a:t>Save review + loyalty bonus transaction</a:t>
            </a:r>
          </a:p>
        </p:txBody>
      </p:sp>
      <p:sp>
        <p:nvSpPr>
          <p:cNvPr id="296" name="">
            <a:extLst xmlns:a="http://schemas.openxmlformats.org/drawingml/2006/main">
              <a:ext uri="{FF2B5EF4-FFF2-40B4-BE49-F238E27FC236}">
                <a16:creationId xmlns:a16="http://schemas.microsoft.com/office/drawing/2014/main" id="{2615501D-7C14-4C8D-9EBB-791ABB930EB6}"/>
              </a:ext>
            </a:extLst>
          </p:cNvPr>
          <p:cNvSpPr>
            <a:spLocks xmlns:a="http://schemas.openxmlformats.org/drawingml/2006/main" noGrp="1"/>
          </p:cNvSpPr>
          <p:nvPr/>
        </p:nvSpPr>
        <p:spPr>
          <a:xfrm xmlns:a="http://schemas.openxmlformats.org/drawingml/2006/main">
            <a:off x="59055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7" name="">
            <a:extLst xmlns:a="http://schemas.openxmlformats.org/drawingml/2006/main">
              <a:ext uri="{FF2B5EF4-FFF2-40B4-BE49-F238E27FC236}">
                <a16:creationId xmlns:a16="http://schemas.microsoft.com/office/drawing/2014/main" id="{A4C949CC-54EA-49FD-B2DB-AE48993F4700}"/>
              </a:ext>
            </a:extLst>
          </p:cNvPr>
          <p:cNvSpPr>
            <a:spLocks xmlns:a="http://schemas.openxmlformats.org/drawingml/2006/main" noGrp="1"/>
          </p:cNvSpPr>
          <p:nvPr/>
        </p:nvSpPr>
        <p:spPr>
          <a:xfrm xmlns:a="http://schemas.openxmlformats.org/drawingml/2006/main">
            <a:off x="60102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8" name="">
            <a:extLst xmlns:a="http://schemas.openxmlformats.org/drawingml/2006/main">
              <a:ext uri="{FF2B5EF4-FFF2-40B4-BE49-F238E27FC236}">
                <a16:creationId xmlns:a16="http://schemas.microsoft.com/office/drawing/2014/main" id="{DF751789-FBBF-42CE-9019-757B413ECDEA}"/>
              </a:ext>
            </a:extLst>
          </p:cNvPr>
          <p:cNvSpPr>
            <a:spLocks xmlns:a="http://schemas.openxmlformats.org/drawingml/2006/main" noGrp="1"/>
          </p:cNvSpPr>
          <p:nvPr/>
        </p:nvSpPr>
        <p:spPr>
          <a:xfrm xmlns:a="http://schemas.openxmlformats.org/drawingml/2006/main">
            <a:off x="61150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299" name="">
            <a:extLst xmlns:a="http://schemas.openxmlformats.org/drawingml/2006/main">
              <a:ext uri="{FF2B5EF4-FFF2-40B4-BE49-F238E27FC236}">
                <a16:creationId xmlns:a16="http://schemas.microsoft.com/office/drawing/2014/main" id="{63FA537B-CCFE-48E6-9172-CFB01A751661}"/>
              </a:ext>
            </a:extLst>
          </p:cNvPr>
          <p:cNvSpPr>
            <a:spLocks xmlns:a="http://schemas.openxmlformats.org/drawingml/2006/main" noGrp="1"/>
          </p:cNvSpPr>
          <p:nvPr/>
        </p:nvSpPr>
        <p:spPr>
          <a:xfrm xmlns:a="http://schemas.openxmlformats.org/drawingml/2006/main">
            <a:off x="62198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0" name="">
            <a:extLst xmlns:a="http://schemas.openxmlformats.org/drawingml/2006/main">
              <a:ext uri="{FF2B5EF4-FFF2-40B4-BE49-F238E27FC236}">
                <a16:creationId xmlns:a16="http://schemas.microsoft.com/office/drawing/2014/main" id="{41984AEB-50ED-44B8-8DA9-AF0C78B7683F}"/>
              </a:ext>
            </a:extLst>
          </p:cNvPr>
          <p:cNvSpPr>
            <a:spLocks xmlns:a="http://schemas.openxmlformats.org/drawingml/2006/main" noGrp="1"/>
          </p:cNvSpPr>
          <p:nvPr/>
        </p:nvSpPr>
        <p:spPr>
          <a:xfrm xmlns:a="http://schemas.openxmlformats.org/drawingml/2006/main">
            <a:off x="63246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1" name="">
            <a:extLst xmlns:a="http://schemas.openxmlformats.org/drawingml/2006/main">
              <a:ext uri="{FF2B5EF4-FFF2-40B4-BE49-F238E27FC236}">
                <a16:creationId xmlns:a16="http://schemas.microsoft.com/office/drawing/2014/main" id="{54F2CD8B-8FAF-4E06-AF6D-A54C5F5AF703}"/>
              </a:ext>
            </a:extLst>
          </p:cNvPr>
          <p:cNvSpPr>
            <a:spLocks xmlns:a="http://schemas.openxmlformats.org/drawingml/2006/main" noGrp="1"/>
          </p:cNvSpPr>
          <p:nvPr/>
        </p:nvSpPr>
        <p:spPr>
          <a:xfrm xmlns:a="http://schemas.openxmlformats.org/drawingml/2006/main">
            <a:off x="64293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2" name="">
            <a:extLst xmlns:a="http://schemas.openxmlformats.org/drawingml/2006/main">
              <a:ext uri="{FF2B5EF4-FFF2-40B4-BE49-F238E27FC236}">
                <a16:creationId xmlns:a16="http://schemas.microsoft.com/office/drawing/2014/main" id="{13261528-BB69-4720-8174-13D6D9FE6475}"/>
              </a:ext>
            </a:extLst>
          </p:cNvPr>
          <p:cNvSpPr>
            <a:spLocks xmlns:a="http://schemas.openxmlformats.org/drawingml/2006/main" noGrp="1"/>
          </p:cNvSpPr>
          <p:nvPr/>
        </p:nvSpPr>
        <p:spPr>
          <a:xfrm xmlns:a="http://schemas.openxmlformats.org/drawingml/2006/main">
            <a:off x="65341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3" name="">
            <a:extLst xmlns:a="http://schemas.openxmlformats.org/drawingml/2006/main">
              <a:ext uri="{FF2B5EF4-FFF2-40B4-BE49-F238E27FC236}">
                <a16:creationId xmlns:a16="http://schemas.microsoft.com/office/drawing/2014/main" id="{12E8329B-62A3-455D-B2D2-33A03819F3F7}"/>
              </a:ext>
            </a:extLst>
          </p:cNvPr>
          <p:cNvSpPr>
            <a:spLocks xmlns:a="http://schemas.openxmlformats.org/drawingml/2006/main" noGrp="1"/>
          </p:cNvSpPr>
          <p:nvPr/>
        </p:nvSpPr>
        <p:spPr>
          <a:xfrm xmlns:a="http://schemas.openxmlformats.org/drawingml/2006/main">
            <a:off x="66389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4" name="">
            <a:extLst xmlns:a="http://schemas.openxmlformats.org/drawingml/2006/main">
              <a:ext uri="{FF2B5EF4-FFF2-40B4-BE49-F238E27FC236}">
                <a16:creationId xmlns:a16="http://schemas.microsoft.com/office/drawing/2014/main" id="{993F27F8-0DBD-4FB8-B3D6-3F874F0F7625}"/>
              </a:ext>
            </a:extLst>
          </p:cNvPr>
          <p:cNvSpPr>
            <a:spLocks xmlns:a="http://schemas.openxmlformats.org/drawingml/2006/main" noGrp="1"/>
          </p:cNvSpPr>
          <p:nvPr/>
        </p:nvSpPr>
        <p:spPr>
          <a:xfrm xmlns:a="http://schemas.openxmlformats.org/drawingml/2006/main">
            <a:off x="67437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5" name="">
            <a:extLst xmlns:a="http://schemas.openxmlformats.org/drawingml/2006/main">
              <a:ext uri="{FF2B5EF4-FFF2-40B4-BE49-F238E27FC236}">
                <a16:creationId xmlns:a16="http://schemas.microsoft.com/office/drawing/2014/main" id="{CC614664-5FBA-49A2-B5E3-707342B86CA9}"/>
              </a:ext>
            </a:extLst>
          </p:cNvPr>
          <p:cNvSpPr>
            <a:spLocks xmlns:a="http://schemas.openxmlformats.org/drawingml/2006/main" noGrp="1"/>
          </p:cNvSpPr>
          <p:nvPr/>
        </p:nvSpPr>
        <p:spPr>
          <a:xfrm xmlns:a="http://schemas.openxmlformats.org/drawingml/2006/main">
            <a:off x="68484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6" name="">
            <a:extLst xmlns:a="http://schemas.openxmlformats.org/drawingml/2006/main">
              <a:ext uri="{FF2B5EF4-FFF2-40B4-BE49-F238E27FC236}">
                <a16:creationId xmlns:a16="http://schemas.microsoft.com/office/drawing/2014/main" id="{892BD36D-9B96-4FFA-9E07-D3FCBFEBF86F}"/>
              </a:ext>
            </a:extLst>
          </p:cNvPr>
          <p:cNvSpPr>
            <a:spLocks xmlns:a="http://schemas.openxmlformats.org/drawingml/2006/main" noGrp="1"/>
          </p:cNvSpPr>
          <p:nvPr/>
        </p:nvSpPr>
        <p:spPr>
          <a:xfrm xmlns:a="http://schemas.openxmlformats.org/drawingml/2006/main">
            <a:off x="69532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7" name="">
            <a:extLst xmlns:a="http://schemas.openxmlformats.org/drawingml/2006/main">
              <a:ext uri="{FF2B5EF4-FFF2-40B4-BE49-F238E27FC236}">
                <a16:creationId xmlns:a16="http://schemas.microsoft.com/office/drawing/2014/main" id="{46376190-05F3-4A67-95E8-E9CC61B936DA}"/>
              </a:ext>
            </a:extLst>
          </p:cNvPr>
          <p:cNvSpPr>
            <a:spLocks xmlns:a="http://schemas.openxmlformats.org/drawingml/2006/main" noGrp="1"/>
          </p:cNvSpPr>
          <p:nvPr/>
        </p:nvSpPr>
        <p:spPr>
          <a:xfrm xmlns:a="http://schemas.openxmlformats.org/drawingml/2006/main">
            <a:off x="70580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8" name="">
            <a:extLst xmlns:a="http://schemas.openxmlformats.org/drawingml/2006/main">
              <a:ext uri="{FF2B5EF4-FFF2-40B4-BE49-F238E27FC236}">
                <a16:creationId xmlns:a16="http://schemas.microsoft.com/office/drawing/2014/main" id="{E0428C43-4A9E-4D41-8CCE-C60F87379AF1}"/>
              </a:ext>
            </a:extLst>
          </p:cNvPr>
          <p:cNvSpPr>
            <a:spLocks xmlns:a="http://schemas.openxmlformats.org/drawingml/2006/main" noGrp="1"/>
          </p:cNvSpPr>
          <p:nvPr/>
        </p:nvSpPr>
        <p:spPr>
          <a:xfrm xmlns:a="http://schemas.openxmlformats.org/drawingml/2006/main">
            <a:off x="71628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09" name="">
            <a:extLst xmlns:a="http://schemas.openxmlformats.org/drawingml/2006/main">
              <a:ext uri="{FF2B5EF4-FFF2-40B4-BE49-F238E27FC236}">
                <a16:creationId xmlns:a16="http://schemas.microsoft.com/office/drawing/2014/main" id="{D8B7837A-DCF5-4E54-90DE-D9CBF274A628}"/>
              </a:ext>
            </a:extLst>
          </p:cNvPr>
          <p:cNvSpPr>
            <a:spLocks xmlns:a="http://schemas.openxmlformats.org/drawingml/2006/main" noGrp="1"/>
          </p:cNvSpPr>
          <p:nvPr/>
        </p:nvSpPr>
        <p:spPr>
          <a:xfrm xmlns:a="http://schemas.openxmlformats.org/drawingml/2006/main">
            <a:off x="72675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0" name="">
            <a:extLst xmlns:a="http://schemas.openxmlformats.org/drawingml/2006/main">
              <a:ext uri="{FF2B5EF4-FFF2-40B4-BE49-F238E27FC236}">
                <a16:creationId xmlns:a16="http://schemas.microsoft.com/office/drawing/2014/main" id="{CE8F9F6F-69C4-42FC-9CEA-27B4E105D5AF}"/>
              </a:ext>
            </a:extLst>
          </p:cNvPr>
          <p:cNvSpPr>
            <a:spLocks xmlns:a="http://schemas.openxmlformats.org/drawingml/2006/main" noGrp="1"/>
          </p:cNvSpPr>
          <p:nvPr/>
        </p:nvSpPr>
        <p:spPr>
          <a:xfrm xmlns:a="http://schemas.openxmlformats.org/drawingml/2006/main">
            <a:off x="73723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1" name="">
            <a:extLst xmlns:a="http://schemas.openxmlformats.org/drawingml/2006/main">
              <a:ext uri="{FF2B5EF4-FFF2-40B4-BE49-F238E27FC236}">
                <a16:creationId xmlns:a16="http://schemas.microsoft.com/office/drawing/2014/main" id="{B1C8868C-B0B1-4BA5-845F-842F0FFD3D27}"/>
              </a:ext>
            </a:extLst>
          </p:cNvPr>
          <p:cNvSpPr>
            <a:spLocks xmlns:a="http://schemas.openxmlformats.org/drawingml/2006/main" noGrp="1"/>
          </p:cNvSpPr>
          <p:nvPr/>
        </p:nvSpPr>
        <p:spPr>
          <a:xfrm xmlns:a="http://schemas.openxmlformats.org/drawingml/2006/main">
            <a:off x="747712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2" name="">
            <a:extLst xmlns:a="http://schemas.openxmlformats.org/drawingml/2006/main">
              <a:ext uri="{FF2B5EF4-FFF2-40B4-BE49-F238E27FC236}">
                <a16:creationId xmlns:a16="http://schemas.microsoft.com/office/drawing/2014/main" id="{E983A406-B50E-43ED-BAC4-4E456463D5C0}"/>
              </a:ext>
            </a:extLst>
          </p:cNvPr>
          <p:cNvSpPr>
            <a:spLocks xmlns:a="http://schemas.openxmlformats.org/drawingml/2006/main" noGrp="1"/>
          </p:cNvSpPr>
          <p:nvPr/>
        </p:nvSpPr>
        <p:spPr>
          <a:xfrm xmlns:a="http://schemas.openxmlformats.org/drawingml/2006/main">
            <a:off x="758190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3" name="">
            <a:extLst xmlns:a="http://schemas.openxmlformats.org/drawingml/2006/main">
              <a:ext uri="{FF2B5EF4-FFF2-40B4-BE49-F238E27FC236}">
                <a16:creationId xmlns:a16="http://schemas.microsoft.com/office/drawing/2014/main" id="{FEF7282F-7AD9-4AB5-94C1-B4B618AADE4E}"/>
              </a:ext>
            </a:extLst>
          </p:cNvPr>
          <p:cNvSpPr>
            <a:spLocks xmlns:a="http://schemas.openxmlformats.org/drawingml/2006/main" noGrp="1"/>
          </p:cNvSpPr>
          <p:nvPr/>
        </p:nvSpPr>
        <p:spPr>
          <a:xfrm xmlns:a="http://schemas.openxmlformats.org/drawingml/2006/main">
            <a:off x="7686675"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4" name="">
            <a:extLst xmlns:a="http://schemas.openxmlformats.org/drawingml/2006/main">
              <a:ext uri="{FF2B5EF4-FFF2-40B4-BE49-F238E27FC236}">
                <a16:creationId xmlns:a16="http://schemas.microsoft.com/office/drawing/2014/main" id="{94DB92BA-99CF-43CE-9367-80FAB0CC39A9}"/>
              </a:ext>
            </a:extLst>
          </p:cNvPr>
          <p:cNvSpPr>
            <a:spLocks xmlns:a="http://schemas.openxmlformats.org/drawingml/2006/main" noGrp="1"/>
          </p:cNvSpPr>
          <p:nvPr/>
        </p:nvSpPr>
        <p:spPr>
          <a:xfrm xmlns:a="http://schemas.openxmlformats.org/drawingml/2006/main">
            <a:off x="7791450" y="50673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15" name="">
            <a:extLst xmlns:a="http://schemas.openxmlformats.org/drawingml/2006/main">
              <a:ext uri="{FF2B5EF4-FFF2-40B4-BE49-F238E27FC236}">
                <a16:creationId xmlns:a16="http://schemas.microsoft.com/office/drawing/2014/main" id="{D58EBFF0-688F-4CE7-9906-82785C30DE20}"/>
              </a:ext>
            </a:extLst>
          </p:cNvPr>
          <p:cNvSpPr>
            <a:spLocks xmlns:a="http://schemas.openxmlformats.org/drawingml/2006/main" noGrp="1"/>
          </p:cNvSpPr>
          <p:nvPr/>
        </p:nvSpPr>
        <p:spPr>
          <a:xfrm xmlns:a="http://schemas.openxmlformats.org/drawingml/2006/main">
            <a:off x="5772150" y="501967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316" name="">
            <a:extLst xmlns:a="http://schemas.openxmlformats.org/drawingml/2006/main">
              <a:ext uri="{FF2B5EF4-FFF2-40B4-BE49-F238E27FC236}">
                <a16:creationId xmlns:a16="http://schemas.microsoft.com/office/drawing/2014/main" id="{739FC0A1-28B7-4D5F-8F4F-C5AD895C3EBB}"/>
              </a:ext>
            </a:extLst>
          </p:cNvPr>
          <p:cNvSpPr>
            <a:spLocks xmlns:a="http://schemas.openxmlformats.org/drawingml/2006/main" noGrp="1"/>
          </p:cNvSpPr>
          <p:nvPr/>
        </p:nvSpPr>
        <p:spPr>
          <a:xfrm xmlns:a="http://schemas.openxmlformats.org/drawingml/2006/main">
            <a:off x="5848350" y="5105400"/>
            <a:ext cx="192405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Review persisted; +10 review bonus points</a:t>
            </a:r>
          </a:p>
        </p:txBody>
      </p:sp>
      <p:sp>
        <p:nvSpPr>
          <p:cNvPr id="317" name="">
            <a:extLst xmlns:a="http://schemas.openxmlformats.org/drawingml/2006/main">
              <a:ext uri="{FF2B5EF4-FFF2-40B4-BE49-F238E27FC236}">
                <a16:creationId xmlns:a16="http://schemas.microsoft.com/office/drawing/2014/main" id="{71E8BF26-B8A2-44B0-93B9-5DB21E5BA906}"/>
              </a:ext>
            </a:extLst>
          </p:cNvPr>
          <p:cNvSpPr>
            <a:spLocks xmlns:a="http://schemas.openxmlformats.org/drawingml/2006/main" noGrp="1"/>
          </p:cNvSpPr>
          <p:nvPr/>
        </p:nvSpPr>
        <p:spPr>
          <a:xfrm xmlns:a="http://schemas.openxmlformats.org/drawingml/2006/main">
            <a:off x="590550" y="5419725"/>
            <a:ext cx="266700" cy="266700"/>
          </a:xfrm>
          <a:prstGeom xmlns:a="http://schemas.openxmlformats.org/drawingml/2006/main" prst="ellipse">
            <a:avLst/>
          </a:prstGeom>
          <a:solidFill xmlns:a="http://schemas.openxmlformats.org/drawingml/2006/main">
            <a:srgbClr val="8613B8"/>
          </a:solidFill>
          <a:ln xmlns:a="http://schemas.openxmlformats.org/drawingml/2006/main" w="0">
            <a:solidFill>
              <a:srgbClr val="8613B8"/>
            </a:solidFill>
          </a:ln>
        </p:spPr>
      </p:sp>
      <p:sp>
        <p:nvSpPr>
          <p:cNvPr id="318" name="">
            <a:extLst xmlns:a="http://schemas.openxmlformats.org/drawingml/2006/main">
              <a:ext uri="{FF2B5EF4-FFF2-40B4-BE49-F238E27FC236}">
                <a16:creationId xmlns:a16="http://schemas.microsoft.com/office/drawing/2014/main" id="{6FF7334D-F790-40B1-93B9-4DE24A1862F4}"/>
              </a:ext>
            </a:extLst>
          </p:cNvPr>
          <p:cNvSpPr>
            <a:spLocks xmlns:a="http://schemas.openxmlformats.org/drawingml/2006/main" noGrp="1"/>
          </p:cNvSpPr>
          <p:nvPr/>
        </p:nvSpPr>
        <p:spPr>
          <a:xfrm xmlns:a="http://schemas.openxmlformats.org/drawingml/2006/main">
            <a:off x="590550" y="5467350"/>
            <a:ext cx="2667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88" b="1">
                <a:solidFill>
                  <a:srgbClr val="FFFFFF"/>
                </a:solidFill>
                <a:latin typeface="Poppins"/>
                <a:ea typeface="Poppins"/>
                <a:cs typeface="Poppins"/>
              </a:defRPr>
            </a:pPr>
            <a:r>
              <a:rPr sz="788" b="1">
                <a:solidFill>
                  <a:srgbClr val="FFFFFF"/>
                </a:solidFill>
                <a:latin typeface="Poppins"/>
                <a:ea typeface="Poppins"/>
                <a:cs typeface="Poppins"/>
              </a:rPr>
              <a:t>7</a:t>
            </a:r>
          </a:p>
        </p:txBody>
      </p:sp>
      <p:sp>
        <p:nvSpPr>
          <p:cNvPr id="319" name="">
            <a:extLst xmlns:a="http://schemas.openxmlformats.org/drawingml/2006/main">
              <a:ext uri="{FF2B5EF4-FFF2-40B4-BE49-F238E27FC236}">
                <a16:creationId xmlns:a16="http://schemas.microsoft.com/office/drawing/2014/main" id="{5C50891E-BC0E-4B9B-9935-B4039C223D44}"/>
              </a:ext>
            </a:extLst>
          </p:cNvPr>
          <p:cNvSpPr>
            <a:spLocks xmlns:a="http://schemas.openxmlformats.org/drawingml/2006/main" noGrp="1"/>
          </p:cNvSpPr>
          <p:nvPr/>
        </p:nvSpPr>
        <p:spPr>
          <a:xfrm xmlns:a="http://schemas.openxmlformats.org/drawingml/2006/main">
            <a:off x="5772150" y="5467350"/>
            <a:ext cx="4152900" cy="76200"/>
          </a:xfrm>
          <a:prstGeom xmlns:a="http://schemas.openxmlformats.org/drawingml/2006/main" prst="leftArrow">
            <a:avLst/>
          </a:prstGeom>
          <a:solidFill xmlns:a="http://schemas.openxmlformats.org/drawingml/2006/main">
            <a:srgbClr val="FF5A1F"/>
          </a:solidFill>
          <a:ln xmlns:a="http://schemas.openxmlformats.org/drawingml/2006/main" w="0">
            <a:solidFill>
              <a:srgbClr val="FF5A1F"/>
            </a:solidFill>
          </a:ln>
        </p:spPr>
      </p:sp>
      <p:sp>
        <p:nvSpPr>
          <p:cNvPr id="320" name="">
            <a:extLst xmlns:a="http://schemas.openxmlformats.org/drawingml/2006/main">
              <a:ext uri="{FF2B5EF4-FFF2-40B4-BE49-F238E27FC236}">
                <a16:creationId xmlns:a16="http://schemas.microsoft.com/office/drawing/2014/main" id="{916883F0-257D-48EE-8855-9D11220CB37D}"/>
              </a:ext>
            </a:extLst>
          </p:cNvPr>
          <p:cNvSpPr>
            <a:spLocks xmlns:a="http://schemas.openxmlformats.org/drawingml/2006/main" noGrp="1"/>
          </p:cNvSpPr>
          <p:nvPr/>
        </p:nvSpPr>
        <p:spPr>
          <a:xfrm xmlns:a="http://schemas.openxmlformats.org/drawingml/2006/main">
            <a:off x="5848350" y="5276850"/>
            <a:ext cx="4000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20" b="1">
                <a:solidFill>
                  <a:srgbClr val="FF5A1F"/>
                </a:solidFill>
                <a:latin typeface="Poppins"/>
                <a:ea typeface="Poppins"/>
                <a:cs typeface="Poppins"/>
              </a:defRPr>
            </a:pPr>
            <a:r>
              <a:rPr sz="720" b="1">
                <a:solidFill>
                  <a:srgbClr val="FF5A1F"/>
                </a:solidFill>
                <a:latin typeface="Poppins"/>
                <a:ea typeface="Poppins"/>
                <a:cs typeface="Poppins"/>
              </a:rPr>
              <a:t>Admin/Manager GET reviews, reports, staff KPI</a:t>
            </a:r>
          </a:p>
        </p:txBody>
      </p:sp>
      <p:sp>
        <p:nvSpPr>
          <p:cNvPr id="321" name="">
            <a:extLst xmlns:a="http://schemas.openxmlformats.org/drawingml/2006/main">
              <a:ext uri="{FF2B5EF4-FFF2-40B4-BE49-F238E27FC236}">
                <a16:creationId xmlns:a16="http://schemas.microsoft.com/office/drawing/2014/main" id="{FABEEC4D-25AA-4814-9DD7-8D02E9ED6218}"/>
              </a:ext>
            </a:extLst>
          </p:cNvPr>
          <p:cNvSpPr>
            <a:spLocks xmlns:a="http://schemas.openxmlformats.org/drawingml/2006/main" noGrp="1"/>
          </p:cNvSpPr>
          <p:nvPr/>
        </p:nvSpPr>
        <p:spPr>
          <a:xfrm xmlns:a="http://schemas.openxmlformats.org/drawingml/2006/main">
            <a:off x="59055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2" name="">
            <a:extLst xmlns:a="http://schemas.openxmlformats.org/drawingml/2006/main">
              <a:ext uri="{FF2B5EF4-FFF2-40B4-BE49-F238E27FC236}">
                <a16:creationId xmlns:a16="http://schemas.microsoft.com/office/drawing/2014/main" id="{CCABE650-111B-4075-9D4D-F41D74D9522A}"/>
              </a:ext>
            </a:extLst>
          </p:cNvPr>
          <p:cNvSpPr>
            <a:spLocks xmlns:a="http://schemas.openxmlformats.org/drawingml/2006/main" noGrp="1"/>
          </p:cNvSpPr>
          <p:nvPr/>
        </p:nvSpPr>
        <p:spPr>
          <a:xfrm xmlns:a="http://schemas.openxmlformats.org/drawingml/2006/main">
            <a:off x="60102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3" name="">
            <a:extLst xmlns:a="http://schemas.openxmlformats.org/drawingml/2006/main">
              <a:ext uri="{FF2B5EF4-FFF2-40B4-BE49-F238E27FC236}">
                <a16:creationId xmlns:a16="http://schemas.microsoft.com/office/drawing/2014/main" id="{1DE6508A-4B6D-4510-ACD1-383376FA61F4}"/>
              </a:ext>
            </a:extLst>
          </p:cNvPr>
          <p:cNvSpPr>
            <a:spLocks xmlns:a="http://schemas.openxmlformats.org/drawingml/2006/main" noGrp="1"/>
          </p:cNvSpPr>
          <p:nvPr/>
        </p:nvSpPr>
        <p:spPr>
          <a:xfrm xmlns:a="http://schemas.openxmlformats.org/drawingml/2006/main">
            <a:off x="61150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4" name="">
            <a:extLst xmlns:a="http://schemas.openxmlformats.org/drawingml/2006/main">
              <a:ext uri="{FF2B5EF4-FFF2-40B4-BE49-F238E27FC236}">
                <a16:creationId xmlns:a16="http://schemas.microsoft.com/office/drawing/2014/main" id="{527DCA9C-8AF7-4403-9668-8B1DF794EFBF}"/>
              </a:ext>
            </a:extLst>
          </p:cNvPr>
          <p:cNvSpPr>
            <a:spLocks xmlns:a="http://schemas.openxmlformats.org/drawingml/2006/main" noGrp="1"/>
          </p:cNvSpPr>
          <p:nvPr/>
        </p:nvSpPr>
        <p:spPr>
          <a:xfrm xmlns:a="http://schemas.openxmlformats.org/drawingml/2006/main">
            <a:off x="62198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5" name="">
            <a:extLst xmlns:a="http://schemas.openxmlformats.org/drawingml/2006/main">
              <a:ext uri="{FF2B5EF4-FFF2-40B4-BE49-F238E27FC236}">
                <a16:creationId xmlns:a16="http://schemas.microsoft.com/office/drawing/2014/main" id="{2AE52AA1-53D9-4C30-BB9F-B51AF5753122}"/>
              </a:ext>
            </a:extLst>
          </p:cNvPr>
          <p:cNvSpPr>
            <a:spLocks xmlns:a="http://schemas.openxmlformats.org/drawingml/2006/main" noGrp="1"/>
          </p:cNvSpPr>
          <p:nvPr/>
        </p:nvSpPr>
        <p:spPr>
          <a:xfrm xmlns:a="http://schemas.openxmlformats.org/drawingml/2006/main">
            <a:off x="63246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6" name="">
            <a:extLst xmlns:a="http://schemas.openxmlformats.org/drawingml/2006/main">
              <a:ext uri="{FF2B5EF4-FFF2-40B4-BE49-F238E27FC236}">
                <a16:creationId xmlns:a16="http://schemas.microsoft.com/office/drawing/2014/main" id="{CF4F75E6-DB4A-4C14-9699-ECB00FED566E}"/>
              </a:ext>
            </a:extLst>
          </p:cNvPr>
          <p:cNvSpPr>
            <a:spLocks xmlns:a="http://schemas.openxmlformats.org/drawingml/2006/main" noGrp="1"/>
          </p:cNvSpPr>
          <p:nvPr/>
        </p:nvSpPr>
        <p:spPr>
          <a:xfrm xmlns:a="http://schemas.openxmlformats.org/drawingml/2006/main">
            <a:off x="64293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7" name="">
            <a:extLst xmlns:a="http://schemas.openxmlformats.org/drawingml/2006/main">
              <a:ext uri="{FF2B5EF4-FFF2-40B4-BE49-F238E27FC236}">
                <a16:creationId xmlns:a16="http://schemas.microsoft.com/office/drawing/2014/main" id="{CDF9F823-E855-459D-984E-F8324BFBD9EA}"/>
              </a:ext>
            </a:extLst>
          </p:cNvPr>
          <p:cNvSpPr>
            <a:spLocks xmlns:a="http://schemas.openxmlformats.org/drawingml/2006/main" noGrp="1"/>
          </p:cNvSpPr>
          <p:nvPr/>
        </p:nvSpPr>
        <p:spPr>
          <a:xfrm xmlns:a="http://schemas.openxmlformats.org/drawingml/2006/main">
            <a:off x="65341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8" name="">
            <a:extLst xmlns:a="http://schemas.openxmlformats.org/drawingml/2006/main">
              <a:ext uri="{FF2B5EF4-FFF2-40B4-BE49-F238E27FC236}">
                <a16:creationId xmlns:a16="http://schemas.microsoft.com/office/drawing/2014/main" id="{A13EF05E-0F50-4587-9AE3-C865EA7BC16C}"/>
              </a:ext>
            </a:extLst>
          </p:cNvPr>
          <p:cNvSpPr>
            <a:spLocks xmlns:a="http://schemas.openxmlformats.org/drawingml/2006/main" noGrp="1"/>
          </p:cNvSpPr>
          <p:nvPr/>
        </p:nvSpPr>
        <p:spPr>
          <a:xfrm xmlns:a="http://schemas.openxmlformats.org/drawingml/2006/main">
            <a:off x="66389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29" name="">
            <a:extLst xmlns:a="http://schemas.openxmlformats.org/drawingml/2006/main">
              <a:ext uri="{FF2B5EF4-FFF2-40B4-BE49-F238E27FC236}">
                <a16:creationId xmlns:a16="http://schemas.microsoft.com/office/drawing/2014/main" id="{999753FA-8B9F-4B46-A46D-28CBDCD848AF}"/>
              </a:ext>
            </a:extLst>
          </p:cNvPr>
          <p:cNvSpPr>
            <a:spLocks xmlns:a="http://schemas.openxmlformats.org/drawingml/2006/main" noGrp="1"/>
          </p:cNvSpPr>
          <p:nvPr/>
        </p:nvSpPr>
        <p:spPr>
          <a:xfrm xmlns:a="http://schemas.openxmlformats.org/drawingml/2006/main">
            <a:off x="67437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0" name="">
            <a:extLst xmlns:a="http://schemas.openxmlformats.org/drawingml/2006/main">
              <a:ext uri="{FF2B5EF4-FFF2-40B4-BE49-F238E27FC236}">
                <a16:creationId xmlns:a16="http://schemas.microsoft.com/office/drawing/2014/main" id="{111D6A9B-E76E-421A-98C2-791BDAE77D9A}"/>
              </a:ext>
            </a:extLst>
          </p:cNvPr>
          <p:cNvSpPr>
            <a:spLocks xmlns:a="http://schemas.openxmlformats.org/drawingml/2006/main" noGrp="1"/>
          </p:cNvSpPr>
          <p:nvPr/>
        </p:nvSpPr>
        <p:spPr>
          <a:xfrm xmlns:a="http://schemas.openxmlformats.org/drawingml/2006/main">
            <a:off x="68484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1" name="">
            <a:extLst xmlns:a="http://schemas.openxmlformats.org/drawingml/2006/main">
              <a:ext uri="{FF2B5EF4-FFF2-40B4-BE49-F238E27FC236}">
                <a16:creationId xmlns:a16="http://schemas.microsoft.com/office/drawing/2014/main" id="{6479B8D2-25FD-44F8-9818-361CA4FB4F42}"/>
              </a:ext>
            </a:extLst>
          </p:cNvPr>
          <p:cNvSpPr>
            <a:spLocks xmlns:a="http://schemas.openxmlformats.org/drawingml/2006/main" noGrp="1"/>
          </p:cNvSpPr>
          <p:nvPr/>
        </p:nvSpPr>
        <p:spPr>
          <a:xfrm xmlns:a="http://schemas.openxmlformats.org/drawingml/2006/main">
            <a:off x="69532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2" name="">
            <a:extLst xmlns:a="http://schemas.openxmlformats.org/drawingml/2006/main">
              <a:ext uri="{FF2B5EF4-FFF2-40B4-BE49-F238E27FC236}">
                <a16:creationId xmlns:a16="http://schemas.microsoft.com/office/drawing/2014/main" id="{ED855CCD-25F0-4D04-BF7F-641DCFE83E58}"/>
              </a:ext>
            </a:extLst>
          </p:cNvPr>
          <p:cNvSpPr>
            <a:spLocks xmlns:a="http://schemas.openxmlformats.org/drawingml/2006/main" noGrp="1"/>
          </p:cNvSpPr>
          <p:nvPr/>
        </p:nvSpPr>
        <p:spPr>
          <a:xfrm xmlns:a="http://schemas.openxmlformats.org/drawingml/2006/main">
            <a:off x="70580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3" name="">
            <a:extLst xmlns:a="http://schemas.openxmlformats.org/drawingml/2006/main">
              <a:ext uri="{FF2B5EF4-FFF2-40B4-BE49-F238E27FC236}">
                <a16:creationId xmlns:a16="http://schemas.microsoft.com/office/drawing/2014/main" id="{00D30DFE-B2E1-460B-9A75-949FF7C5558A}"/>
              </a:ext>
            </a:extLst>
          </p:cNvPr>
          <p:cNvSpPr>
            <a:spLocks xmlns:a="http://schemas.openxmlformats.org/drawingml/2006/main" noGrp="1"/>
          </p:cNvSpPr>
          <p:nvPr/>
        </p:nvSpPr>
        <p:spPr>
          <a:xfrm xmlns:a="http://schemas.openxmlformats.org/drawingml/2006/main">
            <a:off x="71628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4" name="">
            <a:extLst xmlns:a="http://schemas.openxmlformats.org/drawingml/2006/main">
              <a:ext uri="{FF2B5EF4-FFF2-40B4-BE49-F238E27FC236}">
                <a16:creationId xmlns:a16="http://schemas.microsoft.com/office/drawing/2014/main" id="{89D2A895-BC3F-4CEB-9B2D-24E9907AC756}"/>
              </a:ext>
            </a:extLst>
          </p:cNvPr>
          <p:cNvSpPr>
            <a:spLocks xmlns:a="http://schemas.openxmlformats.org/drawingml/2006/main" noGrp="1"/>
          </p:cNvSpPr>
          <p:nvPr/>
        </p:nvSpPr>
        <p:spPr>
          <a:xfrm xmlns:a="http://schemas.openxmlformats.org/drawingml/2006/main">
            <a:off x="72675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5" name="">
            <a:extLst xmlns:a="http://schemas.openxmlformats.org/drawingml/2006/main">
              <a:ext uri="{FF2B5EF4-FFF2-40B4-BE49-F238E27FC236}">
                <a16:creationId xmlns:a16="http://schemas.microsoft.com/office/drawing/2014/main" id="{9CE9929F-F24E-4AA6-A248-97CBD3DB5D40}"/>
              </a:ext>
            </a:extLst>
          </p:cNvPr>
          <p:cNvSpPr>
            <a:spLocks xmlns:a="http://schemas.openxmlformats.org/drawingml/2006/main" noGrp="1"/>
          </p:cNvSpPr>
          <p:nvPr/>
        </p:nvSpPr>
        <p:spPr>
          <a:xfrm xmlns:a="http://schemas.openxmlformats.org/drawingml/2006/main">
            <a:off x="73723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6" name="">
            <a:extLst xmlns:a="http://schemas.openxmlformats.org/drawingml/2006/main">
              <a:ext uri="{FF2B5EF4-FFF2-40B4-BE49-F238E27FC236}">
                <a16:creationId xmlns:a16="http://schemas.microsoft.com/office/drawing/2014/main" id="{50E0DA83-2426-4D8B-8E58-89195AD09F5A}"/>
              </a:ext>
            </a:extLst>
          </p:cNvPr>
          <p:cNvSpPr>
            <a:spLocks xmlns:a="http://schemas.openxmlformats.org/drawingml/2006/main" noGrp="1"/>
          </p:cNvSpPr>
          <p:nvPr/>
        </p:nvSpPr>
        <p:spPr>
          <a:xfrm xmlns:a="http://schemas.openxmlformats.org/drawingml/2006/main">
            <a:off x="74771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7" name="">
            <a:extLst xmlns:a="http://schemas.openxmlformats.org/drawingml/2006/main">
              <a:ext uri="{FF2B5EF4-FFF2-40B4-BE49-F238E27FC236}">
                <a16:creationId xmlns:a16="http://schemas.microsoft.com/office/drawing/2014/main" id="{58BF938F-CD96-4AA7-BE62-355CB0EC2871}"/>
              </a:ext>
            </a:extLst>
          </p:cNvPr>
          <p:cNvSpPr>
            <a:spLocks xmlns:a="http://schemas.openxmlformats.org/drawingml/2006/main" noGrp="1"/>
          </p:cNvSpPr>
          <p:nvPr/>
        </p:nvSpPr>
        <p:spPr>
          <a:xfrm xmlns:a="http://schemas.openxmlformats.org/drawingml/2006/main">
            <a:off x="75819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8" name="">
            <a:extLst xmlns:a="http://schemas.openxmlformats.org/drawingml/2006/main">
              <a:ext uri="{FF2B5EF4-FFF2-40B4-BE49-F238E27FC236}">
                <a16:creationId xmlns:a16="http://schemas.microsoft.com/office/drawing/2014/main" id="{C3C5A2A1-8005-42CF-9F38-908BF36EB642}"/>
              </a:ext>
            </a:extLst>
          </p:cNvPr>
          <p:cNvSpPr>
            <a:spLocks xmlns:a="http://schemas.openxmlformats.org/drawingml/2006/main" noGrp="1"/>
          </p:cNvSpPr>
          <p:nvPr/>
        </p:nvSpPr>
        <p:spPr>
          <a:xfrm xmlns:a="http://schemas.openxmlformats.org/drawingml/2006/main">
            <a:off x="76866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39" name="">
            <a:extLst xmlns:a="http://schemas.openxmlformats.org/drawingml/2006/main">
              <a:ext uri="{FF2B5EF4-FFF2-40B4-BE49-F238E27FC236}">
                <a16:creationId xmlns:a16="http://schemas.microsoft.com/office/drawing/2014/main" id="{01B557D5-28A8-49A9-A07B-A0336C89E4CA}"/>
              </a:ext>
            </a:extLst>
          </p:cNvPr>
          <p:cNvSpPr>
            <a:spLocks xmlns:a="http://schemas.openxmlformats.org/drawingml/2006/main" noGrp="1"/>
          </p:cNvSpPr>
          <p:nvPr/>
        </p:nvSpPr>
        <p:spPr>
          <a:xfrm xmlns:a="http://schemas.openxmlformats.org/drawingml/2006/main">
            <a:off x="77914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0" name="">
            <a:extLst xmlns:a="http://schemas.openxmlformats.org/drawingml/2006/main">
              <a:ext uri="{FF2B5EF4-FFF2-40B4-BE49-F238E27FC236}">
                <a16:creationId xmlns:a16="http://schemas.microsoft.com/office/drawing/2014/main" id="{6716C8EE-C4C1-4389-8393-A28055B7BC77}"/>
              </a:ext>
            </a:extLst>
          </p:cNvPr>
          <p:cNvSpPr>
            <a:spLocks xmlns:a="http://schemas.openxmlformats.org/drawingml/2006/main" noGrp="1"/>
          </p:cNvSpPr>
          <p:nvPr/>
        </p:nvSpPr>
        <p:spPr>
          <a:xfrm xmlns:a="http://schemas.openxmlformats.org/drawingml/2006/main">
            <a:off x="78962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1" name="">
            <a:extLst xmlns:a="http://schemas.openxmlformats.org/drawingml/2006/main">
              <a:ext uri="{FF2B5EF4-FFF2-40B4-BE49-F238E27FC236}">
                <a16:creationId xmlns:a16="http://schemas.microsoft.com/office/drawing/2014/main" id="{E071A932-7191-41C0-8F84-E7E64F9AC5BB}"/>
              </a:ext>
            </a:extLst>
          </p:cNvPr>
          <p:cNvSpPr>
            <a:spLocks xmlns:a="http://schemas.openxmlformats.org/drawingml/2006/main" noGrp="1"/>
          </p:cNvSpPr>
          <p:nvPr/>
        </p:nvSpPr>
        <p:spPr>
          <a:xfrm xmlns:a="http://schemas.openxmlformats.org/drawingml/2006/main">
            <a:off x="80010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2" name="">
            <a:extLst xmlns:a="http://schemas.openxmlformats.org/drawingml/2006/main">
              <a:ext uri="{FF2B5EF4-FFF2-40B4-BE49-F238E27FC236}">
                <a16:creationId xmlns:a16="http://schemas.microsoft.com/office/drawing/2014/main" id="{492A9161-41A3-4FF4-A1DF-F4C5F1280149}"/>
              </a:ext>
            </a:extLst>
          </p:cNvPr>
          <p:cNvSpPr>
            <a:spLocks xmlns:a="http://schemas.openxmlformats.org/drawingml/2006/main" noGrp="1"/>
          </p:cNvSpPr>
          <p:nvPr/>
        </p:nvSpPr>
        <p:spPr>
          <a:xfrm xmlns:a="http://schemas.openxmlformats.org/drawingml/2006/main">
            <a:off x="81057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3" name="">
            <a:extLst xmlns:a="http://schemas.openxmlformats.org/drawingml/2006/main">
              <a:ext uri="{FF2B5EF4-FFF2-40B4-BE49-F238E27FC236}">
                <a16:creationId xmlns:a16="http://schemas.microsoft.com/office/drawing/2014/main" id="{C1442F71-86BB-41C6-A2BA-31433A721564}"/>
              </a:ext>
            </a:extLst>
          </p:cNvPr>
          <p:cNvSpPr>
            <a:spLocks xmlns:a="http://schemas.openxmlformats.org/drawingml/2006/main" noGrp="1"/>
          </p:cNvSpPr>
          <p:nvPr/>
        </p:nvSpPr>
        <p:spPr>
          <a:xfrm xmlns:a="http://schemas.openxmlformats.org/drawingml/2006/main">
            <a:off x="82105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4" name="">
            <a:extLst xmlns:a="http://schemas.openxmlformats.org/drawingml/2006/main">
              <a:ext uri="{FF2B5EF4-FFF2-40B4-BE49-F238E27FC236}">
                <a16:creationId xmlns:a16="http://schemas.microsoft.com/office/drawing/2014/main" id="{1224A403-91D0-4686-9088-C81BC7428380}"/>
              </a:ext>
            </a:extLst>
          </p:cNvPr>
          <p:cNvSpPr>
            <a:spLocks xmlns:a="http://schemas.openxmlformats.org/drawingml/2006/main" noGrp="1"/>
          </p:cNvSpPr>
          <p:nvPr/>
        </p:nvSpPr>
        <p:spPr>
          <a:xfrm xmlns:a="http://schemas.openxmlformats.org/drawingml/2006/main">
            <a:off x="83153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5" name="">
            <a:extLst xmlns:a="http://schemas.openxmlformats.org/drawingml/2006/main">
              <a:ext uri="{FF2B5EF4-FFF2-40B4-BE49-F238E27FC236}">
                <a16:creationId xmlns:a16="http://schemas.microsoft.com/office/drawing/2014/main" id="{90E65768-23B0-4051-AAE3-BA3A2417E536}"/>
              </a:ext>
            </a:extLst>
          </p:cNvPr>
          <p:cNvSpPr>
            <a:spLocks xmlns:a="http://schemas.openxmlformats.org/drawingml/2006/main" noGrp="1"/>
          </p:cNvSpPr>
          <p:nvPr/>
        </p:nvSpPr>
        <p:spPr>
          <a:xfrm xmlns:a="http://schemas.openxmlformats.org/drawingml/2006/main">
            <a:off x="84201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6" name="">
            <a:extLst xmlns:a="http://schemas.openxmlformats.org/drawingml/2006/main">
              <a:ext uri="{FF2B5EF4-FFF2-40B4-BE49-F238E27FC236}">
                <a16:creationId xmlns:a16="http://schemas.microsoft.com/office/drawing/2014/main" id="{54B6C64F-9E20-4C7E-B200-4928889AE55D}"/>
              </a:ext>
            </a:extLst>
          </p:cNvPr>
          <p:cNvSpPr>
            <a:spLocks xmlns:a="http://schemas.openxmlformats.org/drawingml/2006/main" noGrp="1"/>
          </p:cNvSpPr>
          <p:nvPr/>
        </p:nvSpPr>
        <p:spPr>
          <a:xfrm xmlns:a="http://schemas.openxmlformats.org/drawingml/2006/main">
            <a:off x="85248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7" name="">
            <a:extLst xmlns:a="http://schemas.openxmlformats.org/drawingml/2006/main">
              <a:ext uri="{FF2B5EF4-FFF2-40B4-BE49-F238E27FC236}">
                <a16:creationId xmlns:a16="http://schemas.microsoft.com/office/drawing/2014/main" id="{D9D2E87B-761C-4A1F-8721-AB7AFCB2C767}"/>
              </a:ext>
            </a:extLst>
          </p:cNvPr>
          <p:cNvSpPr>
            <a:spLocks xmlns:a="http://schemas.openxmlformats.org/drawingml/2006/main" noGrp="1"/>
          </p:cNvSpPr>
          <p:nvPr/>
        </p:nvSpPr>
        <p:spPr>
          <a:xfrm xmlns:a="http://schemas.openxmlformats.org/drawingml/2006/main">
            <a:off x="86296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8" name="">
            <a:extLst xmlns:a="http://schemas.openxmlformats.org/drawingml/2006/main">
              <a:ext uri="{FF2B5EF4-FFF2-40B4-BE49-F238E27FC236}">
                <a16:creationId xmlns:a16="http://schemas.microsoft.com/office/drawing/2014/main" id="{8C1B8BEB-B73D-449E-B5ED-4329B791AE37}"/>
              </a:ext>
            </a:extLst>
          </p:cNvPr>
          <p:cNvSpPr>
            <a:spLocks xmlns:a="http://schemas.openxmlformats.org/drawingml/2006/main" noGrp="1"/>
          </p:cNvSpPr>
          <p:nvPr/>
        </p:nvSpPr>
        <p:spPr>
          <a:xfrm xmlns:a="http://schemas.openxmlformats.org/drawingml/2006/main">
            <a:off x="87344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49" name="">
            <a:extLst xmlns:a="http://schemas.openxmlformats.org/drawingml/2006/main">
              <a:ext uri="{FF2B5EF4-FFF2-40B4-BE49-F238E27FC236}">
                <a16:creationId xmlns:a16="http://schemas.microsoft.com/office/drawing/2014/main" id="{7DDFB5E4-6305-4A17-87D1-8581029CC203}"/>
              </a:ext>
            </a:extLst>
          </p:cNvPr>
          <p:cNvSpPr>
            <a:spLocks xmlns:a="http://schemas.openxmlformats.org/drawingml/2006/main" noGrp="1"/>
          </p:cNvSpPr>
          <p:nvPr/>
        </p:nvSpPr>
        <p:spPr>
          <a:xfrm xmlns:a="http://schemas.openxmlformats.org/drawingml/2006/main">
            <a:off x="88392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0" name="">
            <a:extLst xmlns:a="http://schemas.openxmlformats.org/drawingml/2006/main">
              <a:ext uri="{FF2B5EF4-FFF2-40B4-BE49-F238E27FC236}">
                <a16:creationId xmlns:a16="http://schemas.microsoft.com/office/drawing/2014/main" id="{9279A625-F010-4EC3-9AA5-D9E85AEDB938}"/>
              </a:ext>
            </a:extLst>
          </p:cNvPr>
          <p:cNvSpPr>
            <a:spLocks xmlns:a="http://schemas.openxmlformats.org/drawingml/2006/main" noGrp="1"/>
          </p:cNvSpPr>
          <p:nvPr/>
        </p:nvSpPr>
        <p:spPr>
          <a:xfrm xmlns:a="http://schemas.openxmlformats.org/drawingml/2006/main">
            <a:off x="89439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1" name="">
            <a:extLst xmlns:a="http://schemas.openxmlformats.org/drawingml/2006/main">
              <a:ext uri="{FF2B5EF4-FFF2-40B4-BE49-F238E27FC236}">
                <a16:creationId xmlns:a16="http://schemas.microsoft.com/office/drawing/2014/main" id="{7DF700B3-155B-4BCD-8D81-AD55ACDBFC50}"/>
              </a:ext>
            </a:extLst>
          </p:cNvPr>
          <p:cNvSpPr>
            <a:spLocks xmlns:a="http://schemas.openxmlformats.org/drawingml/2006/main" noGrp="1"/>
          </p:cNvSpPr>
          <p:nvPr/>
        </p:nvSpPr>
        <p:spPr>
          <a:xfrm xmlns:a="http://schemas.openxmlformats.org/drawingml/2006/main">
            <a:off x="90487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2" name="">
            <a:extLst xmlns:a="http://schemas.openxmlformats.org/drawingml/2006/main">
              <a:ext uri="{FF2B5EF4-FFF2-40B4-BE49-F238E27FC236}">
                <a16:creationId xmlns:a16="http://schemas.microsoft.com/office/drawing/2014/main" id="{4023E445-0B92-48AB-921D-5C329B452239}"/>
              </a:ext>
            </a:extLst>
          </p:cNvPr>
          <p:cNvSpPr>
            <a:spLocks xmlns:a="http://schemas.openxmlformats.org/drawingml/2006/main" noGrp="1"/>
          </p:cNvSpPr>
          <p:nvPr/>
        </p:nvSpPr>
        <p:spPr>
          <a:xfrm xmlns:a="http://schemas.openxmlformats.org/drawingml/2006/main">
            <a:off x="91535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3" name="">
            <a:extLst xmlns:a="http://schemas.openxmlformats.org/drawingml/2006/main">
              <a:ext uri="{FF2B5EF4-FFF2-40B4-BE49-F238E27FC236}">
                <a16:creationId xmlns:a16="http://schemas.microsoft.com/office/drawing/2014/main" id="{0FD9C0E3-99BB-4AAC-A81F-3B8E2F1D9BBA}"/>
              </a:ext>
            </a:extLst>
          </p:cNvPr>
          <p:cNvSpPr>
            <a:spLocks xmlns:a="http://schemas.openxmlformats.org/drawingml/2006/main" noGrp="1"/>
          </p:cNvSpPr>
          <p:nvPr/>
        </p:nvSpPr>
        <p:spPr>
          <a:xfrm xmlns:a="http://schemas.openxmlformats.org/drawingml/2006/main">
            <a:off x="92583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4" name="">
            <a:extLst xmlns:a="http://schemas.openxmlformats.org/drawingml/2006/main">
              <a:ext uri="{FF2B5EF4-FFF2-40B4-BE49-F238E27FC236}">
                <a16:creationId xmlns:a16="http://schemas.microsoft.com/office/drawing/2014/main" id="{1F43E076-9E52-45DF-9745-0704FA044DA4}"/>
              </a:ext>
            </a:extLst>
          </p:cNvPr>
          <p:cNvSpPr>
            <a:spLocks xmlns:a="http://schemas.openxmlformats.org/drawingml/2006/main" noGrp="1"/>
          </p:cNvSpPr>
          <p:nvPr/>
        </p:nvSpPr>
        <p:spPr>
          <a:xfrm xmlns:a="http://schemas.openxmlformats.org/drawingml/2006/main">
            <a:off x="93630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5" name="">
            <a:extLst xmlns:a="http://schemas.openxmlformats.org/drawingml/2006/main">
              <a:ext uri="{FF2B5EF4-FFF2-40B4-BE49-F238E27FC236}">
                <a16:creationId xmlns:a16="http://schemas.microsoft.com/office/drawing/2014/main" id="{34741AAA-058A-4CDD-926C-55266513ADDC}"/>
              </a:ext>
            </a:extLst>
          </p:cNvPr>
          <p:cNvSpPr>
            <a:spLocks xmlns:a="http://schemas.openxmlformats.org/drawingml/2006/main" noGrp="1"/>
          </p:cNvSpPr>
          <p:nvPr/>
        </p:nvSpPr>
        <p:spPr>
          <a:xfrm xmlns:a="http://schemas.openxmlformats.org/drawingml/2006/main">
            <a:off x="946785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6" name="">
            <a:extLst xmlns:a="http://schemas.openxmlformats.org/drawingml/2006/main">
              <a:ext uri="{FF2B5EF4-FFF2-40B4-BE49-F238E27FC236}">
                <a16:creationId xmlns:a16="http://schemas.microsoft.com/office/drawing/2014/main" id="{10280EA0-AD63-4373-BC9E-30AF5942BA92}"/>
              </a:ext>
            </a:extLst>
          </p:cNvPr>
          <p:cNvSpPr>
            <a:spLocks xmlns:a="http://schemas.openxmlformats.org/drawingml/2006/main" noGrp="1"/>
          </p:cNvSpPr>
          <p:nvPr/>
        </p:nvSpPr>
        <p:spPr>
          <a:xfrm xmlns:a="http://schemas.openxmlformats.org/drawingml/2006/main">
            <a:off x="957262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7" name="">
            <a:extLst xmlns:a="http://schemas.openxmlformats.org/drawingml/2006/main">
              <a:ext uri="{FF2B5EF4-FFF2-40B4-BE49-F238E27FC236}">
                <a16:creationId xmlns:a16="http://schemas.microsoft.com/office/drawing/2014/main" id="{7F9393CB-B732-4748-B1F7-2409A4202F31}"/>
              </a:ext>
            </a:extLst>
          </p:cNvPr>
          <p:cNvSpPr>
            <a:spLocks xmlns:a="http://schemas.openxmlformats.org/drawingml/2006/main" noGrp="1"/>
          </p:cNvSpPr>
          <p:nvPr/>
        </p:nvSpPr>
        <p:spPr>
          <a:xfrm xmlns:a="http://schemas.openxmlformats.org/drawingml/2006/main">
            <a:off x="9677400"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8" name="">
            <a:extLst xmlns:a="http://schemas.openxmlformats.org/drawingml/2006/main">
              <a:ext uri="{FF2B5EF4-FFF2-40B4-BE49-F238E27FC236}">
                <a16:creationId xmlns:a16="http://schemas.microsoft.com/office/drawing/2014/main" id="{C94F03FB-004F-48B2-B39F-0E1C0C491178}"/>
              </a:ext>
            </a:extLst>
          </p:cNvPr>
          <p:cNvSpPr>
            <a:spLocks xmlns:a="http://schemas.openxmlformats.org/drawingml/2006/main" noGrp="1"/>
          </p:cNvSpPr>
          <p:nvPr/>
        </p:nvSpPr>
        <p:spPr>
          <a:xfrm xmlns:a="http://schemas.openxmlformats.org/drawingml/2006/main">
            <a:off x="9782175" y="563880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59" name="">
            <a:extLst xmlns:a="http://schemas.openxmlformats.org/drawingml/2006/main">
              <a:ext uri="{FF2B5EF4-FFF2-40B4-BE49-F238E27FC236}">
                <a16:creationId xmlns:a16="http://schemas.microsoft.com/office/drawing/2014/main" id="{3D94D963-5A93-45EB-AF3A-01D67D2AA9A8}"/>
              </a:ext>
            </a:extLst>
          </p:cNvPr>
          <p:cNvSpPr>
            <a:spLocks xmlns:a="http://schemas.openxmlformats.org/drawingml/2006/main" noGrp="1"/>
          </p:cNvSpPr>
          <p:nvPr/>
        </p:nvSpPr>
        <p:spPr>
          <a:xfrm xmlns:a="http://schemas.openxmlformats.org/drawingml/2006/main">
            <a:off x="9886950" y="5638800"/>
            <a:ext cx="3810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0" name="">
            <a:extLst xmlns:a="http://schemas.openxmlformats.org/drawingml/2006/main">
              <a:ext uri="{FF2B5EF4-FFF2-40B4-BE49-F238E27FC236}">
                <a16:creationId xmlns:a16="http://schemas.microsoft.com/office/drawing/2014/main" id="{EBD0D239-A7DD-4BB3-9CD1-B532DCDDAB75}"/>
              </a:ext>
            </a:extLst>
          </p:cNvPr>
          <p:cNvSpPr>
            <a:spLocks xmlns:a="http://schemas.openxmlformats.org/drawingml/2006/main" noGrp="1"/>
          </p:cNvSpPr>
          <p:nvPr/>
        </p:nvSpPr>
        <p:spPr>
          <a:xfrm xmlns:a="http://schemas.openxmlformats.org/drawingml/2006/main">
            <a:off x="9763125" y="5591175"/>
            <a:ext cx="161925" cy="114300"/>
          </a:xfrm>
          <a:prstGeom xmlns:a="http://schemas.openxmlformats.org/drawingml/2006/main" prst="rightArrow">
            <a:avLst/>
          </a:prstGeom>
          <a:solidFill xmlns:a="http://schemas.openxmlformats.org/drawingml/2006/main">
            <a:srgbClr val="526174"/>
          </a:solidFill>
          <a:ln xmlns:a="http://schemas.openxmlformats.org/drawingml/2006/main" w="0">
            <a:solidFill>
              <a:srgbClr val="526174"/>
            </a:solidFill>
          </a:ln>
        </p:spPr>
      </p:sp>
      <p:sp>
        <p:nvSpPr>
          <p:cNvPr id="361" name="">
            <a:extLst xmlns:a="http://schemas.openxmlformats.org/drawingml/2006/main">
              <a:ext uri="{FF2B5EF4-FFF2-40B4-BE49-F238E27FC236}">
                <a16:creationId xmlns:a16="http://schemas.microsoft.com/office/drawing/2014/main" id="{70B9A1BC-7B11-4F74-A27D-A072EB14D842}"/>
              </a:ext>
            </a:extLst>
          </p:cNvPr>
          <p:cNvSpPr>
            <a:spLocks xmlns:a="http://schemas.openxmlformats.org/drawingml/2006/main" noGrp="1"/>
          </p:cNvSpPr>
          <p:nvPr/>
        </p:nvSpPr>
        <p:spPr>
          <a:xfrm xmlns:a="http://schemas.openxmlformats.org/drawingml/2006/main">
            <a:off x="5848350" y="5676900"/>
            <a:ext cx="4000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82" b="0">
                <a:solidFill>
                  <a:srgbClr val="526174"/>
                </a:solidFill>
                <a:latin typeface="Poppins"/>
                <a:ea typeface="Poppins"/>
                <a:cs typeface="Poppins"/>
              </a:defRPr>
            </a:pPr>
            <a:r>
              <a:rPr sz="682" b="0">
                <a:solidFill>
                  <a:srgbClr val="526174"/>
                </a:solidFill>
                <a:latin typeface="Poppins"/>
                <a:ea typeface="Poppins"/>
                <a:cs typeface="Poppins"/>
              </a:rPr>
              <a:t>Aggregated bookings, sessions, ratings, revenue</a:t>
            </a:r>
          </a:p>
        </p:txBody>
      </p:sp>
      <p:sp>
        <p:nvSpPr>
          <p:cNvPr id="362" name="">
            <a:extLst xmlns:a="http://schemas.openxmlformats.org/drawingml/2006/main">
              <a:ext uri="{FF2B5EF4-FFF2-40B4-BE49-F238E27FC236}">
                <a16:creationId xmlns:a16="http://schemas.microsoft.com/office/drawing/2014/main" id="{ADA4112B-C4C0-4ED0-9FCA-3871BBD7B08C}"/>
              </a:ext>
            </a:extLst>
          </p:cNvPr>
          <p:cNvSpPr>
            <a:spLocks xmlns:a="http://schemas.openxmlformats.org/drawingml/2006/main" noGrp="1"/>
          </p:cNvSpPr>
          <p:nvPr/>
        </p:nvSpPr>
        <p:spPr>
          <a:xfrm xmlns:a="http://schemas.openxmlformats.org/drawingml/2006/main">
            <a:off x="742950" y="5829300"/>
            <a:ext cx="10553700" cy="238125"/>
          </a:xfrm>
          <a:prstGeom xmlns:a="http://schemas.openxmlformats.org/drawingml/2006/main" prst="roundRect">
            <a:avLst>
              <a:gd name="adj" fmla="val 9000"/>
            </a:avLst>
          </a:prstGeom>
          <a:solidFill xmlns:a="http://schemas.openxmlformats.org/drawingml/2006/main">
            <a:srgbClr val="ECFDF3"/>
          </a:solidFill>
          <a:ln xmlns:a="http://schemas.openxmlformats.org/drawingml/2006/main" w="13335">
            <a:solidFill>
              <a:srgbClr val="16A34A"/>
            </a:solidFill>
            <a:prstDash val="solid"/>
          </a:ln>
        </p:spPr>
      </p:sp>
      <p:sp>
        <p:nvSpPr>
          <p:cNvPr id="363" name="">
            <a:extLst xmlns:a="http://schemas.openxmlformats.org/drawingml/2006/main">
              <a:ext uri="{FF2B5EF4-FFF2-40B4-BE49-F238E27FC236}">
                <a16:creationId xmlns:a16="http://schemas.microsoft.com/office/drawing/2014/main" id="{432EF786-FE03-4B10-9060-67D2897A12A4}"/>
              </a:ext>
            </a:extLst>
          </p:cNvPr>
          <p:cNvSpPr>
            <a:spLocks xmlns:a="http://schemas.openxmlformats.org/drawingml/2006/main" noGrp="1"/>
          </p:cNvSpPr>
          <p:nvPr/>
        </p:nvSpPr>
        <p:spPr>
          <a:xfrm xmlns:a="http://schemas.openxmlformats.org/drawingml/2006/main">
            <a:off x="876300" y="5867400"/>
            <a:ext cx="10287000" cy="142875"/>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660" b="1">
                <a:solidFill>
                  <a:srgbClr val="16A34A"/>
                </a:solidFill>
                <a:latin typeface="Poppins"/>
                <a:ea typeface="Poppins"/>
                <a:cs typeface="Poppins"/>
              </a:defRPr>
            </a:pPr>
            <a:r>
              <a:rPr sz="660" b="1">
                <a:solidFill>
                  <a:srgbClr val="16A34A"/>
                </a:solidFill>
                <a:latin typeface="Poppins"/>
                <a:ea typeface="Poppins"/>
                <a:cs typeface="Poppins"/>
              </a:rPr>
              <a:t>Customer APIs also expose loyalty account, point transactions, redeemed vouchers, wash history, and completion summaries.</a:t>
            </a:r>
          </a:p>
        </p:txBody>
      </p:sp>
      <p:sp>
        <p:nvSpPr>
          <p:cNvPr id="364" name="">
            <a:extLst xmlns:a="http://schemas.openxmlformats.org/drawingml/2006/main">
              <a:ext uri="{FF2B5EF4-FFF2-40B4-BE49-F238E27FC236}">
                <a16:creationId xmlns:a16="http://schemas.microsoft.com/office/drawing/2014/main" id="{966DD9EE-4ADC-4E8E-A4D5-BE5D61A0B36D}"/>
              </a:ext>
            </a:extLst>
          </p:cNvPr>
          <p:cNvSpPr>
            <a:spLocks xmlns:a="http://schemas.openxmlformats.org/drawingml/2006/main" noGrp="1"/>
          </p:cNvSpPr>
          <p:nvPr/>
        </p:nvSpPr>
        <p:spPr>
          <a:xfrm xmlns:a="http://schemas.openxmlformats.org/drawingml/2006/main">
            <a:off x="819150" y="6191250"/>
            <a:ext cx="333375" cy="76200"/>
          </a:xfrm>
          <a:prstGeom xmlns:a="http://schemas.openxmlformats.org/drawingml/2006/main" prst="rightArrow">
            <a:avLst/>
          </a:prstGeom>
          <a:solidFill xmlns:a="http://schemas.openxmlformats.org/drawingml/2006/main">
            <a:srgbClr val="0B1220"/>
          </a:solidFill>
          <a:ln xmlns:a="http://schemas.openxmlformats.org/drawingml/2006/main" w="0">
            <a:solidFill>
              <a:srgbClr val="0B1220"/>
            </a:solidFill>
          </a:ln>
        </p:spPr>
      </p:sp>
      <p:sp>
        <p:nvSpPr>
          <p:cNvPr id="365" name="">
            <a:extLst xmlns:a="http://schemas.openxmlformats.org/drawingml/2006/main">
              <a:ext uri="{FF2B5EF4-FFF2-40B4-BE49-F238E27FC236}">
                <a16:creationId xmlns:a16="http://schemas.microsoft.com/office/drawing/2014/main" id="{4EAA224C-078C-481B-BB4D-ECE6599935EF}"/>
              </a:ext>
            </a:extLst>
          </p:cNvPr>
          <p:cNvSpPr>
            <a:spLocks xmlns:a="http://schemas.openxmlformats.org/drawingml/2006/main" noGrp="1"/>
          </p:cNvSpPr>
          <p:nvPr/>
        </p:nvSpPr>
        <p:spPr>
          <a:xfrm xmlns:a="http://schemas.openxmlformats.org/drawingml/2006/main">
            <a:off x="1238250" y="6134100"/>
            <a:ext cx="13335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526174"/>
                </a:solidFill>
                <a:latin typeface="Poppins"/>
                <a:ea typeface="Poppins"/>
                <a:cs typeface="Poppins"/>
              </a:defRPr>
            </a:pPr>
            <a:r>
              <a:rPr sz="675" b="0">
                <a:solidFill>
                  <a:srgbClr val="526174"/>
                </a:solidFill>
                <a:latin typeface="Poppins"/>
                <a:ea typeface="Poppins"/>
                <a:cs typeface="Poppins"/>
              </a:rPr>
              <a:t>Request / command</a:t>
            </a:r>
          </a:p>
        </p:txBody>
      </p:sp>
      <p:sp>
        <p:nvSpPr>
          <p:cNvPr id="366" name="">
            <a:extLst xmlns:a="http://schemas.openxmlformats.org/drawingml/2006/main">
              <a:ext uri="{FF2B5EF4-FFF2-40B4-BE49-F238E27FC236}">
                <a16:creationId xmlns:a16="http://schemas.microsoft.com/office/drawing/2014/main" id="{797B870C-8743-48F9-A6FC-F5BE8C20C305}"/>
              </a:ext>
            </a:extLst>
          </p:cNvPr>
          <p:cNvSpPr>
            <a:spLocks xmlns:a="http://schemas.openxmlformats.org/drawingml/2006/main" noGrp="1"/>
          </p:cNvSpPr>
          <p:nvPr/>
        </p:nvSpPr>
        <p:spPr>
          <a:xfrm xmlns:a="http://schemas.openxmlformats.org/drawingml/2006/main">
            <a:off x="2914650" y="6229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7" name="">
            <a:extLst xmlns:a="http://schemas.openxmlformats.org/drawingml/2006/main">
              <a:ext uri="{FF2B5EF4-FFF2-40B4-BE49-F238E27FC236}">
                <a16:creationId xmlns:a16="http://schemas.microsoft.com/office/drawing/2014/main" id="{E7A1FB53-07BB-4ECF-B8F3-5C8E91C6978B}"/>
              </a:ext>
            </a:extLst>
          </p:cNvPr>
          <p:cNvSpPr>
            <a:spLocks xmlns:a="http://schemas.openxmlformats.org/drawingml/2006/main" noGrp="1"/>
          </p:cNvSpPr>
          <p:nvPr/>
        </p:nvSpPr>
        <p:spPr>
          <a:xfrm xmlns:a="http://schemas.openxmlformats.org/drawingml/2006/main">
            <a:off x="3019425" y="6229350"/>
            <a:ext cx="57150" cy="19050"/>
          </a:xfrm>
          <a:prstGeom xmlns:a="http://schemas.openxmlformats.org/drawingml/2006/main" prst="rect">
            <a:avLst/>
          </a:prstGeom>
          <a:solidFill xmlns:a="http://schemas.openxmlformats.org/drawingml/2006/main">
            <a:srgbClr val="526174"/>
          </a:solidFill>
          <a:ln xmlns:a="http://schemas.openxmlformats.org/drawingml/2006/main" w="0">
            <a:solidFill>
              <a:srgbClr val="526174"/>
            </a:solidFill>
          </a:ln>
        </p:spPr>
      </p:sp>
      <p:sp>
        <p:nvSpPr>
          <p:cNvPr id="368" name="">
            <a:extLst xmlns:a="http://schemas.openxmlformats.org/drawingml/2006/main">
              <a:ext uri="{FF2B5EF4-FFF2-40B4-BE49-F238E27FC236}">
                <a16:creationId xmlns:a16="http://schemas.microsoft.com/office/drawing/2014/main" id="{96B73743-EA8A-4952-BA4E-C82F982F41C1}"/>
              </a:ext>
            </a:extLst>
          </p:cNvPr>
          <p:cNvSpPr>
            <a:spLocks xmlns:a="http://schemas.openxmlformats.org/drawingml/2006/main" noGrp="1"/>
          </p:cNvSpPr>
          <p:nvPr/>
        </p:nvSpPr>
        <p:spPr>
          <a:xfrm xmlns:a="http://schemas.openxmlformats.org/drawingml/2006/main">
            <a:off x="2781300" y="6181725"/>
            <a:ext cx="161925" cy="114300"/>
          </a:xfrm>
          <a:prstGeom xmlns:a="http://schemas.openxmlformats.org/drawingml/2006/main" prst="leftArrow">
            <a:avLst/>
          </a:prstGeom>
          <a:solidFill xmlns:a="http://schemas.openxmlformats.org/drawingml/2006/main">
            <a:srgbClr val="526174"/>
          </a:solidFill>
          <a:ln xmlns:a="http://schemas.openxmlformats.org/drawingml/2006/main" w="0">
            <a:solidFill>
              <a:srgbClr val="526174"/>
            </a:solidFill>
          </a:ln>
        </p:spPr>
      </p:sp>
      <p:sp>
        <p:nvSpPr>
          <p:cNvPr id="369" name="">
            <a:extLst xmlns:a="http://schemas.openxmlformats.org/drawingml/2006/main">
              <a:ext uri="{FF2B5EF4-FFF2-40B4-BE49-F238E27FC236}">
                <a16:creationId xmlns:a16="http://schemas.microsoft.com/office/drawing/2014/main" id="{87F41E2C-B9B4-4856-8B1E-DD2527BB2D99}"/>
              </a:ext>
            </a:extLst>
          </p:cNvPr>
          <p:cNvSpPr>
            <a:spLocks xmlns:a="http://schemas.openxmlformats.org/drawingml/2006/main" noGrp="1"/>
          </p:cNvSpPr>
          <p:nvPr/>
        </p:nvSpPr>
        <p:spPr>
          <a:xfrm xmlns:a="http://schemas.openxmlformats.org/drawingml/2006/main">
            <a:off x="3219450" y="6134100"/>
            <a:ext cx="1952625"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675" b="0">
                <a:solidFill>
                  <a:srgbClr val="526174"/>
                </a:solidFill>
                <a:latin typeface="Poppins"/>
                <a:ea typeface="Poppins"/>
                <a:cs typeface="Poppins"/>
              </a:defRPr>
            </a:pPr>
            <a:r>
              <a:rPr sz="675" b="0">
                <a:solidFill>
                  <a:srgbClr val="526174"/>
                </a:solidFill>
                <a:latin typeface="Poppins"/>
                <a:ea typeface="Poppins"/>
                <a:cs typeface="Poppins"/>
              </a:rPr>
              <a:t>Response / callback / event</a:t>
            </a:r>
          </a:p>
        </p:txBody>
      </p:sp>
      <p:sp>
        <p:nvSpPr>
          <p:cNvPr id="370" name="">
            <a:extLst xmlns:a="http://schemas.openxmlformats.org/drawingml/2006/main">
              <a:ext uri="{FF2B5EF4-FFF2-40B4-BE49-F238E27FC236}">
                <a16:creationId xmlns:a16="http://schemas.microsoft.com/office/drawing/2014/main" id="{241B204B-2382-4DA5-9E98-4C4C264E902A}"/>
              </a:ext>
            </a:extLst>
          </p:cNvPr>
          <p:cNvSpPr>
            <a:spLocks xmlns:a="http://schemas.openxmlformats.org/drawingml/2006/main" noGrp="1"/>
          </p:cNvSpPr>
          <p:nvPr/>
        </p:nvSpPr>
        <p:spPr>
          <a:xfrm xmlns:a="http://schemas.openxmlformats.org/drawingml/2006/main">
            <a:off x="7239000" y="6134100"/>
            <a:ext cx="4038600" cy="171450"/>
          </a:xfrm>
          <a:prstGeom xmlns:a="http://schemas.openxmlformats.org/drawingml/2006/main" prst="rect">
            <a:avLst/>
          </a:prstGeom>
          <a:ln xmlns:a="http://schemas.openxmlformats.org/drawingml/2006/main" w="0">
            <a:solidFill>
              <a:srgbClr val="FFFFFF"/>
            </a:solid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675" b="0">
                <a:solidFill>
                  <a:srgbClr val="526174"/>
                </a:solidFill>
                <a:latin typeface="Poppins"/>
                <a:ea typeface="Poppins"/>
                <a:cs typeface="Poppins"/>
              </a:defRPr>
            </a:pPr>
            <a:r>
              <a:rPr sz="675" b="0">
                <a:solidFill>
                  <a:srgbClr val="526174"/>
                </a:solidFill>
                <a:latin typeface="Poppins"/>
                <a:ea typeface="Poppins"/>
                <a:cs typeface="Poppins"/>
              </a:rPr>
              <a:t>All endpoints and statuses follow the repository implementation.</a:t>
            </a:r>
          </a:p>
        </p:txBody>
      </p:sp>
    </p:spTree>
    <p:extLst>
      <p:ext uri="{BB962C8B-B14F-4D97-AF65-F5344CB8AC3E}">
        <p14:creationId xmlns:p14="http://schemas.microsoft.com/office/powerpoint/2010/main" val="1001729189"/>
      </p:ext>
    </p:extLst>
  </p:cSld>
</p:sld>
</file>

<file path=ppt/theme/theme1.xml><?xml version="1.0" encoding="utf-8"?>
<a:theme xmlns:a="http://schemas.openxmlformats.org/drawingml/2006/main" name="ChatGPT">
  <a:themeElements>
    <a:clrScheme name="Aura Car Care">
      <a:dk1>
        <a:srgbClr val="000000"/>
      </a:dk1>
      <a:lt1>
        <a:srgbClr val="FFFFFF"/>
      </a:lt1>
      <a:dk2>
        <a:srgbClr val="1F497D"/>
      </a:dk2>
      <a:lt2>
        <a:srgbClr val="EEECE1"/>
      </a:lt2>
      <a:accent1>
        <a:srgbClr val="8613B8"/>
      </a:accent1>
      <a:accent2>
        <a:srgbClr val="08BFD3"/>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Calibri Light"/>
        <a:cs typeface="Calibri Light"/>
      </a:majorFont>
      <a:minorFont>
        <a:latin typeface="Calibri"/>
        <a:ea typeface="Calibri"/>
        <a:cs typeface="Calibri"/>
      </a:minorFont>
    </a:fontScheme>
    <a:fmtScheme name="Aura Car Car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2026-07-27T04:47:10.3170000Z</dcterms:created>
  <dcterms:modified xsi:type="dcterms:W3CDTF">2026-07-27T04:47:10.3170000Z</dcterms:modified>
</coreProperties>
</file>