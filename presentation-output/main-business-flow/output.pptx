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c220397e464116" /><Relationship Type="http://schemas.openxmlformats.org/officeDocument/2006/relationships/extended-properties" Target="/docProps/app.xml" Id="Rf3c61391838f42cc" /><Relationship Type="http://schemas.openxmlformats.org/officeDocument/2006/relationships/officeDocument" Target="/ppt/presentation.xml" Id="R9f3cf7ab994f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a6a40469e54e5d"/>
  </p:sldMasterIdLst>
  <p:notesMasterIdLst>
    <p:notesMasterId xmlns:r="http://schemas.openxmlformats.org/officeDocument/2006/relationships" r:id="R1e6b30e3ce2249ab"/>
  </p:notesMasterIdLst>
  <p:sldIdLst>
    <p:sldId xmlns:r="http://schemas.openxmlformats.org/officeDocument/2006/relationships" id="256" r:id="R5cc5a78590f94f45"/>
    <p:sldId xmlns:r="http://schemas.openxmlformats.org/officeDocument/2006/relationships" id="257" r:id="R35e0729fbb564e8c"/>
    <p:sldId xmlns:r="http://schemas.openxmlformats.org/officeDocument/2006/relationships" id="258" r:id="Rad0c186923da434a"/>
    <p:sldId xmlns:r="http://schemas.openxmlformats.org/officeDocument/2006/relationships" id="259" r:id="Re900d979d90d48e1"/>
    <p:sldId xmlns:r="http://schemas.openxmlformats.org/officeDocument/2006/relationships" id="260" r:id="R2dceb799a40c46a2"/>
    <p:sldId xmlns:r="http://schemas.openxmlformats.org/officeDocument/2006/relationships" id="261" r:id="Re6375355100843d7"/>
    <p:sldId xmlns:r="http://schemas.openxmlformats.org/officeDocument/2006/relationships" id="262" r:id="R79b2abe603474291"/>
    <p:sldId xmlns:r="http://schemas.openxmlformats.org/officeDocument/2006/relationships" id="263" r:id="Rf0de11ec80444258"/>
    <p:sldId xmlns:r="http://schemas.openxmlformats.org/officeDocument/2006/relationships" id="264" r:id="Rd5d928c6ea5d49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442ddcdd34dd1" /><Relationship Type="http://schemas.openxmlformats.org/officeDocument/2006/relationships/slideMaster" Target="/ppt/slideMasters/slideMaster1.xml" Id="R6aa6a40469e54e5d" /><Relationship Type="http://schemas.openxmlformats.org/officeDocument/2006/relationships/notesMaster" Target="/ppt/notesMasters/notesMaster1.xml" Id="R1e6b30e3ce2249ab" /><Relationship Type="http://schemas.openxmlformats.org/officeDocument/2006/relationships/presProps" Target="/ppt/presProps.xml" Id="R1eeb1be163d04ed7" /><Relationship Type="http://schemas.openxmlformats.org/officeDocument/2006/relationships/tableStyles" Target="/ppt/tableStyles.xml" Id="R71510df1f85e43b9" /><Relationship Type="http://schemas.openxmlformats.org/officeDocument/2006/relationships/slide" Target="/ppt/slides/slide1.xml" Id="R5cc5a78590f94f45" /><Relationship Type="http://schemas.openxmlformats.org/officeDocument/2006/relationships/slide" Target="/ppt/slides/slide2.xml" Id="R35e0729fbb564e8c" /><Relationship Type="http://schemas.openxmlformats.org/officeDocument/2006/relationships/slide" Target="/ppt/slides/slide3.xml" Id="Rad0c186923da434a" /><Relationship Type="http://schemas.openxmlformats.org/officeDocument/2006/relationships/slide" Target="/ppt/slides/slide4.xml" Id="Re900d979d90d48e1" /><Relationship Type="http://schemas.openxmlformats.org/officeDocument/2006/relationships/slide" Target="/ppt/slides/slide5.xml" Id="R2dceb799a40c46a2" /><Relationship Type="http://schemas.openxmlformats.org/officeDocument/2006/relationships/slide" Target="/ppt/slides/slide6.xml" Id="Re6375355100843d7" /><Relationship Type="http://schemas.openxmlformats.org/officeDocument/2006/relationships/slide" Target="/ppt/slides/slide7.xml" Id="R79b2abe603474291" /><Relationship Type="http://schemas.openxmlformats.org/officeDocument/2006/relationships/slide" Target="/ppt/slides/slide8.xml" Id="Rf0de11ec80444258" /><Relationship Type="http://schemas.openxmlformats.org/officeDocument/2006/relationships/slide" Target="/ppt/slides/slide9.xml" Id="Rd5d928c6ea5d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c678d96c42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Main Flow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Main 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9e29ec9b6a4dbd" /><Relationship Type="http://schemas.openxmlformats.org/officeDocument/2006/relationships/notesMaster" Target="/ppt/notesMasters/notesMaster1.xml" Id="Rdf2a29f7eb0448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f9f83cf97648e8" /><Relationship Type="http://schemas.openxmlformats.org/officeDocument/2006/relationships/notesMaster" Target="/ppt/notesMasters/notesMaster1.xml" Id="R00fbec8fb4434d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411f249fd1480a" /><Relationship Type="http://schemas.openxmlformats.org/officeDocument/2006/relationships/notesMaster" Target="/ppt/notesMasters/notesMaster1.xml" Id="R39206bd026d3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47e0366bcc4baa" /><Relationship Type="http://schemas.openxmlformats.org/officeDocument/2006/relationships/notesMaster" Target="/ppt/notesMasters/notesMaster1.xml" Id="R3a7e17579bf4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23e324cc6c471e" /><Relationship Type="http://schemas.openxmlformats.org/officeDocument/2006/relationships/notesMaster" Target="/ppt/notesMasters/notesMaster1.xml" Id="Rab7f6be56ef946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6cd6daaa874881" /><Relationship Type="http://schemas.openxmlformats.org/officeDocument/2006/relationships/notesMaster" Target="/ppt/notesMasters/notesMaster1.xml" Id="Rbe12dcabcae848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10ab0be10f4440" /><Relationship Type="http://schemas.openxmlformats.org/officeDocument/2006/relationships/notesMaster" Target="/ppt/notesMasters/notesMaster1.xml" Id="R91fd723f63844d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f57d27f59409f" /><Relationship Type="http://schemas.openxmlformats.org/officeDocument/2006/relationships/notesMaster" Target="/ppt/notesMasters/notesMaster1.xml" Id="Rf9d27ddeb47a47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ca00f2f4764026" /><Relationship Type="http://schemas.openxmlformats.org/officeDocument/2006/relationships/notesMaster" Target="/ppt/notesMasters/notesMaster1.xml" Id="R38f6618dc326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a2521bd994d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8bf605f37f4dd3" /><Relationship Type="http://schemas.openxmlformats.org/officeDocument/2006/relationships/slideLayout" Target="/ppt/slideLayouts/slideLayout1.xml" Id="R4535aac5338241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5aac5338241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Main Flow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Main 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00ed35be94ef6" /><Relationship Type="http://schemas.openxmlformats.org/officeDocument/2006/relationships/notesSlide" Target="/ppt/notesSlides/notesSlide1.xml" Id="R3af70b6e44264d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08387f78540b9" /><Relationship Type="http://schemas.openxmlformats.org/officeDocument/2006/relationships/notesSlide" Target="/ppt/notesSlides/notesSlide2.xml" Id="Re3c1db70b9b14c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4dba6b3b44921" /><Relationship Type="http://schemas.openxmlformats.org/officeDocument/2006/relationships/notesSlide" Target="/ppt/notesSlides/notesSlide3.xml" Id="R69f5266519d34c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806ca771348c0" /><Relationship Type="http://schemas.openxmlformats.org/officeDocument/2006/relationships/notesSlide" Target="/ppt/notesSlides/notesSlide4.xml" Id="R72eb091d80b4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bdc13d86c4c46" /><Relationship Type="http://schemas.openxmlformats.org/officeDocument/2006/relationships/notesSlide" Target="/ppt/notesSlides/notesSlide5.xml" Id="R5762e95889d24b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9260edcc442fd" /><Relationship Type="http://schemas.openxmlformats.org/officeDocument/2006/relationships/notesSlide" Target="/ppt/notesSlides/notesSlide6.xml" Id="R69b55227dbbb4b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5a27585714741" /><Relationship Type="http://schemas.openxmlformats.org/officeDocument/2006/relationships/notesSlide" Target="/ppt/notesSlides/notesSlide7.xml" Id="R9f72f88bd0a442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cd72136cc45a4" /><Relationship Type="http://schemas.openxmlformats.org/officeDocument/2006/relationships/notesSlide" Target="/ppt/notesSlides/notesSlide8.xml" Id="R4dfa555eecfc41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130c370284a97" /><Relationship Type="http://schemas.openxmlformats.org/officeDocument/2006/relationships/notesSlide" Target="/ppt/notesSlides/notesSlide9.xml" Id="R65a1ed92e1db4b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2FF6F30-2F33-4F41-8966-9A3457AC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3F022-FDFB-48ED-8F21-8D562188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21B42-8445-4425-AF30-C474D1FA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215E3-1646-4BD0-9E4D-B469DD85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E65E5-BA26-4B9A-B5F5-CF399DC0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832F6-C8EA-4877-B14F-ACD9E768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1: Main Car Wash Service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70DAA-65B1-46A9-8A31-0E00667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The complete customer journey from selecting a service to completing the car wash and leaving a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8153A-7E48-4FDC-9C6D-7F86C7EE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0D04C-7D97-4318-AF90-43F9656E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E7273-6277-4E8B-86F6-5FB59672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333375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6B465-D7AD-459D-9C19-0664C1C4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23975"/>
            <a:ext cx="31813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1  BOOKING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E6687-AE32-4A65-A240-AB0E2673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333375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03D2C-2EDC-44CC-8200-9D0F8A24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23975"/>
            <a:ext cx="31813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2 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72D89-F1D7-40D8-B3D7-22584906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85875"/>
            <a:ext cx="333375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5FAEC-F8EE-4774-9EA2-6B8C6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23975"/>
            <a:ext cx="31813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3  SERVICE &amp; AFTERCARE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79BDF-7482-437F-8AB4-B67F6571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47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128A6-CA6C-4E2D-943F-1E29A98C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895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START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37EF0-22B0-49CE-978B-B88C30D6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07AF5-42D5-4F8D-8333-98FEBA56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76425"/>
            <a:ext cx="1104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Browse car wash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B64CD-7D08-4895-B5B2-73E4AA3C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ECC4D-D77F-4784-966B-1CE43459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76425"/>
            <a:ext cx="1104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Select a vehicle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324DD-9867-49D3-9574-98F8878C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33F89-D0CC-4B91-8206-3C62CD4C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76425"/>
            <a:ext cx="1104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Choose date and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84C9B-603F-4A27-B638-5F2CAC9A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24025"/>
            <a:ext cx="11049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BC348-159F-4715-B90B-A0038361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76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Is the slot available?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50E58-6D08-41AE-BB2D-77411F35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6F9DB-13B3-4C3B-B1A1-A46DF7DF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76425"/>
            <a:ext cx="11049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Hold the selected slot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B4699-56AF-4C7C-8605-E2AC0753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11049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15 minutes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A251E-4C49-4503-AF0B-FA74F645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38350"/>
            <a:ext cx="7239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42C844-B98C-4F76-9A5C-B6820E21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5143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785BB-D3B5-44DA-B2E1-B7067067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38350"/>
            <a:ext cx="5143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7B6387-3507-481F-B856-7CD32CA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5905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E713B3-506B-44CB-BB2C-1566D42A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5905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FA0A4-2C39-43EC-8767-46274EA5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38325"/>
            <a:ext cx="4000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813410-D85F-4E62-9713-422DE67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38325"/>
            <a:ext cx="4000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FFBC60-9982-4981-9166-CB568168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333500" cy="4572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93113D-E55F-42DE-A838-6AB50A8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4625"/>
            <a:ext cx="11811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Choose another time slot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913A2A-E3D4-4EC2-8374-1C7AE12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66975"/>
            <a:ext cx="9525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7E0170-EBC0-4645-B0FE-3D45D4AC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7650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C26D73-42AE-4FA4-BD8F-B520A7F9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7650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853E92-6D1D-4E13-959E-8585BE57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8450"/>
            <a:ext cx="4381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3F5675-E6D6-4472-B0D3-C5184AE8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7645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41AA14-6C48-4E0A-A681-4E25A306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95250" cy="57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270B5D-0A1F-4785-93F1-479B3B6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2900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3CE3A-8C6E-4F56-82D5-913E2E7C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95675"/>
            <a:ext cx="11049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Create a booking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C57450-BB3B-40E5-951A-4A9FF2D7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11049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Pending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63EC38-B285-41A4-A299-9AC11D87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11049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079AEB-AF15-4E89-8181-29FED7F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95675"/>
            <a:ext cx="76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Pay online?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019792-C1DC-431A-BB34-BC4C7D77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221E55-0DE0-44AA-B3AD-9F7CEFDA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95675"/>
            <a:ext cx="1104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8. Make online payment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D664F2-DAD8-4B67-AA6C-0D85E96E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11049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5615AC-46C2-4DE1-8758-34A2D9C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5675"/>
            <a:ext cx="762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9. Is payment successful?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536637-50D1-44F9-ACAF-F57650CA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2900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F48341-1739-433C-A500-608639D5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95675"/>
            <a:ext cx="11049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10. Confirm the booking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E300E5-A862-4E79-BDAD-7ED03E8D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71900"/>
            <a:ext cx="11049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Confirmed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6F7FB5-D81C-46DC-9F45-752E79A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2573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3DBF91-981A-474C-92CE-7BBC2C4E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104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11. Assign staff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0792F9-0243-44C3-B4E5-2A311F60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343150"/>
            <a:ext cx="95250" cy="1085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F31F9B-2173-4F52-9B0F-A5CA717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5905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BAE691-D49C-4DC4-859B-266B689A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57600"/>
            <a:ext cx="5905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EAE088-0ED3-42D1-B13D-8E1635E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57600"/>
            <a:ext cx="5905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062243-3D06-4AB0-A420-D39ED796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5905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5A8CA7-F983-40DC-8D21-23A0179F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57600"/>
            <a:ext cx="5143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165FDA-BA7B-4C79-988C-DFB71D8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4000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6937BB-5778-4386-BD74-F77C63B8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4000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6F9ED8-2743-4997-93ED-3F33B14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48050"/>
            <a:ext cx="4000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6DA1C7-C21B-4E5E-AB45-4545CBF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48050"/>
            <a:ext cx="4000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950535-7CDB-484B-84AB-465E91E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76725"/>
            <a:ext cx="1352550" cy="4381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E6FF49-30E2-44B5-AB48-7B0BCA36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43400"/>
            <a:ext cx="12001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Pay at the service center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B9235E-2451-4D98-BC33-15D7EFC4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76700"/>
            <a:ext cx="9525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0776F7-FF3A-46DE-A96E-4CD29743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A5D69B-D9F1-4EF6-B1AF-F0DA24C8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DD7082-A4D4-419E-8984-E6968A12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381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EBFFBC-6B86-40D8-B217-A6F4DBD0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9570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2B940F-4082-4BC6-A3DF-5895BFEA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48075"/>
            <a:ext cx="95250" cy="666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A18E44-1174-43EA-A49D-6B6CC33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76725"/>
            <a:ext cx="1524000" cy="4381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F18257-C12E-4D64-953B-21BD00E3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43400"/>
            <a:ext cx="137160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Try again, change payment or cancel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6DDA8D-C177-49EE-97B8-49E9651E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76700"/>
            <a:ext cx="9525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FAA4529-5CAC-4F32-AB05-C70768F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570CEA-5578-4687-B6D2-81CF0729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7B40782-CBB5-4BF9-A8AC-9E04C865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57700"/>
            <a:ext cx="20002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2B2493-5306-4232-8834-1D592B3B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147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78BE34-A614-492F-A6DE-DAD3EEEE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48075"/>
            <a:ext cx="95250" cy="76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8F88D7-ACEE-4A25-B0F9-E4A38F4C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811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E3A14C-FBC7-4EA1-B6DA-16ED26E5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10287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12. Check-in the vehicle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560E95-B09A-4A9E-9117-4850C410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287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Checked in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0C098CF-A12E-4710-8F08-A9131C3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10150"/>
            <a:ext cx="11811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2805BC-9BC2-47CF-914F-F1D91087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76825"/>
            <a:ext cx="10287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13. Move vehicle to queue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7D6A1D-9A78-4CEA-B514-23CDBC08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10287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Queued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0ABCA2-9A1E-4530-AA4D-601DE845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10150"/>
            <a:ext cx="11811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2F2556-2E9D-47B1-AF8B-C56DF8F0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76825"/>
            <a:ext cx="10287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14. Start the car wash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0E7D99E-3E1E-4E3E-883B-D5E9BE9E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53050"/>
            <a:ext cx="10287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In progress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7F3B5C-4A58-43E0-B5A4-8E703E55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1811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7B60831-B19D-4F7D-9854-3408D7F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76825"/>
            <a:ext cx="10287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15. Complete the car wash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88A85F-F9FA-4BD1-94AF-C9FDDDB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53050"/>
            <a:ext cx="10287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Completed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EAEFCDF-CC87-4340-AB42-24C25266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11811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2517DC6-F939-48FC-9905-67D6F91B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76825"/>
            <a:ext cx="10287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16. Get points and update tier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64C2550-CF28-4494-A8C6-98C1AA6C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24425"/>
            <a:ext cx="104775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9106439-F0BC-42FC-83B8-8BC8E14F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086350"/>
            <a:ext cx="7048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17. Leave a review?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B02A410-839F-4789-830A-6B762812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67300"/>
            <a:ext cx="1047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8D892F-7CB6-411F-91B9-CA94384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33975"/>
            <a:ext cx="895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END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F0A629A-1FD1-4826-8062-A98D03BC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962400"/>
            <a:ext cx="95250" cy="1047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E97D32-A7F7-44FB-93D7-6E9E81D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38750"/>
            <a:ext cx="3238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8877A82-ACCE-49EA-AE5D-18E426F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38750"/>
            <a:ext cx="3238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F4DB6F1-BC71-4A1A-B2C1-CF5F4E8A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238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EA386BF-5FAF-4650-936A-2D99F937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3238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D7F07A5-3134-405F-9CA9-1FC9B247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38750"/>
            <a:ext cx="39052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AEC761D-D718-4872-9168-11A93673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238750"/>
            <a:ext cx="39052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2138B08-CE77-41A2-9AD4-55C40B6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3872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0C6110-76D9-4CF9-B281-56339E87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3872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BA1EA3-F063-4CB4-B81D-FF3FA590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05500"/>
            <a:ext cx="1428750" cy="2857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29545AD-2B39-40F9-959A-CAD4006D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72175"/>
            <a:ext cx="12763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7558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18. Submit review and get bonus points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1433B7-957F-4637-98FE-5503C046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648325"/>
            <a:ext cx="9525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DECA357-31A8-4C3F-A0FD-CA6419DE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724525"/>
            <a:ext cx="3619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608DFA8-860B-4DE3-8CB0-DBB0713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724525"/>
            <a:ext cx="3619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98F6AB1-FDE1-46C7-BD4B-15EB89CE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10275"/>
            <a:ext cx="6000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116C76A-CDFA-404F-BCCA-7C017996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86400"/>
            <a:ext cx="95250" cy="571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87CA42-DDCB-4C73-A36B-D1670FF5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AB2535-2E41-44AE-89F2-B7A6155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664FC95-5081-4287-891F-BF3E5241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1CD8416-1484-4FBB-93DE-80FDAEF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53739F2-A697-47B7-A538-F0F5206D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99F6CC4-86BD-4DDD-9E80-A91ED30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F5AD60A-5644-4259-BEB2-B1604FC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1185345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8099854-8C43-4D67-98CA-1E071784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14642-AE73-4BCD-BE31-1AA9BF0A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8017B-9B79-4EAB-8BC4-4EA29222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3249A-04E9-4546-869B-B23D2506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503E9-84CD-4209-A44F-FA53A668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679E6-A6A5-4DE5-BDEF-21CFAC65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Scenario 2: Booking &amp; Payment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F8D42-A720-4D0E-BE79-10880D09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Select a service, reserve an available time slot, create the booking and complete the selected payment method.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8997F-56B3-44EE-991C-922BED0F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EA4DF-460C-4F9A-A5BD-D0ED1AD6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9BDAA-AD1B-408C-A89E-7A56BE40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0480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ADE37-FA79-4D2E-846C-30933037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2895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SERVICE AND SLOT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38CCD-5B50-494F-ACFD-7720FF1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04925"/>
            <a:ext cx="30480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C7A9E-506A-4662-8281-BAE8FB11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43025"/>
            <a:ext cx="2895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BOOKING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F4913-8EF5-43C8-9007-E96A1FD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04925"/>
            <a:ext cx="30480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45B1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6636D-E87F-4D0A-831E-D8F8ED2B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43025"/>
            <a:ext cx="2895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PAYMENT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FC44A-0C6E-45A8-AFDF-F5DD3ADE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2382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96FD2-63EF-4965-B85A-5B760914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10858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START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46A2F-3830-4E23-9974-EF3A3370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A520C-1E3A-4BC2-9677-7CEB4150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57375"/>
            <a:ext cx="1276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Select a service or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11C42-A0E3-44F8-BC71-02ADEC90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13335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2754B-CE6A-407B-A2BB-4145D9A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57375"/>
            <a:ext cx="11811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Select a vehicle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682F6-483C-4A87-B251-0FDCC4F7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15240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A6E83-4A9F-4CE8-96FE-B0BCA62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57375"/>
            <a:ext cx="1371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Choose date and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7BDDD-790C-4BF7-BD13-C00252C4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12192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772C9E-2512-48CD-AEBC-63B785DF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57375"/>
            <a:ext cx="8763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Is the slot available?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D2719-FFB5-4BAC-A1DC-DFEE647E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C01AC-3730-40B7-A009-66C8CFB6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57375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Hold the selected slot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CB849-9223-43F0-84AB-B92CAD49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33600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15 minutes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6E52F-EB38-4446-9D67-3938FD77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19300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57BB4-267B-4DB0-A726-1C8E0FD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19300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7EFE7C-5480-42D5-957E-97CD3243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9F422E-CE1E-4E00-927E-BDFFFB1B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5715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FC9293-FEA8-4168-A7F5-3ECC849E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19300"/>
            <a:ext cx="4953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D77962-F41D-41B1-B179-AEB9886A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D4DD65-1458-4325-9723-8A2358C0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240D87-114A-4E64-950B-8994B85F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9875"/>
            <a:ext cx="1428750" cy="4762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FC6CF3-0DFA-43E1-A971-3C2F6D57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12763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Choose another time slot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115D0B-336C-45CF-BA72-6E8FFFC9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38400"/>
            <a:ext cx="95250" cy="371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E39F5E-2829-49CE-B496-8469C67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09AA2B-EBC9-4DB0-A55B-A81BA9C1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7C5B18-05D8-49C0-A77C-6A5AB255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4762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49BF1A-F05C-4E1B-B82C-6A6AC56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57400"/>
            <a:ext cx="285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6A6D12-3DB2-4BF3-BE53-21388478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00250"/>
            <a:ext cx="95250" cy="76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08B4A6-4BF8-43BE-B090-8434F1C0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0"/>
            <a:ext cx="1428750" cy="5524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ACDC5B-2C68-4586-88D0-783C2118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86175"/>
            <a:ext cx="12763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Add voucher and staff preference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36882D-6869-41F8-8C0E-34F1579D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12573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7E9A47-26DC-4C72-AC9E-EF1889C5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86175"/>
            <a:ext cx="9144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Are booking details valid?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37528F-BAE1-4AA9-8B95-F08DFE9C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1428750" cy="5524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3589FD-3E1E-439C-AF0C-A1A14B22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8. Create the booking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78F4D8-068D-4F2C-8B85-8FF12F3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71047B-0C31-4806-85E6-B7D5C456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12573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013546-705A-41C1-93E8-3C02DAC8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86175"/>
            <a:ext cx="9144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9. Choose payment method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767728-0A8D-485C-9EC6-C223755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1428750" cy="5524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661C68-78F1-4953-A5CF-5137B82B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86175"/>
            <a:ext cx="12763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10. Make online payment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A9EBDD-78D8-4F59-A78A-2C229D63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2573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EFDCFF-8FE8-4E9E-BF23-F5B33BFE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9144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11. Is payment successful?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36372E-8BE9-4BF0-8A3F-5C2643F5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24100"/>
            <a:ext cx="95250" cy="1295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5A1411-E9B3-4EAB-BF7B-BBFD29CF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57625"/>
            <a:ext cx="6477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E2E5AB-2715-487D-AC50-1355C655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4762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154A26-546C-4802-867A-8622B611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57625"/>
            <a:ext cx="6477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53282B-8B51-4EF0-9032-317265EF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57625"/>
            <a:ext cx="4762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A51EB4-DAF7-4B6A-A8C1-F67CF304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572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536EAE-1819-46B7-B920-790031DC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31DC1C-A86E-4B75-B6AC-697DE30F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37A75F-C9E0-4F28-AB68-536F3746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4762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3CBBCA-C35B-40E4-AEC3-D7005D75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4762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ONLINE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B14A33-D4FE-4FC8-BE6C-FFB21D37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14875"/>
            <a:ext cx="1562100" cy="4762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E17843-5440-41BB-A0AD-EDCFEB3B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14097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Correct the booking information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AD536E-4D89-4B34-9654-D9D64AC6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267200"/>
            <a:ext cx="95250" cy="447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FA8DE3-30BD-4E24-8BC9-20EC600E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529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1F0804-7FD1-4E38-A4AD-0386CB2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529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EF2E4F-3AB1-403B-8074-1D7EB61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14900"/>
            <a:ext cx="2286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9FC769-CEA9-411F-9C7F-5975C8A0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895725"/>
            <a:ext cx="28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DA8ADFB-5A68-42E1-80EC-EF725C85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829050"/>
            <a:ext cx="95250" cy="76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6DEE4B-B321-4AC8-909E-B38443BB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14875"/>
            <a:ext cx="1619250" cy="4762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97308B-7A71-4AE4-A2D9-5E9C389B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81550"/>
            <a:ext cx="14668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Pay at the service center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B9EE147-90F3-4A5D-9E65-B2CFCE29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67200"/>
            <a:ext cx="95250" cy="447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005F760-ADA1-41A0-AA51-6A53A4B0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52950"/>
            <a:ext cx="6286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EDA594-202F-442E-AD8B-275FFB8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52950"/>
            <a:ext cx="6286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AT COUNTER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A82452-EF95-422A-8E8D-DF9676AC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809750" cy="4762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F943E9-7B19-4367-BD9B-4CD9256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6573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Try again, change payment or cancel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5BB5FA-3E50-400E-BDD7-23C2972F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67200"/>
            <a:ext cx="95250" cy="447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99F23E-1BAF-4941-853F-E89A080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836F5B-3626-44CC-AB44-C11096D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743C04-D7E3-4C01-9784-858A4084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72125"/>
            <a:ext cx="2190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17181B6-0BC1-488E-BE01-211EB8B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38800"/>
            <a:ext cx="2038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12. Confirm the booking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83897B-C3A6-4737-AD93-B987650D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915025"/>
            <a:ext cx="2038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Confirmed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51AD19C-558D-4CF6-BB85-B627A3E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29275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4A8597-1876-4A64-9E85-050705B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95950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BOOKING READY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798A9C-3BD1-4C1B-9514-5EDAA28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957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84B127-956A-4ECE-9753-FFD34DA6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895725"/>
            <a:ext cx="285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9C54356-DE3C-4D52-A1A0-3F40EF3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800725"/>
            <a:ext cx="23145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F6A058-7BF7-4098-8C9C-73465C17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38550"/>
            <a:ext cx="3619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977F634-F99C-4A8A-8FBE-4BDCCC1F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38550"/>
            <a:ext cx="3619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EBFF216-FD0E-4D10-A44E-F846DBA8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9525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79B5B2-B771-4493-8248-234E5291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00725"/>
            <a:ext cx="762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168756D-18C0-4AFA-9582-A1B088A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314950"/>
            <a:ext cx="8763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622D15-E5D6-4301-AFCD-2E32C323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314950"/>
            <a:ext cx="8763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PAYMENT VERIFIED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B734DB1-492D-4B74-9F80-936DF68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9A86BA8-21A0-44EA-8496-6D391AB0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96D629F-DEAD-4C38-946C-F7BBB57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BD90173-D8F4-4D47-884D-C637AB8C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057AC8-81D7-4E4F-A1F4-AABA42BC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6E766D-BEEB-4AA0-9096-2A1DA3F3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F9FBD7-3E78-4C45-984C-A766291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474148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8C16B4-83C2-436B-8B45-C2B71891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2E9C2-B423-468B-A1FE-D52DB37E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E80E-4F07-437E-BB24-2BCB0655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6E104-63F4-4327-95ED-0BE18D9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8CCE5-0762-4F9A-BD74-95087368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00534-55BB-471E-923E-589E29E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Scenario 3: Car Wash &amp; Loyalty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9C15E-2A50-4AFC-A5AF-229AFEDA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Check in the vehicle, complete the car wash, receive loyalty points and leave an optional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99D62-F888-4AB7-8AEB-0F1D6A6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C0A32-231F-47F8-B652-160B81A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98EAB-86B0-42C8-9DDC-BE2F4819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BC116-A23E-4B42-B306-BDE74FE7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PRE-SERVICE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C278C-342D-4B1E-A7B6-474201D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E5C78-9E51-4A6D-8AC0-8FAD914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WASH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A66D9-9771-46A0-A077-64E04B98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B60F5-BE6E-4607-AAE3-714E940F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COMPLETION &amp; 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A2C07-FD73-4856-8170-7A290FA9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F750E-75B5-4814-B2C6-0343CFCC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CONFIRMED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14A93-1D89-46AE-9D30-CC55AD8C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1381125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92FB7-70D5-4F96-9DE9-91B8FAB5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19275"/>
            <a:ext cx="122872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Assign staff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60D70-FC35-41F1-8FE6-414993D2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57350"/>
            <a:ext cx="11811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4FE5D-6553-4BB5-83A9-AC40214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19275"/>
            <a:ext cx="8382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Is the booking ready?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ABF99-3DA8-47ED-9C0E-67F869C1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3F051-7231-48F7-A3B1-566F9BB2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9275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Prepare the car wash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75436-3C9A-4467-AF40-D57AD80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Pending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BDBC8-4210-484A-BAD5-C6D96FD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0BF051-968F-4FD8-86C4-B774B130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19275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Move vehicle to 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69134B-47E4-42FB-BD1D-76189C1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Queued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9FC5C-C500-42E1-91B5-A7A1BA73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57350"/>
            <a:ext cx="118110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E1E32-E3D0-4106-AF77-34640929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19275"/>
            <a:ext cx="8382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Has the vehicle arrived?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67C667-D8C1-4067-A838-657C62F8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81200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3D89E5-1D60-4DDA-AC80-045FF926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81200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7C4818-C1BC-4D56-B352-789FFEDD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981200"/>
            <a:ext cx="48577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90D2E5-04A4-410B-8CE5-305D600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144B5B-E6C6-4C66-9E5E-C47D48F5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81200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BCDFA9-E5E5-4AA4-ACCC-241DDAE8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62125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0CA943-75D8-4BC2-B353-7D353F9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62125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47C0F3-D02D-4A5E-9F8A-4EDA8725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1524000" cy="4762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642760-4FFC-4572-B618-961AA951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13716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Wait, reschedule or cancel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908182-908A-4B13-B30C-0CE7651D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9525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E24DB6-79FE-49B7-90AA-2D0663AE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F086F6-B1E4-40CD-96FE-ED3EFAA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1937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5E63A2-7D0E-412B-A740-C7E82E64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714500" cy="47625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14863F-FB56-44F9-80E6-E8E74AC7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47975"/>
            <a:ext cx="15621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Mark as no-show or cancel booking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116BCA-3609-4B5C-B400-5C20281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00300"/>
            <a:ext cx="9525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CF5359-D342-43A6-AF91-969C2C6D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72E7B7-0ACA-4F05-B4A8-36EA130E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389441-A817-47E1-BC0C-5D126FB1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13335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2F0D5E-61EC-4567-A517-A086C4F2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81425"/>
            <a:ext cx="11811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Check-in the vehicle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564540-45A4-48EC-9FF7-A4427A8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57650"/>
            <a:ext cx="11811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Checked 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87849E-45C9-40EC-A056-7186AF02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3335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0D3243-6FF8-49CE-9BF3-4148347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81425"/>
            <a:ext cx="11811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Start the car wash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11B246-6205-464F-BC92-F860F88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11811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In progress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E8445C-8027-4D78-B5EA-D96C936E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15240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668D5C-B5E4-4A43-ADE2-E619D900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137160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8. Update wash progress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A1A1FB-EA76-4911-8B46-86082E53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13716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Live tracking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6D70FF-89F8-4688-877E-DCAF3F02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E33078-61CE-45E6-AB1C-DB0098E0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81425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9. Complete the car wash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9140D5-D872-4F27-8A94-28F466E2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57650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Completed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56A5AD-A759-478F-9942-6FB761E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6986C0-CAD8-46F6-83AB-AFC31104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81425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10. Complete payment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C23D01-394F-4A45-AC74-E6901BF0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57650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Paid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EA1403-35EA-4458-B6F0-5A523DE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11430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C0FB49-342E-4262-8A8B-FE95A5DB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990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11. Show completion summary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50FF96-33A6-4C72-93E5-20505CFA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00300"/>
            <a:ext cx="95250" cy="1314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644F75-C3B0-40F6-8ABB-427E46B4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3429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A50402-F259-45F0-985E-62BBD000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3429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69ACA3-B4DE-48E8-B50B-61B276CD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666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100659-08C7-48AD-B079-282FC964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4762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2645A1-4A09-425A-95C1-9E7F8592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5715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40979A-B162-45B0-977E-74D7961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4762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E19B69-99C6-45A1-8FE3-6E7272AC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38100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242405-1AE6-42A3-BBE9-CE9EAA65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D6CD05-BECB-4D00-8BF1-5602F5A0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276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12. Get loyalty points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B22A0D-0EAA-4B25-9C4A-5F1B975A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91125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483D9D-A7C3-4914-932D-75FA11E7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57800"/>
            <a:ext cx="12763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13. Update membership tier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3C20BD-327B-4BBE-B54A-BFA01D03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31B335-253A-4784-9C8E-E65C752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57800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14. Leave a review?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6ABC558-B73B-4266-B4D1-0216BB20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152400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8248C2-F57F-4B76-9469-82695D5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57800"/>
            <a:ext cx="13716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15. Submit rating and comments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68CDDD-53E6-469C-A8D1-62199D09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91125"/>
            <a:ext cx="1428750" cy="5334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D1413C-9B14-4502-8052-7074EB12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57800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16. Get review bonus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609F3C7-4D68-4B9A-8296-88F53523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34025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+10 points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F03456-8E26-461B-816B-CE9A3905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48275"/>
            <a:ext cx="114300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B09A96-341E-45CE-96BB-09016C8A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314950"/>
            <a:ext cx="990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END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C1F521-CD92-4B5F-8A0D-EDAA0F29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95250" cy="942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37A856-40C9-4FEB-8C17-C4D808E4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19725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825E55-7B6B-4C13-A6B9-C2DF0505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19725"/>
            <a:ext cx="5715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657F5E-D1E8-4D31-9368-29C1DD9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19725"/>
            <a:ext cx="5143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0265667-6EA7-47AC-BE71-09CBACB8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19725"/>
            <a:ext cx="476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C723127-0D36-4D6A-80E8-863EDBF1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19725"/>
            <a:ext cx="5715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50FA38-9235-46A0-AE30-5233BDEE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00650"/>
            <a:ext cx="3619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EA52C7-B17B-4DEE-8E53-C7FD567E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00650"/>
            <a:ext cx="3619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5F7E294-591C-48EB-B70D-2A7A0C75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62500"/>
            <a:ext cx="285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77A"/>
          </a:solidFill>
          <a:ln xmlns:a="http://schemas.openxmlformats.org/drawingml/2006/main" w="0">
            <a:solidFill>
              <a:srgbClr val="58677A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107494-C827-46A4-8201-3ADB0463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62500"/>
            <a:ext cx="5686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77A"/>
          </a:solidFill>
          <a:ln xmlns:a="http://schemas.openxmlformats.org/drawingml/2006/main" w="0">
            <a:solidFill>
              <a:srgbClr val="58677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C4F471-4AC5-4AA7-A63C-2C2FD38A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0"/>
            <a:ext cx="95250" cy="485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8677A"/>
          </a:solidFill>
          <a:ln xmlns:a="http://schemas.openxmlformats.org/drawingml/2006/main" w="0">
            <a:solidFill>
              <a:srgbClr val="58677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29B7622-2779-4F72-840A-04E3950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32385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84372E-EDA3-4C7A-A22E-64321E8D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32385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D4B857E-118F-4CFA-8704-A6D66A41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286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C73C508-2CC0-4B1F-A7A9-A0CEBF0F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632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2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The wash progress is updated after each service step so the latest status remains visible throughout the car wash.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4409C60-89A1-451C-B80C-946338BE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00879C7-3C21-49C8-A4E8-D8B9AB2B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59B245-436B-4968-A47D-2EA3F8C5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1A326C-FE92-4A28-A87F-ABE4722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C99FBF1-B45C-4EAD-B134-54310794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A21472-D425-4056-A7B7-EF2DBB9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51081E8-5861-40C0-A2F0-B8F9685F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2091798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01E867-95E7-4EFB-B090-2B104E1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971CB-A63F-47DE-B10E-9032B85A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ABA2C-B650-4A0A-A7CA-D7C6FD0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FB6C8-A244-49C0-B8A5-EE884B00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3C34D-0863-43B6-9344-01897DF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AF0C5-1E07-4254-9B32-BC31730A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Scenario 4: Account &amp; Vehicle Setup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16364-9217-472D-A12E-C4D3EFC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Create and verify an account, sign in, complete the profile and prepare a primary vehicle for booking.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924EC-3963-4528-AF4C-9997828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5B153-FB50-4973-B3C1-A97C4CCD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DA1B4-D0C0-446E-86CD-885DC70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465EC-BF2B-4F00-A1F0-35079663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ACCOUNT CREATION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1AFE-D48D-4C5C-95D4-DA7D5831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A3A09-F807-4B61-B152-32C9E6D4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PROFILE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85083-6E32-4285-A1D4-019A8F5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7CA94-45C5-495C-A3FD-60682B0A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VEHICLE SETUP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51963-1CA8-474E-A68D-01868B50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9C6D0-834B-4AF3-8616-AC94A079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81076-249F-4298-B012-8DF7AFC8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F8DFF-4178-4C5F-8365-811109E7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Create an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664D5-3F4B-4901-BD5D-D59DF378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78C65-E16B-4B96-8FBC-010A95BD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Receive verification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4DACB-1789-45DD-98A3-FE525144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52600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C9D99-FC95-4D3C-A6E9-929AAC0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14525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Is the code correct?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6CAD6-24BF-48DD-9DA2-918F25F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83960-BB91-4293-BAC8-D9ECC5B9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Sign in to the account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216B7-F1EB-40A7-B064-FA8564B5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38367-197F-4727-BF54-EBC7A50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Complete customer profile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4B96C-362E-497B-89B1-B7EB7A8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707AC-BD6B-4C1B-ADF6-2CE7994C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Enter vehicle information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852A2-D805-4F43-8BB9-7D2CC57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BA74A-BF60-4551-B50F-367BB1EC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Save vehicle and set as primary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423957-799F-4B1E-8E91-6493C14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327CD7-EE20-4C3D-AE9F-9C8C311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CE9401-97D5-4E79-AB2C-7D4BDD0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D51C4D-CBE3-426C-8FDC-666C3654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95550"/>
            <a:ext cx="95250" cy="1838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D47543-72D0-47CE-88C2-33E16FC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337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1D8F0B-ED73-4C40-8FED-0681F9A0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337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6CF4BD-3EAF-4AB0-96E3-18EC16E6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5CE62C-8F20-4610-9522-DF9DC709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4CAE17-A252-49C8-8AEF-083A10C4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34C1FE-F334-4372-AD35-78D138C6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A6A53-8591-42E8-856D-28AE89EF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 → Enter the code again or request a new verification code.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C58814-1B29-4C36-AFD8-356A5D4F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A092B-3BF7-4A89-B0EE-5E2B90B5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INVALID VEHICLE → Correct the information. A duplicate license plate cannot be saved.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B73DA8-AF4C-40CD-B126-E9AECF4D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955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63F73B-B546-45CC-AEED-6B018044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81300"/>
            <a:ext cx="554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64C36A-DCBE-4794-9134-3D5F437C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95250" cy="409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A751C-3FCA-4E2C-B7B9-6E41DF55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6222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D178C0-11B7-42CB-9A27-92CB4357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6222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354F20-59C1-43DF-9362-055F38F4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3812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9FE118-1EAD-4A3F-B699-646D02B2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632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After a vehicle is saved, it can be selected as the primary vehicle and used as the default vehicle for future bookings.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5AA328-9BA5-44E5-870C-DB7496D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DDF035-1F6A-4431-AA66-42FCAA2E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69DC19-4CE1-45C4-9ED1-22E7F088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B48E58-DA06-4A5F-9CEF-3F8A9616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9C033E-CF97-4BD8-9521-D26CD387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8362BD-EAFC-4546-A178-719D6254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35495F-FFBD-420B-AF83-E1E70553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1916050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F66359F-CFDA-4C7A-8F6F-6863DB23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E054B-0578-426C-B88A-B2D4AB98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E4C87-6DEF-438A-B88D-37663197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4F171-7E5A-485B-A3FA-3BA8AC6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5A57D-1EA7-4C06-9EAE-6F8D470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81B9F-8612-4F85-B544-6B560C8F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Scenario 5: Booking Changes &amp; Exception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24B63-E2C2-4487-80BC-6A69E3E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Handle pending payment, payment changes, booking cancellation, payment timeout and no-show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DFD00-3827-4EC0-853A-AA0F83D4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07C57-A820-4D59-9F44-91CB1B5B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2E025-BF9A-42AC-82F1-D887D793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45B1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6C229-6051-40FB-86B5-935E5640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PENDING BOOKING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6B28A-32F4-4742-8268-BA21FB43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F4636-E7AC-4CA2-B84D-9CAD48A0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BOOKING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B48F4-F1AF-44C2-9E00-E97C19F8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95873-73D9-4462-9E67-4BF0E201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CANCELLATION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CB537-1C57-44C0-A004-C99009F8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309C2-CFB7-440B-8134-BDC8D50D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OPEN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10DB8-E085-4ABF-A948-A792616B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52600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6B465-70D6-40DD-A108-A97A6F0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14525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Is payment pending?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9D635-7A42-41A3-8D1E-8FDFBA90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F17E1-EA84-4991-96F5-6362854F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Pay or change payment method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9FC84-3376-4D84-86B5-4C8D0AAD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52600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F238E-1B42-489C-88F5-9DD88BDB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14525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Paid within 15 minutes?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48B25-3972-475E-9CFA-FDFFCAFC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D3F33-ACD7-4E50-8412-222C80A6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00550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Confirm the booking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A42B7-7DD6-4988-B207-E258BF6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52975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Confirmed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F58DDF-AC2E-410B-B997-6477F3B7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95775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8C686-FA79-4232-A526-C7C7DD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Cancel the booking?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571A7-D3D1-41F0-9AD9-2BA687B9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95775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B2A6F-4273-4D1B-8AE1-75731C15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Is cancellation allowed?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5A5E3-E58B-451A-8BA4-A5FCC3F4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1FDFE-42F2-4710-9017-9AD274EB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Cancel booking and apply payment rules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5CC89A-7615-4C1F-A4D3-0DE8F5D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Cancelled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93E88-51EA-45D3-857C-2645E318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1CB4A-821D-40B6-A8CC-10D9FE44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4DC1F4-38D1-4763-8008-149485ED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57375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456EDF-14D7-48B8-BCCD-C1204CCB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57375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2F0E59-8E00-4F67-8268-954CA9EC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92971A-CD73-4142-80F8-2F28DAE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95550"/>
            <a:ext cx="95250" cy="1838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CB9CF4-D27A-4B0B-BC69-90130CE0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337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540C22-39C7-4668-B92D-B9F4D01C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337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0C1FA3-C1AC-45E8-AC80-BAFF120B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0639BA-491F-4FEF-BB92-DAD6B34D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00575"/>
            <a:ext cx="16573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F80F93-EE5E-41B4-A5C2-CA54CE45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005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3188A5-5251-4EE6-807F-D2204774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005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193A0D-3803-4A54-AFF1-E5511D6F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C2FA09-46AC-478A-9EB1-BDB17D3F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88E6B4-098F-437A-9E05-C8F0D9D0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602946-6476-4819-AC7C-60C49C38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E65566-10CF-4C42-8863-1A70237D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 PAYMENT → Cancel the expired pending booking and release the reserved capacity.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1F36B3-6084-4161-B40D-6EDF917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E18879-F29B-44CF-875A-BEF46D97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 CANCELLATION → Keep the booking or contact the service center when cancellation is restricted.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145783-C891-461D-8ED3-EF534DE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955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1309F9-EC7B-4CBB-9C15-A4A81193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81300"/>
            <a:ext cx="554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97D994-F974-4A5B-A20C-947EAF86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95250" cy="409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58FCB2-628F-4CF5-9921-4F5B236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6222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2C6815-A232-41DB-821F-4C23E459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6222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C7CE9E-51B3-45BC-A201-0AF7CCE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48125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230656-FF12-4B73-A141-63A68BAC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48125"/>
            <a:ext cx="354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BF8E81-5B62-4955-A201-31B4BAF7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95250" cy="3429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63C0F1-5D09-4E34-8252-0FE9340E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576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1779A8-46EB-40EC-88D3-2BDAFBD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576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ABFC6E-4509-4BD1-88F1-23D436F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3812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E7F080-975E-4A1E-9AE7-7DAD99DC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632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 confirmed booking that is not checked in may be handled as a no-show according to the configured service rules.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C9D53F-6479-43D8-8FE7-BC20D760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748415-9EAF-4B0A-A3D3-063CE10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4534399-670B-48E6-97FD-1BE4E61A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9412FF-92E8-470E-89B5-7E1619E7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BE48E1-39DB-4B33-A152-78A5C59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166F16-CB2B-430C-AA8C-E8256EF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4124DA-181C-46C3-A494-AC1266F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1824995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018D24-0C5E-4F70-91E8-AEA9D35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40F5D-C118-4E34-9BA1-E7C75751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78525-9C62-4897-B3CA-BA217E4E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897B8-B91C-4453-8CF2-1682F6F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AAB65-1F87-4A27-A877-9D6EBCCB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26E52-B0E0-43C3-A585-89508C21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6: Combo, Promotion &amp; Loyalty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4B1D6-8167-40AA-B1ED-92A9D95D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Check offer eligibility, purchase or apply the offer, complete services, earn points and redeem loyalty rewards.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F2D69-335A-454A-BB00-666F9F0B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8F80B-29AF-4FB7-97F2-94D126F7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A11E7-54A2-4EA5-A306-34C961C8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45B1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A1C9B-F9FD-442A-800A-8ED0B3C8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OFFER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BAE0A-FECA-49DF-A33C-836B813D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92993-C9C5-408D-80ED-7D4B7B6F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SERVICE BENEFIT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44058-4C6E-4B32-85E5-15557BB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A1E1C-4C27-449E-9C1E-F67AA62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LOYALTY REWARD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C9777-2015-48E8-AFD1-439EEA3D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AC839-176A-4BAC-A68A-31F190C9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VIEW OFFERS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E0A2-0BFC-40FF-B8F1-98350F8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3F69D-4042-4FAB-BEE5-C9E991E4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Select a combo or promotion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FF040-02AB-472B-AC0D-88DE8F10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BCBF1-0124-411F-A08D-B7010C4C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14525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Is the membership tier eligible?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A7C42-1ECF-49C0-9882-9E2E48B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ED575-5124-4470-AA8A-1E1DD834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Purchase combo or apply voucher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437CA-5039-4E94-A404-F598753D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95775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4090F-3367-40BE-97F2-5E5F0200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Is payment successful?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54720-4D15-4C81-8B96-01237CC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FEBEE-A4E3-41E2-B95C-5F877D4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Activate combo or discount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50D06-2F74-4519-A4F7-3052125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5EFE4-9997-4A2E-9F64-4F2E3A38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Complete an eligible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147B4-6C60-42A0-989A-F2D4B2DC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6C8CC8-6EA9-46D5-AA74-AF21E953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Earn points, update tier and redeem rewards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D61A51-AD82-4396-ADA5-C2940845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C9AA9E-BA2C-4A57-BE18-343C7939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604741-60A1-415D-A4FD-B7F317FB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77CD2D-9B4E-4AAE-9BB7-F743D363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57375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6E08F-A405-4D89-8346-C60E8A9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57375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D2679-0773-48B5-A4E4-42F4169E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95250" cy="1895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1ACED9-839A-4E29-BEED-FAAF01FC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09C939-BA4D-44D1-847D-4EA81A31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5CA4F0-CE87-4373-AD31-04BC1F0E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6A8569-471B-454E-BB75-9FDF7BD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0B966E-A79F-4106-A464-5873F97D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28B0C0-501D-4E3E-855A-3B4B7114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2EE0C-7067-4B80-A0D7-2FBB50D1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 TIER ELIGIBILITY → Select another available offer.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D03370-1B6C-40CC-BBB8-666F72E0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6F4E49-24DB-4326-AC8E-2EE72AD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PAYMENT FAILED → Try again, change payment method or cancel the purchase.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54EF92-CC52-49BD-AE4C-49A6874C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955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AE9760-DB84-4982-A054-6FBAD35F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81300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8D87E7-3CE5-45DD-AA89-238915A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95250" cy="409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6F65AB-99DD-412C-9D2D-0B64139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6222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A246AA-8B68-4F5E-8C02-BA5DD4D8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6222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FD4537-C577-48B9-A29E-5FB0AEEE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48125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BADE0D-8250-43C1-BDF4-92C54164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48125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1101C1-9849-417D-B840-D632D180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95250" cy="3429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7C2F75-2830-4E69-82BC-AA06534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576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33751C-80A1-4CD1-88FF-DB7EF07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576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F1FBDA-E44D-41C9-B88B-A2DB0CB2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3812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EFEDD1-E6BD-4914-8BAA-B0A1FE4D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632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Available points can be redeemed for eligible voucher offers when the customer has enough points and meets the required membership tier.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26D6FA-DEE0-47A3-AE4D-25030AEE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5DDEE2-5020-473B-AE3C-61CD996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1C6673-58A8-4585-919E-3EDD297B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26BDA0-F1C4-4C6A-99A6-58B1DC86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A2BCF9-A0A5-4F27-8EC1-8A060D7A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56B6DA-AF67-4FD2-A3D5-805C7015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E5BE9D-1ECD-4318-A505-55F4B769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288779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0E5245-6F5B-47BA-A85A-C52A7ACE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0A00B-52F2-4DDE-B104-9551BA4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58186-1129-4B50-AECF-E6AFABE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9FC9D-6289-4927-B14A-AC4F204B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208DF-5B56-4B8A-BAED-E7603BC4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51A69-F25E-480E-89F9-7BBB49B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Scenario 7: Staff Assignment &amp; Live Tracking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A826A-9215-4781-997C-769A7D8A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Select available staff, balance work assignments, start the service and keep the latest wash progress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9ED04-F753-4841-96E5-A414169C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9D373-2372-45AB-9EB4-DAB6E8D5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B3608-2C6E-431C-9749-4BBC9B0A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0DE4F-6EFA-4DB4-BC7B-EB8F309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STAFF ASSIGNMENT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9505B-5D3F-42BD-BFCB-7229BF33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FB8C0-F84C-4826-83A9-2C6A411A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SERVICE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94F03-9005-405B-B4AE-7D011A7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4DF99-4638-4DE1-9C92-7DE15EC8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LIVE TRACKING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51FCD-3C09-4D9C-961F-1F9FA549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5B02F-9E9D-4A51-A500-527E7045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CONFIRMED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52AF0-2626-49B4-A38A-4D23269E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62057-FB22-4E90-A387-56712D0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Check available staff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18209-5AE1-4B7D-8897-F71B3B71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41CD4-1486-4EB1-BB19-707DDEB6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14525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Is a staff member available?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055ED-6FEC-40DA-BD39-F6A4EFB2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138FA-9EBF-4081-89E2-E752FE4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Assign staff by availability and workload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E79A6-3AEE-43C2-9672-2FCBC489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414D6-C3A4-472E-9591-97FEF86C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Queue and check-in the vehicle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9DD41-AA9B-4498-ABB2-EBD6B283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33C65-7EBC-447F-B72C-3147C454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Start the car wash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031A3-C7DA-4355-B551-E984204C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B74DC-DFDA-4A1C-992C-5D4A0B2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Update wash 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A8380-33D4-4D7C-AEBD-14BC8941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E6C786-61A3-4221-A69C-86076167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Display the latest progress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8F1E4-A5DD-4813-9D24-4A5364FF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09C08A-AD09-4115-B106-8A6C26B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B3CE7-1CD6-4B54-97CF-1488C4A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E63543-1C61-4ACA-9C58-F18DE36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57375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AA0366-D913-494F-996A-DB92E2EA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57375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37809B-28B1-4C36-9E2A-93BD5453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95250" cy="1933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D1AA89-F258-46A0-B7A3-ED71486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F668E0-0EB2-4298-87EC-9E4740DE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2256C2-8E38-4C5A-A31A-C1F5DB0C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16C2B9-3BDC-47F6-BAB7-D7C28C1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40957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66B83-EA26-4ED3-AD87-783C0335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76600"/>
            <a:ext cx="38671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 STAFF AVAILABLE → Select the next available employee, adjust the assignment or wait for availability.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B1EFF7-2ABE-4B3B-8E0D-5E2774A8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955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BB45D4-ADE5-40AD-AD73-AC95646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00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051D56-8042-442E-A553-24F5444F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81300"/>
            <a:ext cx="95250" cy="409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E7BC68-0378-40F7-8A49-D7D2D08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6222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5E03CA-DC3B-4F4E-841F-E8E2A8D7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6222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1F983A-AFEF-44E6-956E-CAA5A719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3812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C2A182-C52F-4E8F-A2AC-9DCDDC2A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632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Each service update refreshes the visible booking status; automatic refresh remains available when the live connection is interrupted.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8C9C96-A91A-4BCF-93E7-FD25515D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B89F1D-73A6-4DF2-BB4B-EB56888D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EBC5D3-492D-4BF1-A181-8911FE69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9F8908-22DB-4816-87D5-8293A5D3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C819B5-5957-41E1-9138-5473308C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310003-6130-4217-8DBF-5DB2AA8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0E7E28-9D0F-481B-938B-0CEF9781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1727546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E6C431-C6C1-4574-8FAF-EBF015F9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9C811-6359-436A-88B8-3574DDF4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3C7E3-2833-4AE9-B9C7-BB0E5207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FDE90-0EC3-46D0-9F81-C891EF2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2F4F5-B7C9-4D99-ADFE-D2C295FA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E9BAD-B978-48F5-925B-C00E0FDD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Scenario 8: Review &amp; Feedback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DAD1B-8262-437B-9AF9-C9A86D8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Allow one review for each completed booking, save optional images and award the review bonus.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B6C4D-A696-409F-861D-5CDA48D3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96279-E453-44B2-BCB0-C41FC962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32E44-8951-4A68-AF99-2F04DF51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63B50-524D-4E57-A471-2CC4F08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REVIEW ELIGIBILITY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C3960-B765-40AB-81E7-91D37310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45B1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4FC71-9660-469D-8E4A-52A4957C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REVIEW SUBMISSION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8CF41-1417-44B9-B983-7FC7805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E0AFF-670B-49AC-9219-934FA635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FEEDBACK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08D50-2C76-4E51-96CE-04C9E0A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9F466-CF36-4DF8-B5CB-0400748F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COMPLETED BOOKING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04A58-6368-484F-87E3-BBCDCAB5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52600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A94A5-69FA-41AF-BDC0-4828C908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14525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Can a new review be submitted?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055E2-2FA6-49B0-AD4A-EFBF13A1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D7405-AEA5-498C-A9A9-E9223246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Enter rating and comments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CBAEC-E927-4179-8711-211585BE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D9D58-DE92-4A1E-B3C0-FB5C8A29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Add before and after images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E888F-130C-4072-8976-A7A02FF4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3335">
            <a:solidFill>
              <a:srgbClr val="F45B1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E1805-E944-40BA-90D6-F512133E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Submit the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3EA31-C233-48AC-812E-13ABF2AB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95775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E6C0F-DF4D-4A2E-82B4-84244798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Is the review valid?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A58F3-A1C6-4193-BB12-1862930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1398E-1C0D-4DAE-BA19-009C716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1276350" cy="2762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Save feedback and award bonus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40EF6-5D61-4A4B-BDAE-D344441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52975"/>
            <a:ext cx="12763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4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+10 points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9C6C4E-61BD-4F07-A5D5-E4E460A8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4288">
            <a:solidFill>
              <a:srgbClr val="861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7FB253-429A-4B51-9BBE-894FCF1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VIEW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E65CF6-703E-4F9D-87BA-7003F33F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B85937-22AB-46A6-AEA4-2BFE7D9D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1543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BE431-065F-4C53-8FB6-A2680057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57375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F17E29-08C8-4FBB-8D4F-EBAE84A2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57375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A240B1-AF2D-4FB2-A517-24B539D5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DF072A-E659-48ED-AEBC-75D6EF77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95250" cy="1933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B419DC-5DBC-4EEF-A517-229597C1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9E62B9-63FC-46ED-AFFC-2457FE5A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E215D4-76FF-4595-A14A-5289D1B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005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5A8168-2503-48F8-A642-470A0CF4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005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2BFE9F-940B-4EF2-88DF-028964BB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00575"/>
            <a:ext cx="14287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BD6228-286B-4A7F-BD37-FEEE967D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E8EE2F-E993-400D-AE9C-58128C10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NO, REVIEW EXISTS → Open the existing review instead of creating another one.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7C80B5-7E87-4A00-B4C9-86E17E7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2942E7-E5B3-4545-9FF1-2948D333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INVALID REVIEW → Correct the rating, comments or image information and submit again.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A3B172-3381-4616-AE6D-41FEBA85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9555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C1A68E-F621-407D-BC33-9CEBFBA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813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5BCE69-37DB-4A92-859D-72E86374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95250" cy="409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6E627A-1451-440E-83B8-EB955F8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62225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251AB4-B152-4EFA-A450-7458FA66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62225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4001C8-B579-47F5-A94E-A5C4F9DE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48125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F6FB21-200F-464C-8BE1-9E6BBAD1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481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2FDD06-20FC-4569-856A-3C3ACA3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95250" cy="3429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C91D61-0AA5-4013-A7FB-6833EA49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576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FB6E07-0441-4DA5-92AB-F9E5ECFF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576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CED408-83AC-4906-90E3-6ED12EB5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3812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45B1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5A6260-991F-400E-B9BB-921668F9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632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Only completed bookings can be reviewed, and each booking can receive no more than one customer review.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0C7B81-713E-4013-8E02-27B46874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1B1784-173C-4762-BB70-01E9DF4E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0251E8-0816-45FD-A3D3-3DE92A5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078ED4-F6F8-4C37-8F7B-A2A148D7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F5F24F-5991-44B4-9820-B826570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572402-D3CE-4F62-83DB-2EB79D94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AC6780-8F33-4235-96E5-04E0E389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1815242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68D677-67A7-4C01-858B-470D6ED8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56658-0008-45B0-800E-3088EEE3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4ACE0-F793-44B9-A789-BB1CE752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812F6-4FBE-45E1-B6FD-2D22FF16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"/>
            <a:ext cx="12573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07656-FCCD-4316-9DD8-37EB9B33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2450"/>
            <a:ext cx="285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A5CAF-9665-4C92-91EC-DD21B42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"/>
            <a:ext cx="7524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Scenario 9: Management &amp; Reporting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3986A-B493-481C-853C-6963A719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Find operational records, review details, apply valid changes and monitor updated business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53607-36CF-469D-8775-F9442860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3400"/>
            <a:ext cx="11049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1C917-AE1D-4106-9228-EEA3D10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90550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CORE BUSINESS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0AC44-9C29-401A-9D8A-6C38E7A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FB3D5-FDFB-44B7-B3EB-180E4FD8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SEARCH AND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457F4-31AC-4E96-A52F-1594DB93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9525">
            <a:solidFill>
              <a:srgbClr val="861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C8F1D-3F10-40D6-AC10-CA5DA5A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MANAGEMENT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B4FE3-C368-4926-8B14-9E1F7158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04925"/>
            <a:ext cx="3238500" cy="2476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6AC16-FACC-4334-B0D6-ECA1E414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43025"/>
            <a:ext cx="30861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68414-0018-43D6-AF8D-C0F46833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428750" cy="4191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CBFAC-34C0-4243-B87E-75C11AAA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2763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OPEN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6DB2B-7FB4-4012-AEEA-CFD579AE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6B54E-8AC1-42AB-9A3E-D76CE9E5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1. Select a management area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2EE63-4997-4165-90D1-624EF1A1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4D78D-5186-4250-A275-6372B647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2. Search and filter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BF955-FAB4-481D-8BA7-CED9F06B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274BE-1942-4ED6-9ED1-73BF3494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57375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Review record 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95AE8-FDBD-4686-9D05-6A539B9C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95775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36853-8E70-40FA-8469-759AEE62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4. Is a change required?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ABC5F-DD9F-45E2-8882-CB49B20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5FD3F-770A-4BB1-B1FB-1B6B9061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5. Update booking, service, account, promotion or content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95707-D150-4935-81E7-7DF16B1B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95775"/>
            <a:ext cx="12001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4288">
            <a:solidFill>
              <a:srgbClr val="F45B1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645C-B154-443E-8FBB-6DC792A8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857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6. Are the changes valid?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3F140-FE5C-4205-A2B6-5A24273B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428750" cy="6096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63FEE3-E5BC-41C1-94C2-A0024E7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276350" cy="476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7. Save changes and refresh 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7D7E2-6740-4D65-8C7A-829E60EB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BC6811-5B8F-44CB-A955-4D41192E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325EF0-75DE-4D3E-A59D-55B6C44B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1428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AF1254-E578-4CD8-AB6C-FCC08F98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95250" cy="1895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C95BC4-DAA7-42B7-9C1D-734ABDDD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08EB15-91E9-4D6A-8E53-67C4205A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7073F6-1020-46B5-ADAE-0206B5BA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39E397-4CF3-44B7-800C-8E95B7E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B50485-42E5-4B01-82F5-92AE9FD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00575"/>
            <a:ext cx="1543050" cy="76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358D4F-4FEE-41E6-B3FD-92954A76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3810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384EE9-D52B-4EDB-A104-EA052EE3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3810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YES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D6C5F9-B4E8-4B53-9CD9-5013F8B4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7FA8C5-1ADA-46B8-8C0E-4EDAD6CD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 CHANGE → Continue to dashboard and reporting.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A11208-CD14-4F66-9D17-0D0AF3B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0875"/>
            <a:ext cx="3143250" cy="5143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9FBECF-AFFC-41DA-A093-9F55D12B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29146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64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INVALID CHANGE → Correct the information before saving.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780BA8-EF5D-4355-94A0-0B2444B7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57625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B4742A-1D7C-4648-9AFD-4D30F53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57625"/>
            <a:ext cx="554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62E08B-126A-40BE-9E0F-568BAE51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05225"/>
            <a:ext cx="95250" cy="1524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CDAB54-C2AC-4B76-AF33-EDE8CED1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576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461C88-302E-46D8-9F7A-47E9A788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576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587119-3438-437B-9B80-D244FF5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48125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5EF1AF-B9D0-4FCB-A5F6-CC82F8B0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48125"/>
            <a:ext cx="354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942FA3-15EF-4076-B0D0-8407D2E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95250" cy="3429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F6E5DB-021E-4833-AF59-31F2AB28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57650"/>
            <a:ext cx="304800" cy="1809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F01F88-CA90-417B-BCF8-B1BF0DF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57650"/>
            <a:ext cx="3048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DC2626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DC2626"/>
                </a:solidFill>
                <a:latin typeface="Poppins"/>
                <a:ea typeface="Poppins"/>
                <a:cs typeface="Poppins"/>
              </a:rPr>
              <a:t>NO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3EB47B-9578-4D2D-AB32-134F7F24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38125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CE24E7-49F8-498D-9CCF-FB3422C3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3632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Management reports combine booking volume, revenue, service progress, staff performance, customer tiers, promotions and reviews.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ADF083-90F5-4ECC-A0DE-C659746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914400" cy="23812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D1B53F-EFB0-4171-A37A-2233AEB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START / END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FA9B01-5B40-4863-9094-55922D5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914400" cy="238125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17253A-2DB3-4933-8DD6-310FF06C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286500"/>
            <a:ext cx="762000" cy="1047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6136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PROCESS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0D5CAB-8D70-43B2-BB95-E89F59B9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400050" cy="285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1430">
            <a:solidFill>
              <a:srgbClr val="F45B1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C4ECF1-4B14-4B20-950C-2D54CEC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7429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1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DECISION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9C8B24-DE35-4492-AFEE-143E51A3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19825"/>
            <a:ext cx="561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8677A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8677A"/>
                </a:solidFill>
                <a:latin typeface="Poppins"/>
                <a:ea typeface="Poppins"/>
                <a:cs typeface="Poppins"/>
              </a:rPr>
              <a:t>Main booking, payment, car wash, loyalty and review flow.</a:t>
            </a:r>
          </a:p>
        </p:txBody>
      </p:sp>
    </p:spTree>
    <p:extLst>
      <p:ext uri="{BB962C8B-B14F-4D97-AF65-F5344CB8AC3E}">
        <p14:creationId xmlns:p14="http://schemas.microsoft.com/office/powerpoint/2010/main" val="1616604884"/>
      </p:ext>
    </p:extLst>
  </p:cSld>
</p:sld>
</file>

<file path=ppt/theme/theme1.xml><?xml version="1.0" encoding="utf-8"?>
<a:theme xmlns:a="http://schemas.openxmlformats.org/drawingml/2006/main" name="ChatGPT">
  <a:themeElements>
    <a:clrScheme name="Aura Main Flow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Main 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2026-07-27T09:29:16.6110000Z</dcterms:created>
  <dcterms:modified xsi:type="dcterms:W3CDTF">2026-07-27T09:29:16.6110000Z</dcterms:modified>
</coreProperties>
</file>