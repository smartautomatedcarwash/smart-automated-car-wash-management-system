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0dcb0e509045fd" /><Relationship Type="http://schemas.openxmlformats.org/officeDocument/2006/relationships/extended-properties" Target="/docProps/app.xml" Id="Re6f7f5d310654aa2" /><Relationship Type="http://schemas.openxmlformats.org/officeDocument/2006/relationships/officeDocument" Target="/ppt/presentation.xml" Id="R0a48823897e842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b55ec119d44157"/>
  </p:sldMasterIdLst>
  <p:notesMasterIdLst>
    <p:notesMasterId xmlns:r="http://schemas.openxmlformats.org/officeDocument/2006/relationships" r:id="Rb33be135754640bb"/>
  </p:notesMasterIdLst>
  <p:sldIdLst>
    <p:sldId xmlns:r="http://schemas.openxmlformats.org/officeDocument/2006/relationships" id="256" r:id="R59ccb489ca5a4a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cd4bc9f257414a" /><Relationship Type="http://schemas.openxmlformats.org/officeDocument/2006/relationships/slideMaster" Target="/ppt/slideMasters/slideMaster1.xml" Id="R22b55ec119d44157" /><Relationship Type="http://schemas.openxmlformats.org/officeDocument/2006/relationships/notesMaster" Target="/ppt/notesMasters/notesMaster1.xml" Id="Rb33be135754640bb" /><Relationship Type="http://schemas.openxmlformats.org/officeDocument/2006/relationships/presProps" Target="/ppt/presProps.xml" Id="Rf74b848922284518" /><Relationship Type="http://schemas.openxmlformats.org/officeDocument/2006/relationships/tableStyles" Target="/ppt/tableStyles.xml" Id="R42c089e8c0d54277" /><Relationship Type="http://schemas.openxmlformats.org/officeDocument/2006/relationships/slide" Target="/ppt/slides/slide1.xml" Id="R59ccb489ca5a4a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2b74bdb9264a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ura Overview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45B13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Over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537545ab4d4722" /><Relationship Type="http://schemas.openxmlformats.org/officeDocument/2006/relationships/notesMaster" Target="/ppt/notesMasters/notesMaster1.xml" Id="R3a766bc8cc8149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1b37ed06748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06ccc3254d4d8a" /><Relationship Type="http://schemas.openxmlformats.org/officeDocument/2006/relationships/slideLayout" Target="/ppt/slideLayouts/slideLayout1.xml" Id="R9c863da8499f4b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863da8499f4b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ura Overview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45B13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Over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0e1db4d1a44f0" /><Relationship Type="http://schemas.openxmlformats.org/officeDocument/2006/relationships/notesSlide" Target="/ppt/notesSlides/notesSlide1.xml" Id="R0defc1ab9e8046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28F7F72-640A-4970-B3ED-CB8DCD3A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F3F6F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FA24F-26FD-4E7F-AF24-F24EE198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E9F02-3DB9-4AB0-A603-1C203E72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7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F2BC7-9B1C-463D-9D5C-CF158696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1285875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2100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6.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E5D92-8961-4AA0-B32F-D862E4E4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05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2F1E3-8A76-4290-90EA-3DC17A2B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3875"/>
            <a:ext cx="6667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Main Car Wash Service Journey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3F105-59A7-4972-881C-B4140618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2025"/>
            <a:ext cx="8572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863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A simple overview of the complete customer experience and the operations that support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941DF-C196-4DF8-B922-4A0ABB1F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D"/>
          </a:solidFill>
          <a:ln xmlns:a="http://schemas.openxmlformats.org/drawingml/2006/main" w="19050">
            <a:solidFill>
              <a:srgbClr val="08BF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2B62E-984C-4137-B910-2B0FDD05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809750"/>
            <a:ext cx="6477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625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A4495-8786-4378-866B-03998E1B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638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3DC24-8968-4121-8F28-3CFA5B0E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66875"/>
            <a:ext cx="2095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E02BE-BDAB-49B2-B431-A3836DC2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0325"/>
            <a:ext cx="1619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40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Explore 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AA3F3-E0DC-4DD1-83E7-66BDE935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445AB-FE63-45F9-930E-10CCA08C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09750"/>
            <a:ext cx="6477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625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D3F84-5956-42E1-B233-83948E2E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38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09BAA9-F999-4853-8358-B5785608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666875"/>
            <a:ext cx="2095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FCB5D-572E-443B-A4E8-94829229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600325"/>
            <a:ext cx="1619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40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Select a Vehicle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0412DB-A672-4A88-856C-5663E051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DFB"/>
          </a:solidFill>
          <a:ln xmlns:a="http://schemas.openxmlformats.org/drawingml/2006/main" w="19050">
            <a:solidFill>
              <a:srgbClr val="861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C7E6B-2FC9-41F2-98D9-978A89C9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09750"/>
            <a:ext cx="6477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625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F7D15F-4A0A-494F-BD60-5C544C9C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638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94886-66CE-4980-8A75-AF9B4736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66875"/>
            <a:ext cx="2095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DE05B8-DC03-455C-A1C1-013DD39C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00325"/>
            <a:ext cx="1619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40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Choose a Schedule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0ED857-4514-4ED2-BB0A-DEFAAE4A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145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19050">
            <a:solidFill>
              <a:srgbClr val="F45B1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BCF922-69E4-434E-B2C4-3F5AE7A5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6477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625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1F0AB8-068D-4E72-92F3-619B1D65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38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B13"/>
          </a:solidFill>
          <a:ln xmlns:a="http://schemas.openxmlformats.org/drawingml/2006/main" w="0">
            <a:solidFill>
              <a:srgbClr val="F45B1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755EF3-43A2-46AC-90DD-3D57A28B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666875"/>
            <a:ext cx="2095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A57D4B-545C-4253-AE85-9FB0103C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00325"/>
            <a:ext cx="1619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40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Confirm Booking &amp; Payment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9A42FE-2442-4113-9CB9-CE0640AB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76450"/>
            <a:ext cx="170497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02121D-39CD-4005-9F60-F56B3FBC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52600"/>
            <a:ext cx="16192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Choose a wash service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CB695D-A17A-4153-8BD3-B547F950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76450"/>
            <a:ext cx="170497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3C7B6E-8A48-4329-A90E-7835CBE3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52600"/>
            <a:ext cx="16192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Use a saved vehicle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ECB4D7-B5A9-4C3E-A302-0F41BA11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76450"/>
            <a:ext cx="170497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183E18-2CB3-474B-BDD6-62D8AA20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52600"/>
            <a:ext cx="1666875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Select an available slot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166BD7-B0E1-4B2B-A3BA-7A3A434B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100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B0EFA-ACC6-42D1-9B55-D2CFFC11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05250"/>
            <a:ext cx="6477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625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979D1B-6D55-40C8-8004-2CD1DF73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33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B0061E-0AD9-4B06-9CDE-34F5B603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762375"/>
            <a:ext cx="2095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19330D-4352-4A98-8D20-2C4CCC88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695825"/>
            <a:ext cx="1619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40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Assign Staff &amp; Check-in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B55585-3A6A-4981-8BDD-F0B4EA9E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D"/>
          </a:solidFill>
          <a:ln xmlns:a="http://schemas.openxmlformats.org/drawingml/2006/main" w="19050">
            <a:solidFill>
              <a:srgbClr val="08BFD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1FC3A9-CC56-459E-889C-3A2CE401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905250"/>
            <a:ext cx="6477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625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672A87-A5FD-444D-A081-D66D347E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733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233ADA-7AA1-48DB-8CB1-77F28F74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62375"/>
            <a:ext cx="2095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3AD1B7-244F-41F7-A2A7-943E0BF1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95825"/>
            <a:ext cx="1619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40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Wash &amp; Track Progress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4C7B97-8924-4C4D-AB4B-4BF2809D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03CC0C-6E0C-478C-94B6-B6E85870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05250"/>
            <a:ext cx="6477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625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★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47BC70-CF0D-4167-85C9-452554B7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33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0A5D1D-1FA8-4A90-906E-ADB28B79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762375"/>
            <a:ext cx="2095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874E09-7C2C-470C-B02B-CA00128A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695825"/>
            <a:ext cx="1619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40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Complete &amp; Earn Points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8B6A21-B968-407C-989B-945D4643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DFB"/>
          </a:solidFill>
          <a:ln xmlns:a="http://schemas.openxmlformats.org/drawingml/2006/main" w="19050">
            <a:solidFill>
              <a:srgbClr val="8613B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95EF4E-A088-4BF0-9247-08785349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905250"/>
            <a:ext cx="6477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defRPr>
            </a:pPr>
            <a:r>
              <a:rPr sz="2625" b="0">
                <a:solidFill>
                  <a:srgbClr val="101828"/>
                </a:solidFill>
                <a:latin typeface="Segoe UI Emoji"/>
                <a:ea typeface="Segoe UI Emoji"/>
                <a:cs typeface="Segoe UI Emoji"/>
              </a:rPr>
              <a:t>✦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E4BFEB-021D-4688-8D2F-F233ACDB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33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70D9AE-C9F2-4069-8984-058584D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2375"/>
            <a:ext cx="2095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DDFC9A-A805-43F0-AD72-E4F83B18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95825"/>
            <a:ext cx="1619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840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Review &amp; View History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830812-F207-4BFB-91E7-C8D1B5C7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33650"/>
            <a:ext cx="114300" cy="1276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CE671B8-C65B-4667-B861-B0C55695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0375"/>
            <a:ext cx="14287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Booking confirmed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F64BCB-5F3E-4380-ADBF-DE7B1336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71950"/>
            <a:ext cx="1704975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C926EF-8096-4CBB-B3C2-8405DD9B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8100"/>
            <a:ext cx="16192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Vehicle enters service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2BBAB7-CA6B-4A03-9C66-6DBB176C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171950"/>
            <a:ext cx="1704975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A3DA499-45CF-4B58-8EF4-B4564A12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48100"/>
            <a:ext cx="16192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Follow each wash stage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B5CA15-33A7-435F-8E3E-B91C0111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71950"/>
            <a:ext cx="1704975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9A7E8A-9CE4-4DF6-9DCF-494E3EA0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48100"/>
            <a:ext cx="16192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713" b="1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Receive loyalty benefits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371AE64-92CD-48F2-A6FD-709E762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668000" cy="7048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66A6B94-3733-498B-8986-1F6BCBF0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7375"/>
            <a:ext cx="1714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67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MANAGEMENT SUPPORT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AEB676F-C2FB-465A-BBB0-10104C65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24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C"/>
          </a:solidFill>
          <a:ln xmlns:a="http://schemas.openxmlformats.org/drawingml/2006/main" w="9525">
            <a:solidFill>
              <a:srgbClr val="F45B1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4758764-8AF9-4104-93A9-98E673CA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62625"/>
            <a:ext cx="266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9325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5B1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F45B13"/>
                </a:solidFill>
                <a:latin typeface="Poppins"/>
                <a:ea typeface="Poppins"/>
                <a:cs typeface="Poppins"/>
              </a:rPr>
              <a:t>⚙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322F801-D818-415E-B716-1FC9797B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705475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Services &amp; Promotions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EDAF0B4-C8F1-46EB-834F-9A7E000B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924550"/>
            <a:ext cx="1952625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38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Maintain the customer offer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8B00FDE-B520-4A93-9C57-3BA60D96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724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D"/>
          </a:solidFill>
          <a:ln xmlns:a="http://schemas.openxmlformats.org/drawingml/2006/main" w="9525">
            <a:solidFill>
              <a:srgbClr val="08BFD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41689CC-BD14-40AA-8621-F0D66500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762625"/>
            <a:ext cx="266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BFD3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08BFD3"/>
                </a:solidFill>
                <a:latin typeface="Poppins"/>
                <a:ea typeface="Poppins"/>
                <a:cs typeface="Poppins"/>
              </a:rPr>
              <a:t>◷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3F5A1AE-D748-4C2F-950D-59848CA9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705475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Bookings &amp; Staff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81B64D-DC48-4337-9004-AFD0E5B9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924550"/>
            <a:ext cx="1952625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38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Coordinate daily operations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F1FB8B1-4B31-42DA-91A7-4677567F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24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DC5FC15-93E4-4DD5-A119-CE652213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762625"/>
            <a:ext cx="2667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A34A"/>
                </a:solidFill>
                <a:latin typeface="Poppins"/>
                <a:ea typeface="Poppins"/>
                <a:cs typeface="Poppins"/>
              </a:defRPr>
            </a:pPr>
            <a:r>
              <a:rPr sz="1275" b="1">
                <a:solidFill>
                  <a:srgbClr val="16A34A"/>
                </a:solidFill>
                <a:latin typeface="Poppins"/>
                <a:ea typeface="Poppins"/>
                <a:cs typeface="Poppins"/>
              </a:rPr>
              <a:t>▥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B2DAA6F-0549-4183-AAA7-FD317C8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05475"/>
            <a:ext cx="1714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1828"/>
                </a:solidFill>
                <a:latin typeface="Poppins"/>
                <a:ea typeface="Poppins"/>
                <a:cs typeface="Poppins"/>
              </a:defRPr>
            </a:pPr>
            <a:r>
              <a:rPr sz="788" b="1">
                <a:solidFill>
                  <a:srgbClr val="101828"/>
                </a:solidFill>
                <a:latin typeface="Poppins"/>
                <a:ea typeface="Poppins"/>
                <a:cs typeface="Poppins"/>
              </a:rPr>
              <a:t>Reports &amp; Feedback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33B9D83-B260-4426-8814-2B5E6108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924550"/>
            <a:ext cx="1952625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Poppins"/>
                <a:ea typeface="Poppins"/>
                <a:cs typeface="Poppins"/>
              </a:defRPr>
            </a:pPr>
            <a:r>
              <a:rPr sz="638" b="0">
                <a:solidFill>
                  <a:srgbClr val="667085"/>
                </a:solidFill>
                <a:latin typeface="Poppins"/>
                <a:ea typeface="Poppins"/>
                <a:cs typeface="Poppins"/>
              </a:rPr>
              <a:t>Monitor performance and quality</a:t>
            </a:r>
          </a:p>
        </p:txBody>
      </p:sp>
    </p:spTree>
    <p:extLst>
      <p:ext uri="{BB962C8B-B14F-4D97-AF65-F5344CB8AC3E}">
        <p14:creationId xmlns:p14="http://schemas.microsoft.com/office/powerpoint/2010/main" val="1274097406"/>
      </p:ext>
    </p:extLst>
  </p:cSld>
</p:sld>
</file>

<file path=ppt/theme/theme1.xml><?xml version="1.0" encoding="utf-8"?>
<a:theme xmlns:a="http://schemas.openxmlformats.org/drawingml/2006/main" name="ChatGPT">
  <a:themeElements>
    <a:clrScheme name="Aura Overview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45B13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Over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2026-07-27T09:40:53.3460000Z</dcterms:created>
  <dcterms:modified xsi:type="dcterms:W3CDTF">2026-07-27T09:40:53.3460000Z</dcterms:modified>
</coreProperties>
</file>