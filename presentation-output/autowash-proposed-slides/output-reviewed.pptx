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280e2fa8c416f" /><Relationship Type="http://schemas.openxmlformats.org/officeDocument/2006/relationships/extended-properties" Target="/docProps/app.xml" Id="Ra8e8c7bb8af34602" /><Relationship Type="http://schemas.openxmlformats.org/officeDocument/2006/relationships/officeDocument" Target="/ppt/presentation.xml" Id="R126a3cb86eef46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e2326491444c9"/>
  </p:sldMasterIdLst>
  <p:notesMasterIdLst>
    <p:notesMasterId xmlns:r="http://schemas.openxmlformats.org/officeDocument/2006/relationships" r:id="R6ef8f4e82f7740bf"/>
  </p:notesMasterIdLst>
  <p:sldIdLst>
    <p:sldId xmlns:r="http://schemas.openxmlformats.org/officeDocument/2006/relationships" id="256" r:id="R4813e6574d884a3c"/>
    <p:sldId xmlns:r="http://schemas.openxmlformats.org/officeDocument/2006/relationships" id="257" r:id="R9aa7d68b8fdf4f26"/>
    <p:sldId xmlns:r="http://schemas.openxmlformats.org/officeDocument/2006/relationships" id="258" r:id="Rd20a15faf5d24839"/>
    <p:sldId xmlns:r="http://schemas.openxmlformats.org/officeDocument/2006/relationships" id="259" r:id="R001bc0a2732e454a"/>
    <p:sldId xmlns:r="http://schemas.openxmlformats.org/officeDocument/2006/relationships" id="260" r:id="R5849c373c58b455e"/>
    <p:sldId xmlns:r="http://schemas.openxmlformats.org/officeDocument/2006/relationships" id="261" r:id="R5c3dd9c433444d24"/>
    <p:sldId xmlns:r="http://schemas.openxmlformats.org/officeDocument/2006/relationships" id="262" r:id="R3e94306e491f46f2"/>
    <p:sldId xmlns:r="http://schemas.openxmlformats.org/officeDocument/2006/relationships" id="263" r:id="R0bc8da40587140f9"/>
    <p:sldId xmlns:r="http://schemas.openxmlformats.org/officeDocument/2006/relationships" id="264" r:id="Rc85e3235f27f4125"/>
    <p:sldId xmlns:r="http://schemas.openxmlformats.org/officeDocument/2006/relationships" id="265" r:id="R69d56747ac8b42a1"/>
    <p:sldId xmlns:r="http://schemas.openxmlformats.org/officeDocument/2006/relationships" id="266" r:id="R3377ecd18e5b424b"/>
    <p:sldId xmlns:r="http://schemas.openxmlformats.org/officeDocument/2006/relationships" id="267" r:id="Rc39f872fc4dc421a"/>
    <p:sldId xmlns:r="http://schemas.openxmlformats.org/officeDocument/2006/relationships" id="268" r:id="R308f836ed2464798"/>
    <p:sldId xmlns:r="http://schemas.openxmlformats.org/officeDocument/2006/relationships" id="269" r:id="Rd2fcb40c14b4440d"/>
    <p:sldId xmlns:r="http://schemas.openxmlformats.org/officeDocument/2006/relationships" id="270" r:id="R92385d9e5b934a8b"/>
    <p:sldId xmlns:r="http://schemas.openxmlformats.org/officeDocument/2006/relationships" id="271" r:id="R5ca6346c48f64a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32d35964e4ce8" /><Relationship Type="http://schemas.openxmlformats.org/officeDocument/2006/relationships/slideMaster" Target="/ppt/slideMasters/slideMaster1.xml" Id="R966e2326491444c9" /><Relationship Type="http://schemas.openxmlformats.org/officeDocument/2006/relationships/notesMaster" Target="/ppt/notesMasters/notesMaster1.xml" Id="R6ef8f4e82f7740bf" /><Relationship Type="http://schemas.openxmlformats.org/officeDocument/2006/relationships/presProps" Target="/ppt/presProps.xml" Id="R251d05adf2f7474d" /><Relationship Type="http://schemas.openxmlformats.org/officeDocument/2006/relationships/tableStyles" Target="/ppt/tableStyles.xml" Id="R387f962ea2f14e7a" /><Relationship Type="http://schemas.openxmlformats.org/officeDocument/2006/relationships/slide" Target="/ppt/slides/slide1.xml" Id="R4813e6574d884a3c" /><Relationship Type="http://schemas.openxmlformats.org/officeDocument/2006/relationships/slide" Target="/ppt/slides/slide2.xml" Id="R9aa7d68b8fdf4f26" /><Relationship Type="http://schemas.openxmlformats.org/officeDocument/2006/relationships/slide" Target="/ppt/slides/slide3.xml" Id="Rd20a15faf5d24839" /><Relationship Type="http://schemas.openxmlformats.org/officeDocument/2006/relationships/slide" Target="/ppt/slides/slide4.xml" Id="R001bc0a2732e454a" /><Relationship Type="http://schemas.openxmlformats.org/officeDocument/2006/relationships/slide" Target="/ppt/slides/slide5.xml" Id="R5849c373c58b455e" /><Relationship Type="http://schemas.openxmlformats.org/officeDocument/2006/relationships/slide" Target="/ppt/slides/slide6.xml" Id="R5c3dd9c433444d24" /><Relationship Type="http://schemas.openxmlformats.org/officeDocument/2006/relationships/slide" Target="/ppt/slides/slide7.xml" Id="R3e94306e491f46f2" /><Relationship Type="http://schemas.openxmlformats.org/officeDocument/2006/relationships/slide" Target="/ppt/slides/slide8.xml" Id="R0bc8da40587140f9" /><Relationship Type="http://schemas.openxmlformats.org/officeDocument/2006/relationships/slide" Target="/ppt/slides/slide9.xml" Id="Rc85e3235f27f4125" /><Relationship Type="http://schemas.openxmlformats.org/officeDocument/2006/relationships/slide" Target="/ppt/slides/slide10.xml" Id="R69d56747ac8b42a1" /><Relationship Type="http://schemas.openxmlformats.org/officeDocument/2006/relationships/slide" Target="/ppt/slides/slide11.xml" Id="R3377ecd18e5b424b" /><Relationship Type="http://schemas.openxmlformats.org/officeDocument/2006/relationships/slide" Target="/ppt/slides/slide12.xml" Id="Rc39f872fc4dc421a" /><Relationship Type="http://schemas.openxmlformats.org/officeDocument/2006/relationships/slide" Target="/ppt/slides/slide13.xml" Id="R308f836ed2464798" /><Relationship Type="http://schemas.openxmlformats.org/officeDocument/2006/relationships/slide" Target="/ppt/slides/slide14.xml" Id="Rd2fcb40c14b4440d" /><Relationship Type="http://schemas.openxmlformats.org/officeDocument/2006/relationships/slide" Target="/ppt/slides/slide15.xml" Id="R92385d9e5b934a8b" /><Relationship Type="http://schemas.openxmlformats.org/officeDocument/2006/relationships/slide" Target="/ppt/slides/slide16.xml" Id="R5ca6346c48f64a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89e5f9c4f640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dcc56ae19b4ee1" /><Relationship Type="http://schemas.openxmlformats.org/officeDocument/2006/relationships/notesMaster" Target="/ppt/notesMasters/notesMaster1.xml" Id="R2303bf7df6b846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2e3e4f4dee4b72" /><Relationship Type="http://schemas.openxmlformats.org/officeDocument/2006/relationships/notesMaster" Target="/ppt/notesMasters/notesMaster1.xml" Id="R3c09a138b9f14e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32f559a73d44ce" /><Relationship Type="http://schemas.openxmlformats.org/officeDocument/2006/relationships/notesMaster" Target="/ppt/notesMasters/notesMaster1.xml" Id="Rdf4b42a6c094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9c3993aa94147" /><Relationship Type="http://schemas.openxmlformats.org/officeDocument/2006/relationships/notesMaster" Target="/ppt/notesMasters/notesMaster1.xml" Id="R092c58856c9b4d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bd7575f654175" /><Relationship Type="http://schemas.openxmlformats.org/officeDocument/2006/relationships/notesMaster" Target="/ppt/notesMasters/notesMaster1.xml" Id="Rc89fcce27cae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5079fc98e44077" /><Relationship Type="http://schemas.openxmlformats.org/officeDocument/2006/relationships/notesMaster" Target="/ppt/notesMasters/notesMaster1.xml" Id="R72c62b66e958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aa703e682421b" /><Relationship Type="http://schemas.openxmlformats.org/officeDocument/2006/relationships/notesMaster" Target="/ppt/notesMasters/notesMaster1.xml" Id="R8bf38699bf2d4b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34a353856049ed" /><Relationship Type="http://schemas.openxmlformats.org/officeDocument/2006/relationships/notesMaster" Target="/ppt/notesMasters/notesMaster1.xml" Id="Rb90418e89d5f44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e64f2ce8304489" /><Relationship Type="http://schemas.openxmlformats.org/officeDocument/2006/relationships/notesMaster" Target="/ppt/notesMasters/notesMaster1.xml" Id="R4fb47a2f940645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fe5fcca8e44212" /><Relationship Type="http://schemas.openxmlformats.org/officeDocument/2006/relationships/notesMaster" Target="/ppt/notesMasters/notesMaster1.xml" Id="Rabd846e206f94f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a08caff43b4f3b" /><Relationship Type="http://schemas.openxmlformats.org/officeDocument/2006/relationships/notesMaster" Target="/ppt/notesMasters/notesMaster1.xml" Id="R516eaaa8395d4f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9d695e8ff94810" /><Relationship Type="http://schemas.openxmlformats.org/officeDocument/2006/relationships/notesMaster" Target="/ppt/notesMasters/notesMaster1.xml" Id="R00c11823d7a949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5b5151775f406e" /><Relationship Type="http://schemas.openxmlformats.org/officeDocument/2006/relationships/notesMaster" Target="/ppt/notesMasters/notesMaster1.xml" Id="Rb0780ee8fd1946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961c94bb924a6e" /><Relationship Type="http://schemas.openxmlformats.org/officeDocument/2006/relationships/notesMaster" Target="/ppt/notesMasters/notesMaster1.xml" Id="R1e2784490b7c41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31489604e24193" /><Relationship Type="http://schemas.openxmlformats.org/officeDocument/2006/relationships/notesMaster" Target="/ppt/notesMasters/notesMaster1.xml" Id="R5508ae812d0a4c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33d26d20704826" /><Relationship Type="http://schemas.openxmlformats.org/officeDocument/2006/relationships/notesMaster" Target="/ppt/notesMasters/notesMaster1.xml" Id="Red443e45d41d49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7607fda334e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1a9e5e54a4a53" /><Relationship Type="http://schemas.openxmlformats.org/officeDocument/2006/relationships/slideLayout" Target="/ppt/slideLayouts/slideLayout1.xml" Id="R8720a66248bf4e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0a66248bf4e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86f24e8094584" /><Relationship Type="http://schemas.openxmlformats.org/officeDocument/2006/relationships/notesSlide" Target="/ppt/notesSlides/notesSlide1.xml" Id="R4bf7029d829045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2c07014a84644" /><Relationship Type="http://schemas.openxmlformats.org/officeDocument/2006/relationships/notesSlide" Target="/ppt/notesSlides/notesSlide2.xml" Id="R8c957741760a4a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1f78b0044d6e" /><Relationship Type="http://schemas.openxmlformats.org/officeDocument/2006/relationships/notesSlide" Target="/ppt/notesSlides/notesSlide3.xml" Id="R6175be4670c549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ce97344234343" /><Relationship Type="http://schemas.openxmlformats.org/officeDocument/2006/relationships/notesSlide" Target="/ppt/notesSlides/notesSlide4.xml" Id="Ra952bce7e258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93f6c28204790" /><Relationship Type="http://schemas.openxmlformats.org/officeDocument/2006/relationships/notesSlide" Target="/ppt/notesSlides/notesSlide5.xml" Id="Rbea342594a5740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6115c285a416a" /><Relationship Type="http://schemas.openxmlformats.org/officeDocument/2006/relationships/notesSlide" Target="/ppt/notesSlides/notesSlide6.xml" Id="Rb71f4c4277b54f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3929b0f9407b" /><Relationship Type="http://schemas.openxmlformats.org/officeDocument/2006/relationships/notesSlide" Target="/ppt/notesSlides/notesSlide7.xml" Id="R0fec46a3cdca4c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16ac3bdf2400b" /><Relationship Type="http://schemas.openxmlformats.org/officeDocument/2006/relationships/notesSlide" Target="/ppt/notesSlides/notesSlide8.xml" Id="R68b97abac0cf4c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616f6b8fe4e52" /><Relationship Type="http://schemas.openxmlformats.org/officeDocument/2006/relationships/notesSlide" Target="/ppt/notesSlides/notesSlide9.xml" Id="Rdeff9a65e1b547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a2242e5ec47d5" /><Relationship Type="http://schemas.openxmlformats.org/officeDocument/2006/relationships/notesSlide" Target="/ppt/notesSlides/notesSlide10.xml" Id="R453f6ee97f2241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a503056bd46a0" /><Relationship Type="http://schemas.openxmlformats.org/officeDocument/2006/relationships/notesSlide" Target="/ppt/notesSlides/notesSlide11.xml" Id="R35d78645e6db4e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ac8c020104674" /><Relationship Type="http://schemas.openxmlformats.org/officeDocument/2006/relationships/notesSlide" Target="/ppt/notesSlides/notesSlide12.xml" Id="R231c729bce8645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6f8d74c374773" /><Relationship Type="http://schemas.openxmlformats.org/officeDocument/2006/relationships/notesSlide" Target="/ppt/notesSlides/notesSlide13.xml" Id="R09f4de90995e41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fe5ca0b84892" /><Relationship Type="http://schemas.openxmlformats.org/officeDocument/2006/relationships/notesSlide" Target="/ppt/notesSlides/notesSlide14.xml" Id="R2d89e5a9b55043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95ac4eece4924" /><Relationship Type="http://schemas.openxmlformats.org/officeDocument/2006/relationships/notesSlide" Target="/ppt/notesSlides/notesSlide15.xml" Id="R72741cab92d44d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977522add4d7e" /><Relationship Type="http://schemas.openxmlformats.org/officeDocument/2006/relationships/notesSlide" Target="/ppt/notesSlides/notesSlide16.xml" Id="R48eb7e90df2143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70F3F9-3B1D-4D98-ADF7-BBBAD5A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FE13F-DE27-4FD0-B5B5-5B9EBBD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0ECC0-2E42-4421-9054-B16E01A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800E0-4499-417E-B9DB-A379F3C6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"/>
            <a:ext cx="4762500" cy="3810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359FF-9A1A-4816-82CA-90B12C4D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666750" cy="11430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DE70A-FD8B-418D-8E2C-9177F014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2286000" cy="6477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2C90D-BD1D-4822-9855-FAF7EA8D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1747838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B552F-298A-4EA3-B87E-33D8F3C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B9788-B03A-4F99-B355-FC58912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9D3B6-18F3-4BD0-9E8E-52B56F6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0A044-42EB-4DEC-A8D6-F673D56A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Service Catalog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Booking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5A8DA-23CC-4731-AF1E-94F4FA6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Browse services, packages, combos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Choose vehicle and time slot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Create booking with clear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BAB6B-5ABC-4EFB-A900-C0B1C6DD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FEE89-100A-492C-9C29-E35057F2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147C5-7AB8-43F2-ABB7-D14929B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9C862-40B5-48EE-9164-6109E2C7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Vehicle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B57BE-FAE1-4AA7-921F-42C4B06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Manage vehicles and primary plate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Track wash progress live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View booking and service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14A8E-69AA-4D65-B90A-D886A9E5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C68E6-CE5D-402C-A748-D26A8FAD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EF308-054E-4315-82E6-9E442DF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03213-4D8C-449A-B28B-DF1195FA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Wash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54B49-9211-439E-A721-394EB8AC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Check-in by QR or plate search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Update wash session progress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Balance assigned workloads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482ED-5FF7-473A-85B4-BF0652F0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1514A-6B5E-4013-9033-958BD1B9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02256-6182-4862-AC95-307224EA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87DCC-6C52-419D-8EB5-C74B41B9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Loyalty, Voucher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Payment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5A4D4-06D5-4AAB-98D2-C82DE0F0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Earn points and tier benefits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Redeem vouchers by tier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Pay with VNPay or cash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85069A-79B6-4042-B83C-5C261963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C561FB-E585-40E9-91E6-7AAD1C7E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73A53-F461-4653-A9D5-4D07B191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016B9-DE2D-4EE7-93C5-04E0747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Admin &amp; Manager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16056E-4B2A-43E5-B00C-C1FEB17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Manage services and promotions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Monitor dashboard and reports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Review ratings and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3C131B-A4F2-4EB0-AE18-53B3B72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890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End-to-end flow: catalog -&gt; booking -&gt; check-in -&gt; wash session -&gt; payment -&gt; rating -&gt; loyalty/reporting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DFD71-D486-4300-B9E9-6A4917FE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19700"/>
            <a:ext cx="781050" cy="7810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2160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85505-F551-4918-B935-AEB80E21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0F7EB-A5E3-4DCA-9466-74A40578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DF458-BF8C-4ACE-A63D-5355BE23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167F7-FC41-4F6C-A25E-38D88BC8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"/>
            <a:ext cx="1428750" cy="14287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05050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C2A4A-F874-4EBA-9596-1092A00C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0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CEF26-AB9D-460A-B63E-128A26BD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5A"/>
          </a:solidFill>
          <a:ln xmlns:a="http://schemas.openxmlformats.org/drawingml/2006/main" w="0">
            <a:solidFill>
              <a:srgbClr val="FFE0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84F41-736D-47A2-9044-4342167D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8146A-DBCE-47A7-85F1-DE20C59F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6074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B1B75-D377-4E82-9BAD-C82AB47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1452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8E5C2-EEE0-4166-937A-453DC49E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Java 21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Spring Boot 3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REST API + WebSocket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JWT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AB626-B4F0-40A8-BDEC-E71A40C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CFFD5-F803-49A9-90CA-82F4D6DE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6074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CDA45-E6E5-4E75-9BC9-A605DFBE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1452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5EF8C-08D1-404B-8216-F42D12F3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47925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PostgreSQL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Spring Data JPA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Flyway migrations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H2 for test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70A0E-4438-47EB-B466-A5193F90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7EE78-282E-450D-A58F-3487359A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8699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05F8F-A3C6-44C8-8AAE-283DA76F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D6A5F-5992-4EBC-9C1B-E1869662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Next.js 14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React + TypeScript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Tailwind CSS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React Query + Axios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4870A-D5F6-4AAF-B712-71012AF8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712FC-A78F-440C-B858-A259C7F6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8699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DBE36-D600-4347-AE0F-0C9292A3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67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6BA49-B145-4273-B3EE-103BEAC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VNPay payments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Resend email/OTP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AWS S3 storage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Swagger OpenAPI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B6E06-52CE-46F8-968C-0336922E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379827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9C9584-7E80-4476-A5D2-7490BF4C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68E89-1D26-4C5E-AB23-F53E5D85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16F19-0BAF-4172-8A9B-B1D0E32C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DB47C-20C7-43D4-B0A1-1420E420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1428750" cy="14287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7E33F-8113-4A02-97FE-15225B10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1930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391F9-7AE5-47DC-A559-687DCD4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BB5A8-EA8B-4711-B1EA-6FC468B3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5539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89D69-A1F3-4CDF-99A7-34CA9748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8BEB7-4AA3-499D-B7A6-61CA18D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0230E-32DC-43D3-8025-73CCAD15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0414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BA6AF-E454-4728-B7C6-A15EADDA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19425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2A753-4136-4B06-B0B2-24E8340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E0F80-9A34-418F-B4FB-67EB785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5289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4D038-287F-42D1-8E9E-E42760D9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Manager/Admin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9A476-98E7-4D65-8375-AF092ED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6000750" cy="3714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59303-AA99-4959-B4BA-5C348648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668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Cloud / Deployment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2FD93-F833-47C4-A729-9082A965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DE8F0-7381-4FB2-A131-EB102344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8572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Next.js</a:t>
            </a:r>
          </a:p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B75E-FD2B-4B42-8F2F-C5BF834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C89F1-CF14-49DC-8A8B-16BA09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71700"/>
            <a:ext cx="1047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Spring Boot</a:t>
            </a:r>
          </a:p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6D64E-1B54-47AF-BE83-7B31B3D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0375"/>
            <a:ext cx="1809750" cy="1428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EDB93-5AC4-4BB7-A219-DFFBCC24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D5FE9-BC07-4ABE-AC36-2A4464BB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52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Auth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0D308-1E62-4B88-9E78-E1C53BF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26BD0-FE27-4FBD-9670-F432B4CB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43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F4C62-0677-46EF-B643-5AA67CFE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24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E6D80-1621-4FDE-BDA8-CE55B77C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33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Catalog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94AFE-01A4-46A2-850E-5504858C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11D97-A4F9-4C22-BD05-98AEF67B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Operations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33EE0-8AB5-4D45-AD28-ACE2DC4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05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5A967-7D90-4C1A-8F42-CE57311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14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B2B834-517F-47ED-9189-D9845E35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8CF7B-8E72-4033-8E50-3111E8C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05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Reports 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DD6011-48B4-49EB-BCB8-8E20D01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87CB2F-7E1C-40B8-A217-1A896CB0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95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E0918B-DD9D-4527-AD29-D67BE57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F82E5F-FD6C-45E0-8F2B-771A4B78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19425"/>
            <a:ext cx="10001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WebSocket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A24BB2-82F4-4AAA-864B-0A53C8D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348318-68F6-4E53-A503-117B4B1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29050"/>
            <a:ext cx="10001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Email / S3 /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VNPay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5DE4DF-4BBC-49E8-A412-754791A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9676">
            <a:off x="2238375" y="1781175"/>
            <a:ext cx="15831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2C4EEC-D12C-4EDE-A429-57287BAA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EDA373-1D87-4931-ACFA-6E0CE5E9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3461">
            <a:off x="2238375" y="2686050"/>
            <a:ext cx="15135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3ABCD3-3E45-4437-8D04-B5AAD2F3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922039-ED2A-4B25-A16C-40EF98D0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99213">
            <a:off x="2238375" y="3590925"/>
            <a:ext cx="192690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F039C2-950A-4B73-AB51-A7FF632B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3D817C-83D9-4689-BC62-AA9B122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35267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5ABC4E-2CCF-442A-BA3B-783D1B24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46735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69B9FE-DBD0-4F3B-8127-B909E8F3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3526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490E4D-0D21-4F2C-A6BD-89E0548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EC996A-59C9-4C4B-87AE-E5BA364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41241">
            <a:off x="6905625" y="3419475"/>
            <a:ext cx="7983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1CA993-0C22-4413-B855-66C456B9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4AE147-DAFE-4460-B8AC-ACCE3C60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7501">
            <a:off x="6905625" y="4086225"/>
            <a:ext cx="7679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199777-9A16-4F20-91FE-9B38D9B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4D10BA-BEC9-4807-A328-14BF809B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857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Legend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D215A6-115C-43BA-8A50-FE8366F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962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ACA3C-44FE-45EC-AE2D-52A00260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86325"/>
            <a:ext cx="7620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REST traffic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7EC2AA-F490-4EA5-801C-B90B3A8D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5186363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B22BC6-CB6B-4967-AE02-53AD8FD3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14925"/>
            <a:ext cx="9048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Real-time events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3FA74A-627E-4DFE-B5DD-6286F7B7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60464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C42C13-7FF1-4A8C-BF9D-C918D534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5909D-363E-4478-9E97-3B232C0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5607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Check-in &amp; Wash Operation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1ADF2-7EB5-4858-A9BA-9A4D1085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41AA3-7CDD-4DC8-945B-C3378F24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19750" y="16097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48EC6-F456-4621-9B48-1D9D4E5A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89FF6-A71C-47D9-9CEE-FAB5A32E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74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A9563-58BF-4AA2-8C48-208039DD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QR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00EA8-3A52-4A6C-876E-61134161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55F8C-8DD8-4EA9-8ADB-DB5CF9EA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8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F91CD-438C-4E40-A456-79D838A3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56015-AF45-4793-BAF1-1D421B2B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29694-A4E3-4BFB-A5FC-9AFB5154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6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F67E0-2DFD-4712-91DB-42D57D83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F27E7-1F34-4307-A8A3-090C2118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41A12-25B0-471F-99C3-0C143AE9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3692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04DE6-7F64-4844-A948-C03E8510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00625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C2016-4190-4FDE-8BAE-9BF51133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66925" y="232410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F75C0-13D8-458F-9B2C-44D7D461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09775" y="3086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E6E99-C25E-4FE2-8EB4-A31B684B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06392">
            <a:off x="2419350" y="3467100"/>
            <a:ext cx="12099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93F30-A28D-4756-A301-34C71CF2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371850" y="2752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BF9E5-F261-4006-92EE-5EEBB4A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81425" y="3114675"/>
            <a:ext cx="1114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1FC83-E78A-4ED7-8E82-A6ED4084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724275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72AEB-A261-4573-BA17-E916760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15464">
            <a:off x="3781425" y="4229100"/>
            <a:ext cx="156331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F81C7-F3BC-41CB-B131-EF55169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3241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71452-5060-4B12-8C4C-E673F95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1B8D9-CF19-488B-AEFF-97CF9DB6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18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74970-9386-4A59-B343-2A3281C0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QR / Plate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C7F35-3533-41F5-A79D-D94432F7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Customer arrives with booking QR code or registered vehicle plate.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C544EC-9B8D-4F2D-A568-DF2C70B9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7F898-E4D1-43A2-BABC-3DBD93D9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23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B480CD-4F11-4BF2-82E6-ACCB5505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Check-in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F11C8-9565-49A4-8B3B-564ABF0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Staff searches eligible booking, validates customer and creates wash session.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77E2D-4731-442B-9A13-6BD5C5E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57DEEB-E6A2-433A-9979-14812B37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29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C43AE4-43B9-4623-A1C6-E4862363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D830EA-36F2-47CB-828D-38EFF2F8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Server checks booking status, vehicle, slot, payment and assigned staff.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F3AE4D-91A6-461D-BF87-2C68E15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7E8713-A580-48CF-A629-E2AE4CA8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34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097F28-24DC-4CF3-9BE8-D72CB159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 Updates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D0144F-36CF-454C-BC31-DDFA6C9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Wash session status changes from CHECKED_IN to IN_PROGRESS to COMPLETED.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B2DF29-B46E-4A05-AD8C-1682E72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AD2CB4-0E91-4946-91D9-B6C0BF45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0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D9FC87-F548-464E-9A6F-6048BC21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Real-time Sync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5B22E4-6089-4C94-B747-7709995F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WebSocket events update admin, manager and staff dashboards.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F7E3C2-9832-404D-8F63-1412314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CA9E8F-AA8F-4203-9084-4742C1C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45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82CB3C-8C13-46D5-8E9F-A584F64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Follow-up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98DE10-951C-4FF8-B3D0-A08D149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Customer views history, receives points, and rates the service after completion.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F16E08-61BA-4886-B64A-7D61362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06960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286AB-8EC1-4E7E-A878-DE468BC4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D4CBE-CE75-485B-93A0-8B51C8C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28D05-F91C-43A8-BF42-C8B24304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C7AA-2024-4501-9F8F-2972E824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86A16-3BAE-4652-9732-B89E736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E002-B117-44E4-960F-5451555E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403BE-79C2-4956-A22A-748A036C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7F0FD-97CC-4B0E-9001-D0338F3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BBDA0-DFA6-4959-8F52-B5B0DC8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F9726-E4A0-4E6C-A552-AD98ECBF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16323-A9F1-4E24-B871-F7143C77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guest,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4A9DA-CEB5-4DF9-B6C4-4D3A790B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public homepage, guides, service catalog, and promotions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0B7B9-390E-443B-BE71-0112C690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Register a customer account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63003-1EC4-47E4-ABBE-EDCB400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Browse wash packages, combo sessions, and individual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1EAA2-289F-483B-9BC3-FB1250B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Start a booking flow after 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AB11D-BB49-4E13-BD35-4FC794B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Read car-care content and customer-facing announcements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33B08-7B52-4D8D-B613-DF59BAEE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Switch language between English and Vietnamese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B1A5A-B0AB-49FF-B3A2-EBC5C17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005195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A4E12-7A9B-4C40-A956-E292D26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5EDC2-02C8-4D12-BB67-66C36CC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4C5F1-677F-4545-B18E-549ED4D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0229B-3318-4DA4-85BD-F4BB5BA5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46E1F-EDB7-4997-8EB4-9645AA9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C13A1-FF00-4C33-8D35-9995A6DE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486D8-44C8-4C2B-887E-4D817B7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CC493-00D5-4C54-AA83-52516C7B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93ED2-8485-4201-82A4-F6D0222E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EA6F3-DE34-4FE4-AA26-B939415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B70BA-DD8B-4110-BB26-6958FEE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registered customer,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292C3-B50E-4CE5-A68D-F5C71617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Log in and manage my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9163A-62DC-4D7E-8EF9-CEB17FA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Add, update, set primary, and remove vehicles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74267-A973-4FC0-8322-80C2525C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Book wash services by package, combo, or custom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67DFD-CC3F-4071-BE41-2AAB626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Track booking status and wash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262D9-1887-4203-A0EE-19717D3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notifications, booking history, and service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42629-36F0-4085-AAF9-4C394918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Use vouchers, loyalty points, and tier benefits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C1079-180D-400A-A1F7-1E48E8D8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081516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84AC2-B159-4037-ADC1-4BA9EC1C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1885F-5C51-49F2-8E09-5067213E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50044-D31F-44B1-8B78-E90C690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EEC4B-A9BE-4089-BE98-8F097E7B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0DFA0-66A1-4C07-82CD-8EBF0A54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B8990-27D7-480B-9453-34DF4B47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4E4EA-0332-4472-8E9D-96A1DFDF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FD1F3-ADF6-4290-B0EC-999653F0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1E299-F73C-41B1-BD81-93B5A30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E99B5-3A31-42AD-8C36-4FCB4D3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2089E-310B-4A52-8B12-E427738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registered customer,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0192F-FA58-41CD-A686-683BB065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all vehicles and booking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08E89-953E-401C-861F-AFA2C163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Cancel or follow up eligible bookings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044FC-FBF6-431A-B330-A25E622B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Rate completed bookings and service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B2458-3CCE-4D73-9BE7-3201AB89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earned points and membership 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0E254-FB41-458B-9ED3-4F4C030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Redeem tier voucher offers when eligible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D6F3D-E1D4-46B0-A578-F6CD68B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Receive reminders and support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AEDAA-3AD7-4065-B02A-7AEBCC9F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323714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27D92-E3D1-49EC-95DA-83EAAC2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97094-88A1-4B7F-B602-FA59014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4F9E-DB81-4471-8919-7F808532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A314F-4AB2-4107-BCA0-D5879B1E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F7781-6A1B-4C39-B502-7D12323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A08E1-DAD0-44DF-B821-9E8A50FD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CAC4-9E72-474D-94AA-2D9535C8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BD3DD-775E-441D-8475-5D7CDF18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FBD60-C895-4641-B972-95DA530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47775-E90E-4E22-91C7-F329FDB2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CCF74-DFAC-4A27-9056-857E25B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staff member,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DF198-3C96-4027-9B0E-FC1F576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Log in to the staff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64E3A-968C-4970-AAB0-A5365562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Search eligible bookings for check-in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E889-9F21-4FC9-A60C-B14E53F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Create and update wash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7D79A-DA51-46F4-B672-A32F585E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Follow assigned work and service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AC1F6-073C-4537-9A85-1B13CB5E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Update progress from check-in to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72779-6D32-4DD7-AFAB-960D6CB5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daily performance and assigned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2EFB4-B880-4589-B736-017CF6C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038956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3DBD2-3206-4C39-B477-4DBF36FD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1E096-E999-4B19-97A0-AD386EB1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6811A-5882-4D18-951D-85076808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BBA80-72E4-40B9-9E15-33D73D7B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F3F18-1AFD-408A-BFED-3D6B0A34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D7647-53E5-47A4-9DD0-41664AF6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71EA8-CB3F-43A7-93E0-83B8825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F8265-6144-4AB0-91F9-F29339E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MGR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3AB75-E2E7-46F5-BE0D-512FBE4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6F3A3-BEC7-439A-9C90-F40AD2C0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93A64-66E5-4284-AA3D-448B3688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manager,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98DF1-EBD8-4197-B502-BB1178D8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Monitor operation dashboard and attention popups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7447E-9BE7-48A7-BA5D-AE4E301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Assign staff to wash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52B80-3F19-484A-86AA-BDC7A8A3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Track staff workload and availability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C5058-5A9A-42F5-9952-B876DCF0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bookings, sessions, revenue, and service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53B6F-9B1B-49EF-96A8-1C6560CD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Handle delayed, unassigned, or unfinished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A77F7-B020-41D1-B2A7-2126C1C5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Use reports to balance workload and improve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87780-1CEA-4BD1-AB54-881C73EF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443737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ED917-BCB2-4673-8E17-919D6A34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7D4AE-C1BD-48A9-BF33-60BE6BE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ECD9-7D2F-4553-98E1-682C7EE6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E9DE8-C4B3-4232-85C9-6B34E95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920A2-8930-4474-8812-2381EC2E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4C983-9600-442A-AFDF-42273DBD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F0526-21F7-4E3E-B35B-EA71F61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05951-EC53-4C5D-B580-92E03D1F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FDDEF-5B01-439F-9D54-1FADA719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59F22-B6A7-4582-8B19-2B5BBC5F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D8B34-D78A-41FD-AE88-C160906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an administrator,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BFDEB-5FE5-4704-A8F0-73A0CB7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users, staff accounts, and customer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B2214-194B-4019-9C24-55050272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services, packages, combos, add-ons, and promotions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466F2-8FA5-4826-8D15-D7E191CF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Configure loyalty tiers, points, and voucher offers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D06AA-D4A2-427D-BCC4-3221F479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bookings, payments, reports, and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79E45-97D0-456B-BACE-DE6C309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Monitor dashboard KPIs and staff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42EE6-5C41-4417-A944-808EFA26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content, settings, notifications, and system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377C9-9714-460D-809E-A696A6F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495015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043AEA-8367-4C00-97B5-CC20749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7A124-6DDE-45DA-92B4-4A6841FC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1: Booking &amp; Service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BD191-94AF-4F9E-92DD-D7FDE87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01F38-E930-4F27-9B6A-AEBC7AF0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C4BE0-9FAF-4540-AA72-9C1CB3B1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692BF-4A29-4E4D-A574-16CC5702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C2450-A80B-4520-B149-CB8DE67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71FC1-D406-4116-BD9F-08064CA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Browse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54873-7F5B-4ACB-9B40-9031B50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83A4B-ABFB-4FE0-813B-C17F987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FCB2D-80F1-4437-AB1D-BAF72F4A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DFD9D-223C-4936-B158-17D5D85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Select package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combo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5DD97-0950-4F8B-87C3-04FBBBA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FE8D6-733C-4972-A0A3-53C2620E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57FC8-1A4A-409E-AB41-9C948CD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1594A-C70B-4800-BE55-854A734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Choose vehicle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time slot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5D6FA-1F06-46FB-9AA1-4C92C1DA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6E505A-9E9C-4FAF-951E-A21BC5D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FBA1F-6EAA-4EA5-B195-9B7954B7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90EB4-0973-4DC9-AA3B-D56F585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Apply voucher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4AC97-C18E-4D09-B0CD-70AD9146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F69E9-D83D-438B-8607-D6271DC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F25B2-852D-451D-976C-0678027E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E290B-97BF-42AA-99CC-EA6702D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Create booking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AE11F-0648-4872-B483-3D55A10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F2001-71E3-436A-80D7-556FA244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6CB7-B274-4AC7-83BD-B9CD28A5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BA58F-7474-45A1-8862-679A4C4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check-in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at arrival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A5C90-8609-4E13-B8BB-E96D040C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6E4A8-A7A6-4483-849F-E395C920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9616F-1B8A-47C2-A879-6649542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869074-24F7-4C9B-95C8-D516C4AD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progress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is updated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B484C-B0F4-4A46-8AC9-C8529ACE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5771AB-3845-4CCE-989B-4969C5E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36888-903F-49BA-AABC-5ABF27B6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5A8DBD-9EDE-4DBD-9D84-2AB9B11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Complete service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payment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15D279-528C-4C1E-B76C-8B14FE19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958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F11722-7B31-4A95-B51F-B8D25B23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0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DEA9A4-32D2-47AE-9E54-17A4700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39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BCF956-9C48-43AC-9E30-34F638D8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292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Rate service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earn points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7213ED-A928-4A06-9344-5271F0B8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EF5C37-4B01-4CAA-A2B7-D8B6171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099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B8EA10-B51F-4BD3-8A39-B8D76E0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0727F7-076E-4547-BB14-C76B5337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7054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391439-C260-4A84-B152-7190C832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E09EA5-4BF2-40C1-ADDC-877420E0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009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576466-E77E-4E41-B076-D2E2A2A7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2466975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30DE5E-C0D5-458A-8721-369D977C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15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26C544-7472-4BB5-9BE3-F4097FD5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581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02176C-AD23-4ACC-A06C-AA2E6AA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1342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EE5573-38FA-4F2A-A8D0-5BF68352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626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500282-C071-4754-8A11-9E507C22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0387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8D7B42-F813-4D0C-A995-1771A04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671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D54D1A-840D-4214-AE1F-C879A210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9432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B6BA77-72C5-46E8-B959-D64F8C62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835">
            <a:off x="2286000" y="4324350"/>
            <a:ext cx="27049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B630DE-5503-4360-A59E-DEAECF52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657725" y="5467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A26593-B9BE-4FCC-88B9-CB89A2E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96000"/>
            <a:ext cx="723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970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Real-time status is synchronized across Customer, Staff, Manager, and Admin workspaces.</a:t>
            </a:r>
          </a:p>
        </p:txBody>
      </p:sp>
    </p:spTree>
    <p:extLst>
      <p:ext uri="{BB962C8B-B14F-4D97-AF65-F5344CB8AC3E}">
        <p14:creationId xmlns:p14="http://schemas.microsoft.com/office/powerpoint/2010/main" val="1889582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808107-C82C-4F86-81DF-6EC721AD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CC8BD-E4F3-49A7-892A-A07D8EB8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4604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2: Customer Feedback &amp; Service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534C1-B112-4FF8-9BB3-BC61E8A6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229F8-2269-4096-976A-953BAC1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00750"/>
            <a:ext cx="2000250" cy="5524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93E6A-9F6A-4197-88C5-DD31F3C5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1190625" cy="1190625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C3312-FD85-4CE3-9747-441D0FFA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5F2EF-57A4-4991-AC2E-53DC4893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06CDC-3062-485D-BFE0-866425B7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4124C-DB78-476B-9C44-45386584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8095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opens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completed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7E761-422E-4939-84A2-5BEE2E97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DADEA-2917-41D8-9653-6F19634A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FC3F0-AC12-4323-BD19-930263FD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9616B-F9BB-4D98-9B14-7EAD98F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Review service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staff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CE8F8-E502-47E0-BCAE-C254661E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75D6B-F8F0-4B66-B6C1-1E782E5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C77A9-F212-4237-86D9-639D5B4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F27F8-532A-4EE1-B14E-4D34CCD0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Submit rating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37E35-1CDB-4FEE-B09A-836BA9D7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7D61D-B0B6-4541-96B6-7B7F1F52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95C0A-71F0-4806-A9FD-D37C4E23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AEB88-1CA9-477D-8A73-58941A4E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43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links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feedback to 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83ECE5-8A27-424B-9566-DFC8987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AE916-D1DA-49B5-8D5C-0ACC9790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D54DA-F27A-489A-B82E-A1E5EB00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94FB3-8AE2-4251-BFAF-E0977609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705475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6CDDF-0700-40F5-A297-859EDCA0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33583-3AA5-4A58-B009-D3A54A7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7533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7CBBF-84DD-4571-B0E5-A38042A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883FA9-04B5-4841-9DB5-47A57F7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CDC0F3-D3BA-408A-A03A-D1E137E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6B971-ED39-46E8-B59C-1F778E93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Admin reviews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54F2D-7A60-4455-B7BE-8B7B50C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51FF1B-E733-402C-AF2B-4A060F4A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FF73F2-1D16-441A-B01C-9FAB7D53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7D6140-772F-4F95-BF72-4E5BFD52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Manager sees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service quality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758BC3-4E9A-4B8E-BF6C-15C6A723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163AB2-8884-4FE9-882E-F78130AD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591698-C0E4-46BD-B0A0-C0D4053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A81BB-9974-45A2-8E7D-B8ECD8C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earns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 points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DCFB00-D178-4B1D-ACE1-5128B771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C02363-D6CC-4D48-BEF0-EA6523F3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33725"/>
            <a:ext cx="516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6EB3BD-7C77-4618-B847-EFD01D5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432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A42066-FA18-4E2A-AA9A-75711620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409950" y="3657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9B138F-8D5B-4B42-B07A-092EE34B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FB1B64-06E2-41EF-9097-B3598A41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94347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929025-9F42-4ADD-A91C-83EE50BF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A16369-E69A-4FEB-93E9-8FF072E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27710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E83EF4-0248-4CD4-AF10-A30023A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6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Output: ratings become operational data, not just comments.</a:t>
            </a:r>
          </a:p>
        </p:txBody>
      </p:sp>
    </p:spTree>
    <p:extLst>
      <p:ext uri="{BB962C8B-B14F-4D97-AF65-F5344CB8AC3E}">
        <p14:creationId xmlns:p14="http://schemas.microsoft.com/office/powerpoint/2010/main" val="489865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67B8C2-6D53-4C93-A6EF-66844EB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8D5B4-8307-436A-ABBE-8095189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3: Booking Quality Validation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9D955-4465-484B-B071-84A861CC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C936F-EF67-4631-8A3C-D303C44C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C9772-11D8-4A79-ADC8-45C622B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91EF4-2E2E-464B-AE9D-97F4F969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8A7B1-6227-47B2-AF4E-361F1330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B9B36-EF7F-4A76-B657-D16A70EF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arrives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at wash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C86C3-124F-4000-BD5B-4A405AF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C9AF8-BA1B-4B71-A7AC-4C4C40E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8819B-1453-4845-8FB1-F6FC4611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6C959-CEB8-40DA-8B50-E55B6C28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searches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or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0406D-65B4-4B93-B0D4-7669FF3D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78E84-CC44-49FF-815F-C2CCA960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A4BD7-5665-4A0B-B423-D1A4946A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6AB03-7679-46E8-9FF7-F25DDBB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System validates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D85A6-00F1-41B3-AA8A-969479A4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7416-B266-4D90-B790-43AE12E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50B4A-C0AE-462E-ADDD-FC34BF2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6954F-90D2-4628-928E-A415BFA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is 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9E23F-2958-4094-A5A1-EE106F4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2175E-4BB2-4EDE-8427-2000E798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94335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894D48-2464-4EB8-B8C2-0582880A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0A286-A812-4BD0-BFDE-06E0EB25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341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C9518-9BB1-48FA-B64F-2712ABC1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6C410-DD69-40B2-9476-0066ACB6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2485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9C5F6-9F56-4E40-99DA-AC549FB9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00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E1C12A-A2C9-420B-8ACD-96D7F899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79E6E-132C-4E3C-A2F9-A2626C40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BF1D9D-532D-43A8-A797-51200DE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Progress checked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E8B86F-7A3A-4231-AD9A-4F40B5C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2C9991-3303-4C38-BD2B-23E57CA6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F79F8-3EF4-4DDD-B0E1-8071EF4D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B9CFA-A6D0-4893-929A-544B3644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1504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Completion unlocks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rating request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5438B7-D35F-4F09-8598-E291E2C8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DEB42-5346-433B-9592-D2523D6F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B96DFE-5B22-4760-A53A-2F7887C0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8BE7BF-4E20-454A-B5CF-9EBC39E6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Reports update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performance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1F25EA-6CB7-4655-A5E3-7081A1D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920B32-9676-48C5-8920-838E7458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557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90B53F-8EDB-42FB-887C-72B319B6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242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A30A43-FD9A-4D90-92EC-AD00C71F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4671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34CDEE-63F8-4E22-BC2C-D95BDF01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4429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E48E44-9E5F-4FFF-9EC5-F6D1E31B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229225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B9FECD-A4B8-46C3-A6AA-AAA77F6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42912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899ACE-6EDB-4A59-9CD3-A86A25F7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96225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02F706-D92E-4E16-8725-C58A56D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9750"/>
            <a:ext cx="7905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Validation uses existing booking, vehicle, session and staff assignment data.</a:t>
            </a:r>
          </a:p>
        </p:txBody>
      </p:sp>
    </p:spTree>
    <p:extLst>
      <p:ext uri="{BB962C8B-B14F-4D97-AF65-F5344CB8AC3E}">
        <p14:creationId xmlns:p14="http://schemas.microsoft.com/office/powerpoint/2010/main" val="304020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E37722-7F47-4060-9266-13D38100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ECD56-CC4A-4AFA-ACCD-F25EA4EC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4: Reservation &amp; Payment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D6AF9-044D-4B66-A729-E50F9F73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63437-1F70-4AC7-9F23-102C9C7E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991B2-2A0A-4081-8AB8-BC49B38A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71042-EB89-4F36-B8EE-1DC50D8D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9FF30-E940-40FF-8180-E94B3FD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D65B7-7D71-472E-A8AA-6BBA0FB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Choose service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D3DFA-78C2-4E30-922C-18E23F87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80675-87AC-4ECC-B057-B29899FF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D9803-A9F0-4604-BC48-82D0F4AF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9DFB7-9D0C-406F-801F-5C903B83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Pick date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time slot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43DF6-2A12-46F0-B245-6FA6029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2AACF-08EC-47FC-8F02-4AF60161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593D5-E8C2-48BF-93FC-9E324AE8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4B91B-EA51-4DF0-A823-F530365E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Select vehicle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add new 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A5C50-5E0E-4508-8573-C212A0C0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14BED-67DA-4DCB-949C-0A21A208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466F5-E82A-4E0F-9A8B-7D8E7E0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B57FE-34D9-483F-A67F-48EA15A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Apply voucher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tier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A7231-FD80-402D-92F9-205C7791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193E7-D27D-4DBA-86A4-4B3A669F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514725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84980-DFE8-488E-869E-AD0B1446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2D78A-1431-46AA-BF07-6CC18DB8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56260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983EE-E4F7-411C-AB03-05810DE8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9D79FA-E171-44C0-9FA2-00D6688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65DB6B-A21A-40D0-8169-779756BF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86427-240F-4C10-9D39-7F7EB4B8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671B9-7B2D-44BB-BD9E-CD0DF6F6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FC925-E332-4647-996C-F1FD84E5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System checks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slot capacity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9127C-0593-4C46-AAFB-8EA4520C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6BD767-A70D-4B8C-8042-A95765B5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E7E69-D114-4B94-A2CB-C36A169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F54B50-D890-4563-A574-DC9C7E87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Create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invoice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11275-EF80-411E-893D-5C4B3179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A05EC9-E653-4310-9D24-17AEC5F8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507B66-CD94-41FA-AB9A-AF3D955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ED3A40-6CD5-44CC-85BE-DCC01D06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Pay with VNPay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cash 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1A7FA-EB59-4F10-B71C-FF14885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F2482A-382E-44C7-A26C-625956D7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5D7648-6681-4E8E-BFE9-5614948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B4614B-2BEF-49E4-9BAC-5054AA02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Confirm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notify user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2004F1-ABE1-4892-866E-06C53784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72475" y="2438400"/>
            <a:ext cx="1076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29827E-3444-49AA-8AB0-57D9032F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1532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BE7C9C-A1DD-408F-B728-5DA8F2BA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67625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C24DDA-3EA2-4F84-858C-6170450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7230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8C2C21-83E5-4747-8991-BC122FA2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619750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D61A7C-A3A6-4121-8D32-A5E80262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924425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E0C4D6-EB72-4382-8DB3-5FC454EF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71875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4C6B33-09DB-462F-AA68-D25B823D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87655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C4B465-F539-4C81-B51A-9F7C9D08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Slot capacity rule: close a time slot when the configured vehicle limit is reached.</a:t>
            </a:r>
          </a:p>
        </p:txBody>
      </p:sp>
    </p:spTree>
    <p:extLst>
      <p:ext uri="{BB962C8B-B14F-4D97-AF65-F5344CB8AC3E}">
        <p14:creationId xmlns:p14="http://schemas.microsoft.com/office/powerpoint/2010/main" val="6300944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44B62A-19FA-406B-90FC-CD738834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8FCA9-A720-4604-B821-329EA36E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5: Staff Check-in/out &amp; Live 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5C30C-939B-401E-9BFF-04D253E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DE60-AC80-43FE-8FFF-144F281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71550"/>
            <a:ext cx="552450" cy="18097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7AF0D-6AD5-4E08-B40B-6194CCAB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335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624EE-7CDD-4CA6-930A-283D0742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1555D-CB5D-4D95-8B3D-869644D0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1AA2A-543F-40A8-B168-C02FB194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478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arrives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with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1AC90-A15D-486E-A21B-18534BD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3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076EA-FAE0-48DA-9CAB-D55C875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F8D57-2FC4-4352-AB0A-CEC2A98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BEB91-E3CA-4F42-8476-3780B00E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47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scans QR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searches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2C4AC-B549-426B-A7B0-21308F3B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87604-AA74-4D6F-BAFF-C8F83F4D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55203-4CF7-4189-BF94-2D2090EC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F4A50-76D0-4BDC-A704-486704AB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152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validates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&amp; vehicle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ED346-AE54-4928-82A9-F1D8DA29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3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99C8C-B0D3-476F-81F1-45A2ACF3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57089-135D-45F3-83CB-B9CF2675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F43E8-9D5F-48F9-9E74-0711D5AD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47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Check-in creates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B883E-1498-4479-BBF6-9EBF7C0B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176212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263ABF-1BEE-4274-B000-189FF2CA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705225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F4414-8A65-433B-A762-3C4A270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1762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761E2-A849-4113-AEFF-EBB3763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276975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3D33E-3793-4649-9504-5FA9AD45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76212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DD1CA-D512-4B40-8220-DBA67DF8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705850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D18D6E-EE4B-48B6-B886-44DD544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01D12-CD75-45FA-B6F0-1151C3CB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666BD4-3D09-47F2-8DF0-C141EBC6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3D3BCB-2008-4D58-9869-BEF76B3B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29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updates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3BB136-231D-475D-BC3E-84D90075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B91C5-E433-4449-9405-46E423E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E68595-A2D1-4F92-8029-FA3CB226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F2391-9CB3-4DE2-9FFB-57AEA98D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152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WebSocket pushes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status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3B61C5-6695-401D-9BB4-0B71D4B6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14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A8829D-0F98-461B-A076-09F86195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2D558-F1E1-4652-9317-53D0D859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FBB995-0ECF-43AA-83F4-5A7A15F0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29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Customer/admin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see live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18520D-F651-4C7F-855B-EF694AD4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29819F-DFC8-421F-81E1-64866364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42E710-4B1B-4F2A-B023-052183D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BB9145-C2AF-441E-A98C-5668E27C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29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Checkout closes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CB10E9-C0A1-429F-86A5-1FB568BF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72625" y="220027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CA894E-AC30-42B2-B24C-D8941B6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515475" y="3657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6A5AAF-62FE-4B7C-8A4E-6CA1BB3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63000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93FF9F-5F8D-493F-9B71-2BCEA21E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97242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55EE1-051B-42DE-B6F5-0C2070D1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34125" y="41433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952D21-A78C-4570-B16E-469E36D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32447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FDF4D7-0555-4937-9BA4-A7CCFFD4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762375" y="414337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4F48C0-EF98-48C3-95A3-B9B1016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8765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5E1D55-9150-4465-A911-8EFCA40B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4995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13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Works with the current system model: booking, vehicle, staff assignment, wash session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838976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9D63E-B67D-4FEF-9964-F18FFC82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D5EF5-44DC-4FE6-8CE3-D52A6FF1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038DF-A426-4EDE-B53E-2E06956F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CAA55-1C15-4598-BAE1-633C57F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95375"/>
            <a:ext cx="1809750" cy="18097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8080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52B88-05D8-45B1-B51A-2BCF160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2862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8A8A8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6CDCE-2467-4EF6-BCB5-3AD86B3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14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solidFill>
              <a:srgbClr val="D4D4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AA66E-0992-4CA4-A1DA-7372A06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8B688-48D4-473F-900A-5D24EFE8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03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FEA0-E322-4447-BEBE-26251DA7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491D3-3A58-4C64-BF1A-C39F20A4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806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7E5AD-E431-456E-B254-E18435F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3238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Technical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7395B-B587-4AD1-A8F7-A18B59A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Real-time experience depends on stable server and network connectivity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AFB4E-7317-43B4-B3A5-2E9A6B78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WebSocket-based live updates are still evolving in the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EDCCC-8DB7-48A7-ACF0-E011049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Slot closing requires consistent booking/session data from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30EC5-1FB0-463C-8413-2EA7C2AE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Payment confirmation depends on VNPay callback reliability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3831D-BC28-4EE3-8E55-BDF1EA6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Operational 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B2F04-5AF8-4FB5-BA8C-2C734B11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Staff availability and workload balancing need accurate daily check-in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C5334-A602-4F31-AB9A-68C66D33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Service rating quality depends on customers completing post-service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2DA23-D7FC-45D1-ABA1-3016545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IoT/QR automation can be demonstrated as a future enhancement unless hardware is finalized</a:t>
            </a:r>
          </a:p>
        </p:txBody>
      </p:sp>
    </p:spTree>
    <p:extLst>
      <p:ext uri="{BB962C8B-B14F-4D97-AF65-F5344CB8AC3E}">
        <p14:creationId xmlns:p14="http://schemas.microsoft.com/office/powerpoint/2010/main" val="300073004"/>
      </p:ext>
    </p:extLst>
  </p:cSld>
</p:sld>
</file>

<file path=ppt/theme/theme1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2026-07-27T03:27:53.8380000Z</dcterms:created>
  <dcterms:modified xsi:type="dcterms:W3CDTF">2026-07-27T03:27:53.8380000Z</dcterms:modified>
</coreProperties>
</file>