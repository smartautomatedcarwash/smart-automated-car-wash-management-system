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ed472d6334d0d" /><Relationship Type="http://schemas.openxmlformats.org/officeDocument/2006/relationships/extended-properties" Target="/docProps/app.xml" Id="R81254a891d7d4eca" /><Relationship Type="http://schemas.openxmlformats.org/officeDocument/2006/relationships/officeDocument" Target="/ppt/presentation.xml" Id="Rd509eb90c839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d0fcaaf78c43fc"/>
  </p:sldMasterIdLst>
  <p:notesMasterIdLst>
    <p:notesMasterId xmlns:r="http://schemas.openxmlformats.org/officeDocument/2006/relationships" r:id="Rba4b77a9a81d4d6e"/>
  </p:notesMasterIdLst>
  <p:sldIdLst>
    <p:sldId xmlns:r="http://schemas.openxmlformats.org/officeDocument/2006/relationships" id="256" r:id="R13d22eb92c584b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7ae9092814311" /><Relationship Type="http://schemas.openxmlformats.org/officeDocument/2006/relationships/slideMaster" Target="/ppt/slideMasters/slideMaster1.xml" Id="Re8d0fcaaf78c43fc" /><Relationship Type="http://schemas.openxmlformats.org/officeDocument/2006/relationships/notesMaster" Target="/ppt/notesMasters/notesMaster1.xml" Id="Rba4b77a9a81d4d6e" /><Relationship Type="http://schemas.openxmlformats.org/officeDocument/2006/relationships/presProps" Target="/ppt/presProps.xml" Id="Rbeaa7292ce644396" /><Relationship Type="http://schemas.openxmlformats.org/officeDocument/2006/relationships/tableStyles" Target="/ppt/tableStyles.xml" Id="Rb8b9368c62a947de" /><Relationship Type="http://schemas.openxmlformats.org/officeDocument/2006/relationships/slide" Target="/ppt/slides/slide1.xml" Id="R13d22eb92c58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4bcf7ab5f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Thank Yo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8BFD3"/>
      </a:accent1>
      <a:accent2>
        <a:srgbClr val="061A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Thank Yo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65eea969242d9" /><Relationship Type="http://schemas.openxmlformats.org/officeDocument/2006/relationships/notesMaster" Target="/ppt/notesMasters/notesMaster1.xml" Id="Rce698265a2c444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6072f00194f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8142bbf584291" /><Relationship Type="http://schemas.openxmlformats.org/officeDocument/2006/relationships/slideLayout" Target="/ppt/slideLayouts/slideLayout1.xml" Id="R5a587aa6d598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87aa6d598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Thank Yo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8BFD3"/>
      </a:accent1>
      <a:accent2>
        <a:srgbClr val="061A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Thank Yo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b4bbb1ee4a60" /><Relationship Type="http://schemas.openxmlformats.org/officeDocument/2006/relationships/image" Target="/ppt/media/image.png" Id="Rd4252d97b1114bee" /><Relationship Type="http://schemas.openxmlformats.org/officeDocument/2006/relationships/notesSlide" Target="/ppt/notesSlides/notesSlide1.xml" Id="Ra7f8930f7ee349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B6E628-63D8-497B-A947-10B62B1B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3EF8-CE2F-4EC7-BE54-023C7BD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1292C-C03F-4DB5-BF92-1BCDF248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0550"/>
            <a:ext cx="48006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52d97b1114bee"/>
          <a:srcRect xmlns:a="http://schemas.openxmlformats.org/drawingml/2006/main" l="24708" t="0" r="24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914400"/>
            <a:ext cx="4229100" cy="470535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F5EC-DD41-4DE0-9E6E-F482534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4229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3BD0-D192-49D2-8FF2-A3847D17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FF2"/>
          </a:solidFill>
          <a:ln xmlns:a="http://schemas.openxmlformats.org/drawingml/2006/main" w="0">
            <a:solidFill>
              <a:srgbClr val="5EDF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5ABD8-4DE6-409D-B266-FF52B55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5350"/>
            <a:ext cx="51435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5EDFF2"/>
          </a:solidFill>
          <a:ln xmlns:a="http://schemas.openxmlformats.org/drawingml/2006/main" w="0">
            <a:solidFill>
              <a:srgbClr val="5EDF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14DE-0553-4321-BF37-C4F5084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019175"/>
            <a:ext cx="38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D4849-EB87-432F-80AE-438DEF3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876300"/>
            <a:ext cx="2333625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1275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AURA CAR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2CF85-BA6C-44ED-A63F-3734D90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143000"/>
            <a:ext cx="252412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 i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38" b="1" i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SMART CAR WASH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2881-15F5-4A52-90E3-FC5F740D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24025"/>
            <a:ext cx="1352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C7694-261C-42F9-AED7-02FA2BF2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724025"/>
            <a:ext cx="361950" cy="666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30BB0-331F-4155-9443-A896335E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24025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FD3"/>
          </a:solidFill>
          <a:ln xmlns:a="http://schemas.openxmlformats.org/drawingml/2006/main" w="0">
            <a:solidFill>
              <a:srgbClr val="18BF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7A596-692B-42DE-A741-D32DBBF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76450"/>
            <a:ext cx="542925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4650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THANK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76484-A8C1-445B-BF21-18F3B6EB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FD3"/>
          </a:solidFill>
          <a:ln xmlns:a="http://schemas.openxmlformats.org/drawingml/2006/main" w="0">
            <a:solidFill>
              <a:srgbClr val="1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B7D-3702-42D6-B83B-54CDD87E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67050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FOR YOUR ATTENTION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D735B-14F7-4F0E-A3B0-E9CD105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3619500" cy="4095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2B63"/>
                </a:solidFill>
                <a:latin typeface="Poppins"/>
                <a:ea typeface="Poppins"/>
                <a:cs typeface="Poppins"/>
              </a:defRPr>
            </a:pPr>
            <a:r>
              <a:rPr sz="1725" b="1" i="0">
                <a:solidFill>
                  <a:srgbClr val="0B2B63"/>
                </a:solidFill>
                <a:latin typeface="Poppins"/>
                <a:ea typeface="Poppins"/>
                <a:cs typeface="Poppins"/>
              </a:rPr>
              <a:t>Questions &amp; Discussion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BF0E1-C3DC-4A4A-9E37-8EABEAB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49530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AutoWash Pro connects advance booking, service operations, payment and loyalty in one unified car wash management experience.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51EAE-395B-4D06-84D3-528D2AF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FD3"/>
          </a:solidFill>
          <a:ln xmlns:a="http://schemas.openxmlformats.org/drawingml/2006/main" w="0">
            <a:solidFill>
              <a:srgbClr val="18BF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81A87-476E-4C1B-B9E1-4E99059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2550"/>
            <a:ext cx="1143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defRPr>
            </a:pPr>
            <a:r>
              <a: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rPr>
              <a:t>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EB56C-1E1F-4B94-9983-D52FA87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43525"/>
            <a:ext cx="15716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AutoWash Pro · SWP391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CA7A0-ABA7-42DF-977E-8E9B0323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2550"/>
            <a:ext cx="1143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defRPr>
            </a:pPr>
            <a:r>
              <a: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rPr>
              <a:t>SUPERVISOR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1CE17-FE70-4172-9FC7-53FFD44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43525"/>
            <a:ext cx="1714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Ms. Le Thi Quynh Chi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39D47-A5A2-448B-AE0C-96D5BD77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95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defRPr>
            </a:pPr>
            <a:r>
              <a:rPr sz="600" b="1" i="0">
                <a:solidFill>
                  <a:srgbClr val="18BFD3"/>
                </a:solidFill>
                <a:latin typeface="Poppins"/>
                <a:ea typeface="Poppins"/>
                <a:cs typeface="Poppins"/>
              </a:rPr>
              <a:t>WEBSITE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88A9F-FDDA-4841-B286-37A49118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138112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788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auracarwash.site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7DFDE-239A-4818-AD38-9CA23A30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3392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  <p:txBody>
          <a:bodyPr xmlns:a="http://schemas.openxmlformats.org/drawingml/2006/main" lIns="28575" tIns="19050" rIns="2857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5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 WASH PRO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D97D3-28D1-4363-9903-B34DEBF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5EDFF2"/>
                </a:solidFill>
                <a:latin typeface="Poppins"/>
                <a:ea typeface="Poppins"/>
                <a:cs typeface="Poppins"/>
              </a:defRPr>
            </a:pPr>
            <a:r>
              <a:rPr sz="713" b="1" i="0">
                <a:solidFill>
                  <a:srgbClr val="5EDFF2"/>
                </a:solidFill>
                <a:latin typeface="Poppins"/>
                <a:ea typeface="Poppins"/>
                <a:cs typeface="Poppins"/>
              </a:rPr>
              <a:t>Advance Booking · Smart Operations · Loyalty Program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0F900-45DA-4D05-9AFC-F47D4667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05425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49"/>
          </a:solidFill>
          <a:ln xmlns:a="http://schemas.openxmlformats.org/drawingml/2006/main" w="0">
            <a:solidFill>
              <a:srgbClr val="061A49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00" b="0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FPT UNIVERSITY HCMC  /  SUMMER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09E10-5686-4E3F-86BC-23E70C1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819150" cy="2952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6E6FC-C647-4265-BC27-8F872D3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0100"/>
            <a:ext cx="6286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61A49"/>
                </a:solidFill>
                <a:latin typeface="Poppins"/>
                <a:ea typeface="Poppins"/>
                <a:cs typeface="Poppins"/>
              </a:defRPr>
            </a:pPr>
            <a:r>
              <a:rPr sz="675" b="1" i="0">
                <a:solidFill>
                  <a:srgbClr val="061A49"/>
                </a:solidFill>
                <a:latin typeface="Poppins"/>
                <a:ea typeface="Poppins"/>
                <a:cs typeface="Poppins"/>
              </a:rPr>
              <a:t>Q&amp;A  →</a:t>
            </a:r>
          </a:p>
        </p:txBody>
      </p:sp>
    </p:spTree>
    <p:extLst>
      <p:ext uri="{BB962C8B-B14F-4D97-AF65-F5344CB8AC3E}">
        <p14:creationId xmlns:p14="http://schemas.microsoft.com/office/powerpoint/2010/main" val="130828284"/>
      </p:ext>
    </p:extLst>
  </p:cSld>
</p:sld>
</file>

<file path=ppt/theme/theme1.xml><?xml version="1.0" encoding="utf-8"?>
<a:theme xmlns:a="http://schemas.openxmlformats.org/drawingml/2006/main" name="ChatGPT">
  <a:themeElements>
    <a:clrScheme name="Aura Thank Yo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8BFD3"/>
      </a:accent1>
      <a:accent2>
        <a:srgbClr val="061A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Thank Yo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2026-07-27T11:16:04.6810000Z</dcterms:created>
  <dcterms:modified xsi:type="dcterms:W3CDTF">2026-07-27T11:16:04.6810000Z</dcterms:modified>
</coreProperties>
</file>