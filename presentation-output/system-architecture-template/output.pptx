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fe04ef6d2c4ec7" /><Relationship Type="http://schemas.openxmlformats.org/officeDocument/2006/relationships/extended-properties" Target="/docProps/app.xml" Id="R23901e024fd44e41" /><Relationship Type="http://schemas.openxmlformats.org/officeDocument/2006/relationships/officeDocument" Target="/ppt/presentation.xml" Id="Re2f5dc57580f46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13ad573cd2429d"/>
  </p:sldMasterIdLst>
  <p:notesMasterIdLst>
    <p:notesMasterId xmlns:r="http://schemas.openxmlformats.org/officeDocument/2006/relationships" r:id="R2a25cb4d01294208"/>
  </p:notesMasterIdLst>
  <p:sldIdLst>
    <p:sldId xmlns:r="http://schemas.openxmlformats.org/officeDocument/2006/relationships" id="256" r:id="R1ae7585e562e44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0d235f148447bb" /><Relationship Type="http://schemas.openxmlformats.org/officeDocument/2006/relationships/slideMaster" Target="/ppt/slideMasters/slideMaster1.xml" Id="Rc613ad573cd2429d" /><Relationship Type="http://schemas.openxmlformats.org/officeDocument/2006/relationships/notesMaster" Target="/ppt/notesMasters/notesMaster1.xml" Id="R2a25cb4d01294208" /><Relationship Type="http://schemas.openxmlformats.org/officeDocument/2006/relationships/presProps" Target="/ppt/presProps.xml" Id="Rc00b4a3a3a434560" /><Relationship Type="http://schemas.openxmlformats.org/officeDocument/2006/relationships/tableStyles" Target="/ppt/tableStyles.xml" Id="R9d336d1346d74b68" /><Relationship Type="http://schemas.openxmlformats.org/officeDocument/2006/relationships/slide" Target="/ppt/slides/slide1.xml" Id="R1ae7585e562e44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f8034cdeee49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ura Car Car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613B8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Car Car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d57c772fb84e6d" /><Relationship Type="http://schemas.openxmlformats.org/officeDocument/2006/relationships/notesMaster" Target="/ppt/notesMasters/notesMaster1.xml" Id="R6fc22b463d2747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aligned to GitHub origin/dev at b5ad575. The repository implements one Next.js web application and one modular Spring Boot backend, not a microservice or IoT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36ad4252ee4f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0e2a2be4d44aff" /><Relationship Type="http://schemas.openxmlformats.org/officeDocument/2006/relationships/slideLayout" Target="/ppt/slideLayouts/slideLayout1.xml" Id="R2e496c209e424e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496c209e424e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ura Car Car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613B8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Car Car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379d5cb9846ac" /><Relationship Type="http://schemas.openxmlformats.org/officeDocument/2006/relationships/notesSlide" Target="/ppt/notesSlides/notesSlide1.xml" Id="R36a873d1a3134a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FE806F0-6C6E-4B96-BF45-7C621641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5B1DF-E162-4BDE-9C0C-1DFF77C3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428750"/>
            <a:ext cx="66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4E458-89DB-4F86-B06D-2A4EA766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78105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3. Proposed Solutions | 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42AAD-6EC9-492E-A4BB-2C805719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28650"/>
            <a:ext cx="1524000" cy="266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4288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CC7C2-C32E-44B6-B825-21C66C01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57225"/>
            <a:ext cx="13716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GITHUB ORIGIN/DEV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00433-270E-4515-ABBA-9FA60F01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6191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975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Role-based web application with a modular Spring Boot 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BAD4B-3D01-4ABD-BFE6-4E73AC78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1257300" cy="266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6C326-D043-405A-900E-BDA5E7E4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19225"/>
            <a:ext cx="11049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01E41-9524-4990-9BC0-01986B83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90650"/>
            <a:ext cx="2095500" cy="266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8BFD3"/>
          </a:solidFill>
          <a:ln xmlns:a="http://schemas.openxmlformats.org/drawingml/2006/main" w="14288">
            <a:solidFill>
              <a:srgbClr val="08BF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32187-F321-4DF1-BB44-9B83D442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419225"/>
            <a:ext cx="1943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1A9D3-1FF8-4C12-8DE6-95F8964F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390650"/>
            <a:ext cx="3714750" cy="266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8613B8"/>
          </a:solidFill>
          <a:ln xmlns:a="http://schemas.openxmlformats.org/drawingml/2006/main" w="14288">
            <a:solidFill>
              <a:srgbClr val="861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E2463-EF82-43E9-9323-F4925DCB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19225"/>
            <a:ext cx="3562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APPLICATION MODULES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44821-634D-4CB7-95E6-565F35F0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390650"/>
            <a:ext cx="2190750" cy="266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EAE00-7A10-41E6-9F91-CDE1B20F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1922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DATA &amp; 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3D92B-699B-49CA-A0F5-BFABCEF7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1257300" cy="514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98555-83C2-41FA-AE3E-42A9A199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335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02710B-97A8-4218-87BB-9C7E53AA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342900" cy="2190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67AF4-22DD-4579-B1FD-1333AF48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6667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8662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Guest /</a:t>
            </a:r>
          </a:p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Customer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404506-FE3D-435E-83F7-213DC158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257300" cy="514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E90C43-2138-4A31-B0B7-6B5B14B5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2773EE-B757-42F3-92D2-C49C7FB9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342900" cy="2190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BEEE06-9744-4B8D-86A6-42EE048B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0325"/>
            <a:ext cx="6667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Staff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397DC1-0887-4D66-86F7-F69F2292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257300" cy="514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FC233C-C082-4C75-BC92-B23250FB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908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1A525C-33D2-4BC2-853F-7C988AE3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342900" cy="2190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29337E-C930-4B06-B05C-C6355E51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28975"/>
            <a:ext cx="6667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Manager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4837B4-7434-42A1-9B2A-B0C035B2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257300" cy="514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0337B1-4FCC-4DE0-8B63-F4C78484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95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9AAC04-25D7-4689-B5A9-255CDC2F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342900" cy="2190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CD4015-032A-4D3C-AA2F-1B0CF112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57625"/>
            <a:ext cx="6667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Admin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09C1AC-749E-4705-9071-A73B4841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2095500" cy="3143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9FBFD"/>
          </a:solidFill>
          <a:ln xmlns:a="http://schemas.openxmlformats.org/drawingml/2006/main" w="14288">
            <a:solidFill>
              <a:srgbClr val="08BF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BF1A0B-31C9-425A-AC10-7D64487B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24050"/>
            <a:ext cx="17526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Next.js 14 Web Application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221419-6555-49C0-9E21-CB190873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14478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React 18 + TypeScript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6286E7-6483-4E80-9656-CB6AF739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24150"/>
            <a:ext cx="1676400" cy="3238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E8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42ECF8-2588-40B4-8064-C39C7E52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81300"/>
            <a:ext cx="1447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86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Customer Workspace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B3B82A-740D-4092-9A9D-52639BE3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43250"/>
            <a:ext cx="1676400" cy="3238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E8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4AC148-0C12-44FC-A66A-C2F7CD85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00400"/>
            <a:ext cx="1447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86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Staff Workspace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9D60DF-8300-4E48-8E40-A994169B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62350"/>
            <a:ext cx="1676400" cy="3238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E8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25D632-D990-443F-9411-6F3245FE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19500"/>
            <a:ext cx="1447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86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Manager Workspace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0E6232-19B2-4216-8BA6-AB85AE03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81450"/>
            <a:ext cx="1676400" cy="3238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E8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418466-D069-4EFC-A54F-E8529DB4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38600"/>
            <a:ext cx="1447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86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Admin Workspace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5EE8E4-393C-43C7-9761-5843999E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38650"/>
            <a:ext cx="17526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88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React Query + Axios  |  Zustand</a:t>
            </a:r>
          </a:p>
          <a:p xmlns:a="http://schemas.openxmlformats.org/drawingml/2006/main">
            <a:pPr algn="ctr">
              <a:defRPr sz="788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88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STOMP + SockJS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B858C2-46A9-46F9-9D30-4575B220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52600"/>
            <a:ext cx="3714750" cy="3638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4288">
            <a:solidFill>
              <a:srgbClr val="8613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F84D43-5408-4FA3-97BE-6624C651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0500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Spring Boot 3 REST API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B7BDD8-511E-4E10-B5C2-3370268B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05000"/>
            <a:ext cx="647700" cy="266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8613B8"/>
          </a:solidFill>
          <a:ln xmlns:a="http://schemas.openxmlformats.org/drawingml/2006/main" w="14288">
            <a:solidFill>
              <a:srgbClr val="8613B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41CB34-7BF3-496C-BB3B-B7C52897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33575"/>
            <a:ext cx="4953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JAVA 21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D43D51-99E5-4D08-9F64-515AD120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05000"/>
            <a:ext cx="438150" cy="266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4288">
            <a:solidFill>
              <a:srgbClr val="0B122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EABB43-751A-4587-A030-527AEE9C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33575"/>
            <a:ext cx="285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JWT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C35D71-D5B8-4EC2-AB84-222E4E64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3238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88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Spring Security  |  Validation  |  Spring Data JPA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AF2578-1152-417B-A160-D8F814D9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157162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C5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F90F21-6532-4015-BA97-EA19F80F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00F2E4-3229-499B-BC55-64AD0366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47950"/>
            <a:ext cx="136207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Authentication &amp; User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4C264D-A040-40BC-9E30-30B478AD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67025"/>
            <a:ext cx="136207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accounts, roles, profile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7BE33E-28D8-4AA9-9CBB-251AED3A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571750"/>
            <a:ext cx="157162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C5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F81C6F-3115-47F1-BF0B-AAF7F8A8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5717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8A9429-7BD2-4F04-8B28-7C0A5611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47950"/>
            <a:ext cx="136207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Catalog &amp; Promotion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98AD04-3AD2-4CAD-AAAE-CE06864C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67025"/>
            <a:ext cx="136207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services, packages, combos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587C16-97FC-4977-ADFB-EABA9E1D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38500"/>
            <a:ext cx="157162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C5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DDA9384-499C-47E0-9D2F-3C1012DE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385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63F8172-94C7-418F-9281-BC39B226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314700"/>
            <a:ext cx="136207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Booking &amp; Slot Hold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252126-9557-4A9E-8556-87D45B4F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533775"/>
            <a:ext cx="136207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availability and capacity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3E21CA9-FDAB-4D81-8807-43D26A4D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238500"/>
            <a:ext cx="157162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C5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A00930B-F4ED-48EF-97C9-FCC8A4B4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2385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055EE4-0F05-441C-A7B1-B2F4818C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14700"/>
            <a:ext cx="136207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Vehicle Management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1B3E7B0-D3E9-4018-83C2-DD150E96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33775"/>
            <a:ext cx="136207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vehicles and primary plate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1B4406C-0C28-494D-928E-17AB3462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05250"/>
            <a:ext cx="157162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C5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4B90F0E-6BD3-4334-8065-A4192C1E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052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700ACCD-AADB-4C70-9CE1-7F0FCEEC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981450"/>
            <a:ext cx="136207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Wash Operations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A6304EE-3659-4155-A5E7-776E410B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200525"/>
            <a:ext cx="136207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check-in and wash session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96BE4B8-694B-4773-98BC-E7C239E4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905250"/>
            <a:ext cx="157162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C5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626D0D5-DD4C-4124-B48C-1A58D7EE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9052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5FED5B7-96E2-4898-98F5-3BAC8FE9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81450"/>
            <a:ext cx="136207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Staff Assignment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40D9E01-D236-47D7-9695-BBBAAD2F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00525"/>
            <a:ext cx="136207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availability and workload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F0251B9-7DDC-4F4D-91A7-02B2191B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72000"/>
            <a:ext cx="157162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C5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B7FEE86-6722-4E6F-A61B-07A4E860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720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89BC9AA-DFB1-4782-B3D6-AD158CA9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648200"/>
            <a:ext cx="136207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Payment &amp; Loyalty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0A4A2BF-028C-4177-A02F-E96E03C4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867275"/>
            <a:ext cx="136207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voucher, points, tier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73B8AA2-C72E-4F6F-B994-51F5AF14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572000"/>
            <a:ext cx="157162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C5D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9009236-5A7F-4953-8134-052D1AAC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5720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0C5E5F4-3DF4-4666-BB77-D0004C7C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48200"/>
            <a:ext cx="136207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Review &amp; Reporting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0C99E92-7E77-409D-B5C7-FAB76C11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67275"/>
            <a:ext cx="136207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ratings, KPI, analytics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EBED0D2-0CDF-4BB8-9130-3FB07721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90875"/>
            <a:ext cx="304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64B5E6F-B182-4CB6-9EA5-AF5750D8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62275"/>
            <a:ext cx="6858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675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ROLE ROUTING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8BE52BE-0CEC-4B93-BFFB-EB5F1ECD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81350"/>
            <a:ext cx="304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2BAB5B4-2A43-40EF-92C8-D59506FD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52750"/>
            <a:ext cx="6858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67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REST + WEBSOCKET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C125DD5-B887-4FF0-BCC4-0EDC49D0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81350"/>
            <a:ext cx="304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D48089E-4607-4E70-8309-3C717A4D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6858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67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DATA + EXTERNAL APIS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68B9DF1-6477-4BBF-A1A0-41752B06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2190750" cy="914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B0073DB-85C9-46B9-AF10-3BDF3C36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81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088C09A-970E-46D4-A439-710404EA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764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DB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5166DE5-C128-43F4-97FB-D53B6E1B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24050"/>
            <a:ext cx="12192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PostgreSQL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58506D5-BCCF-4A23-AD42-0F370973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38375"/>
            <a:ext cx="12192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88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JPA + Flyway migrations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0600AD4-ACCF-40FB-AE57-3193CF3C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1066800" cy="6286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EC"/>
          </a:solidFill>
          <a:ln xmlns:a="http://schemas.openxmlformats.org/drawingml/2006/main" w="14288">
            <a:solidFill>
              <a:srgbClr val="FF5A1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49379FA-84F9-4BF0-B11D-8DB8C525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52750"/>
            <a:ext cx="9144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86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SePay + VietQR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BF458FF-643B-4E8E-A668-801CCF93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638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QR transfer + webhook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BEBA179-FE02-46C9-BB28-E2298C22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876550"/>
            <a:ext cx="1066800" cy="6286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EC"/>
          </a:solidFill>
          <a:ln xmlns:a="http://schemas.openxmlformats.org/drawingml/2006/main" w="14288">
            <a:solidFill>
              <a:srgbClr val="FF5A1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2F19A50-20BB-4FB0-8E95-304DD6AC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52750"/>
            <a:ext cx="9144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86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VNPay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EA3F235-DB31-4DEC-B3A7-8776ECB7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18135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638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online payment + IPN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0E5EA71-4199-4A50-A10E-429CF186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38550"/>
            <a:ext cx="1066800" cy="6286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9515E76-0EED-47B5-BD90-AD1EA2A5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14750"/>
            <a:ext cx="9144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86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Resend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187EDF6-DD9E-442C-B18D-ADF9C240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4335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638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email verification + OTP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526A007-8E68-4608-8523-BE3C7811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38550"/>
            <a:ext cx="1066800" cy="6286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B556052-CBF9-4F6B-9D17-67D26EE3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714750"/>
            <a:ext cx="9144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86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AWS S3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236759D-3054-4F18-B4D6-F5DE4F5E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94335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638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avatar and image storage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DC392BF-176C-4D54-9456-8294B45F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76750"/>
            <a:ext cx="2190750" cy="5905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B29788D-36D5-4024-8097-FCFD0B2A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72000"/>
            <a:ext cx="18859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Swagger / OpenAPI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53DE73A-45FD-4AFC-83DF-64FE67C1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00600"/>
            <a:ext cx="18859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API documentation and testing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A2841E2-4B86-4897-9F41-FBEA32A7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10401300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E877BF9-4C13-46AE-91E7-702D010A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24525"/>
            <a:ext cx="99822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1013" b="1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Catalog  →  Booking  →  SePay/VNPay Payment  →  Staff Check-in  →  Wash Session  →  Rating  →  Loyalty &amp; Reporting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17F59E8-5EC1-42F0-95A9-605435F6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72200"/>
            <a:ext cx="2190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Solid arrows: application traffic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5A83CC1-7C36-4EFC-A67B-32FC989F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72200"/>
            <a:ext cx="39624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External services are called by the Spring Boot backend</a:t>
            </a:r>
          </a:p>
        </p:txBody>
      </p:sp>
    </p:spTree>
    <p:extLst>
      <p:ext uri="{BB962C8B-B14F-4D97-AF65-F5344CB8AC3E}">
        <p14:creationId xmlns:p14="http://schemas.microsoft.com/office/powerpoint/2010/main" val="1622160287"/>
      </p:ext>
    </p:extLst>
  </p:cSld>
</p:sld>
</file>

<file path=ppt/theme/theme1.xml><?xml version="1.0" encoding="utf-8"?>
<a:theme xmlns:a="http://schemas.openxmlformats.org/drawingml/2006/main" name="ChatGPT">
  <a:themeElements>
    <a:clrScheme name="Aura Car Car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613B8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Car Car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2026-07-27T04:26:19.3290000Z</dcterms:created>
  <dcterms:modified xsi:type="dcterms:W3CDTF">2026-07-27T04:26:19.3290000Z</dcterms:modified>
</coreProperties>
</file>